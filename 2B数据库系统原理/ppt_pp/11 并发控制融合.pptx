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wmf" ContentType="image/x-wmf"/>
  <Default Extension="emf" ContentType="image/x-emf"/>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Override1.xml" ContentType="application/vnd.openxmlformats-officedocument.themeOverride+xml"/>
  <Override PartName="/ppt/theme/themeOverride10.xml" ContentType="application/vnd.openxmlformats-officedocument.themeOverride+xml"/>
  <Override PartName="/ppt/theme/themeOverride2.xml" ContentType="application/vnd.openxmlformats-officedocument.themeOverride+xml"/>
  <Override PartName="/ppt/theme/themeOverride3.xml" ContentType="application/vnd.openxmlformats-officedocument.themeOverride+xml"/>
  <Override PartName="/ppt/theme/themeOverride4.xml" ContentType="application/vnd.openxmlformats-officedocument.themeOverride+xml"/>
  <Override PartName="/ppt/theme/themeOverride5.xml" ContentType="application/vnd.openxmlformats-officedocument.themeOverride+xml"/>
  <Override PartName="/ppt/theme/themeOverride6.xml" ContentType="application/vnd.openxmlformats-officedocument.themeOverride+xml"/>
  <Override PartName="/ppt/theme/themeOverride7.xml" ContentType="application/vnd.openxmlformats-officedocument.themeOverride+xml"/>
  <Override PartName="/ppt/theme/themeOverride8.xml" ContentType="application/vnd.openxmlformats-officedocument.themeOverride+xml"/>
  <Override PartName="/ppt/theme/themeOverride9.xml" ContentType="application/vnd.openxmlformats-officedocument.themeOverrid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 id="2147483672" r:id="rId4"/>
    <p:sldMasterId id="2147483687" r:id="rId5"/>
    <p:sldMasterId id="2147483700" r:id="rId6"/>
  </p:sldMasterIdLst>
  <p:notesMasterIdLst>
    <p:notesMasterId r:id="rId11"/>
  </p:notesMasterIdLst>
  <p:sldIdLst>
    <p:sldId id="283" r:id="rId7"/>
    <p:sldId id="389" r:id="rId8"/>
    <p:sldId id="390" r:id="rId9"/>
    <p:sldId id="824" r:id="rId10"/>
    <p:sldId id="341" r:id="rId12"/>
    <p:sldId id="288" r:id="rId13"/>
    <p:sldId id="342" r:id="rId14"/>
    <p:sldId id="289" r:id="rId15"/>
    <p:sldId id="290" r:id="rId16"/>
    <p:sldId id="343" r:id="rId17"/>
    <p:sldId id="344" r:id="rId18"/>
    <p:sldId id="291" r:id="rId19"/>
    <p:sldId id="350" r:id="rId20"/>
    <p:sldId id="364" r:id="rId21"/>
    <p:sldId id="365" r:id="rId22"/>
    <p:sldId id="351" r:id="rId23"/>
    <p:sldId id="352" r:id="rId24"/>
    <p:sldId id="353" r:id="rId25"/>
    <p:sldId id="354" r:id="rId26"/>
    <p:sldId id="355" r:id="rId27"/>
    <p:sldId id="356" r:id="rId28"/>
    <p:sldId id="833" r:id="rId29"/>
    <p:sldId id="834" r:id="rId30"/>
    <p:sldId id="835" r:id="rId31"/>
    <p:sldId id="836" r:id="rId32"/>
    <p:sldId id="357" r:id="rId33"/>
    <p:sldId id="359" r:id="rId34"/>
    <p:sldId id="360" r:id="rId35"/>
    <p:sldId id="361" r:id="rId36"/>
    <p:sldId id="798" r:id="rId37"/>
    <p:sldId id="826" r:id="rId38"/>
    <p:sldId id="593" r:id="rId39"/>
    <p:sldId id="830" r:id="rId40"/>
    <p:sldId id="831" r:id="rId41"/>
    <p:sldId id="685" r:id="rId42"/>
    <p:sldId id="595" r:id="rId43"/>
    <p:sldId id="292" r:id="rId44"/>
    <p:sldId id="293" r:id="rId45"/>
    <p:sldId id="363" r:id="rId46"/>
    <p:sldId id="294" r:id="rId47"/>
    <p:sldId id="295" r:id="rId48"/>
    <p:sldId id="296" r:id="rId49"/>
    <p:sldId id="340" r:id="rId50"/>
    <p:sldId id="366" r:id="rId51"/>
    <p:sldId id="376" r:id="rId52"/>
    <p:sldId id="805" r:id="rId53"/>
    <p:sldId id="806" r:id="rId54"/>
    <p:sldId id="807" r:id="rId55"/>
    <p:sldId id="808" r:id="rId56"/>
    <p:sldId id="821" r:id="rId57"/>
    <p:sldId id="820" r:id="rId58"/>
    <p:sldId id="823" r:id="rId59"/>
    <p:sldId id="305" r:id="rId60"/>
    <p:sldId id="787" r:id="rId61"/>
    <p:sldId id="368" r:id="rId62"/>
    <p:sldId id="345" r:id="rId63"/>
    <p:sldId id="306" r:id="rId64"/>
    <p:sldId id="788" r:id="rId65"/>
    <p:sldId id="789" r:id="rId66"/>
    <p:sldId id="307" r:id="rId67"/>
    <p:sldId id="308" r:id="rId68"/>
    <p:sldId id="309" r:id="rId69"/>
    <p:sldId id="791" r:id="rId70"/>
    <p:sldId id="792" r:id="rId71"/>
    <p:sldId id="829" r:id="rId72"/>
    <p:sldId id="346" r:id="rId73"/>
    <p:sldId id="347" r:id="rId74"/>
    <p:sldId id="373" r:id="rId75"/>
    <p:sldId id="374" r:id="rId76"/>
    <p:sldId id="348" r:id="rId77"/>
    <p:sldId id="349" r:id="rId78"/>
    <p:sldId id="377" r:id="rId79"/>
    <p:sldId id="384" r:id="rId80"/>
    <p:sldId id="378" r:id="rId81"/>
    <p:sldId id="379" r:id="rId82"/>
    <p:sldId id="382" r:id="rId83"/>
    <p:sldId id="383" r:id="rId84"/>
    <p:sldId id="380" r:id="rId85"/>
    <p:sldId id="381" r:id="rId86"/>
    <p:sldId id="832" r:id="rId87"/>
    <p:sldId id="393" r:id="rId88"/>
    <p:sldId id="394" r:id="rId89"/>
    <p:sldId id="375" r:id="rId90"/>
  </p:sldIdLst>
  <p:sldSz cx="9144000" cy="6858000" type="screen4x3"/>
  <p:notesSz cx="6858000" cy="9144000"/>
  <p:defaultTextStyle>
    <a:defPPr>
      <a:defRPr lang="zh-CN"/>
    </a:defPPr>
    <a:lvl1pPr algn="l" rtl="0" fontAlgn="base">
      <a:spcBef>
        <a:spcPct val="0"/>
      </a:spcBef>
      <a:spcAft>
        <a:spcPct val="0"/>
      </a:spcAft>
      <a:defRPr kumimoji="1" sz="2400" kern="1200">
        <a:solidFill>
          <a:schemeClr val="tx1"/>
        </a:solidFill>
        <a:latin typeface="Verdana" panose="020B0804030504040204" pitchFamily="34" charset="0"/>
        <a:ea typeface="宋体" pitchFamily="2" charset="-122"/>
        <a:cs typeface="+mn-cs"/>
      </a:defRPr>
    </a:lvl1pPr>
    <a:lvl2pPr marL="457200" algn="l" rtl="0" fontAlgn="base">
      <a:spcBef>
        <a:spcPct val="0"/>
      </a:spcBef>
      <a:spcAft>
        <a:spcPct val="0"/>
      </a:spcAft>
      <a:defRPr kumimoji="1" sz="2400" kern="1200">
        <a:solidFill>
          <a:schemeClr val="tx1"/>
        </a:solidFill>
        <a:latin typeface="Verdana" panose="020B0804030504040204" pitchFamily="34" charset="0"/>
        <a:ea typeface="宋体" pitchFamily="2" charset="-122"/>
        <a:cs typeface="+mn-cs"/>
      </a:defRPr>
    </a:lvl2pPr>
    <a:lvl3pPr marL="914400" algn="l" rtl="0" fontAlgn="base">
      <a:spcBef>
        <a:spcPct val="0"/>
      </a:spcBef>
      <a:spcAft>
        <a:spcPct val="0"/>
      </a:spcAft>
      <a:defRPr kumimoji="1" sz="2400" kern="1200">
        <a:solidFill>
          <a:schemeClr val="tx1"/>
        </a:solidFill>
        <a:latin typeface="Verdana" panose="020B0804030504040204" pitchFamily="34" charset="0"/>
        <a:ea typeface="宋体" pitchFamily="2" charset="-122"/>
        <a:cs typeface="+mn-cs"/>
      </a:defRPr>
    </a:lvl3pPr>
    <a:lvl4pPr marL="1371600" algn="l" rtl="0" fontAlgn="base">
      <a:spcBef>
        <a:spcPct val="0"/>
      </a:spcBef>
      <a:spcAft>
        <a:spcPct val="0"/>
      </a:spcAft>
      <a:defRPr kumimoji="1" sz="2400" kern="1200">
        <a:solidFill>
          <a:schemeClr val="tx1"/>
        </a:solidFill>
        <a:latin typeface="Verdana" panose="020B0804030504040204" pitchFamily="34" charset="0"/>
        <a:ea typeface="宋体" pitchFamily="2" charset="-122"/>
        <a:cs typeface="+mn-cs"/>
      </a:defRPr>
    </a:lvl4pPr>
    <a:lvl5pPr marL="1828800" algn="l" rtl="0" fontAlgn="base">
      <a:spcBef>
        <a:spcPct val="0"/>
      </a:spcBef>
      <a:spcAft>
        <a:spcPct val="0"/>
      </a:spcAft>
      <a:defRPr kumimoji="1" sz="2400" kern="1200">
        <a:solidFill>
          <a:schemeClr val="tx1"/>
        </a:solidFill>
        <a:latin typeface="Verdana" panose="020B0804030504040204" pitchFamily="34" charset="0"/>
        <a:ea typeface="宋体" pitchFamily="2" charset="-122"/>
        <a:cs typeface="+mn-cs"/>
      </a:defRPr>
    </a:lvl5pPr>
    <a:lvl6pPr marL="2286000" algn="l" defTabSz="914400" rtl="0" eaLnBrk="1" latinLnBrk="0" hangingPunct="1">
      <a:defRPr kumimoji="1" sz="2400" kern="1200">
        <a:solidFill>
          <a:schemeClr val="tx1"/>
        </a:solidFill>
        <a:latin typeface="Verdana" panose="020B0804030504040204" pitchFamily="34" charset="0"/>
        <a:ea typeface="宋体" pitchFamily="2" charset="-122"/>
        <a:cs typeface="+mn-cs"/>
      </a:defRPr>
    </a:lvl6pPr>
    <a:lvl7pPr marL="2743200" algn="l" defTabSz="914400" rtl="0" eaLnBrk="1" latinLnBrk="0" hangingPunct="1">
      <a:defRPr kumimoji="1" sz="2400" kern="1200">
        <a:solidFill>
          <a:schemeClr val="tx1"/>
        </a:solidFill>
        <a:latin typeface="Verdana" panose="020B0804030504040204" pitchFamily="34" charset="0"/>
        <a:ea typeface="宋体" pitchFamily="2" charset="-122"/>
        <a:cs typeface="+mn-cs"/>
      </a:defRPr>
    </a:lvl7pPr>
    <a:lvl8pPr marL="3200400" algn="l" defTabSz="914400" rtl="0" eaLnBrk="1" latinLnBrk="0" hangingPunct="1">
      <a:defRPr kumimoji="1" sz="2400" kern="1200">
        <a:solidFill>
          <a:schemeClr val="tx1"/>
        </a:solidFill>
        <a:latin typeface="Verdana" panose="020B0804030504040204" pitchFamily="34" charset="0"/>
        <a:ea typeface="宋体" pitchFamily="2" charset="-122"/>
        <a:cs typeface="+mn-cs"/>
      </a:defRPr>
    </a:lvl8pPr>
    <a:lvl9pPr marL="3657600" algn="l" defTabSz="914400" rtl="0" eaLnBrk="1" latinLnBrk="0" hangingPunct="1">
      <a:defRPr kumimoji="1" sz="2400" kern="1200">
        <a:solidFill>
          <a:schemeClr val="tx1"/>
        </a:solidFill>
        <a:latin typeface="Verdana" panose="020B0804030504040204" pitchFamily="34" charset="0"/>
        <a:ea typeface="宋体"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2875"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a:srgbClr val="1D22F9"/>
    <a:srgbClr val="F76C6C"/>
    <a:srgbClr val="F1D24D"/>
    <a:srgbClr val="0066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DA37D80-6434-44D0-A028-1B22A696006F}" styleName="浅色样式 3 - 强调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2" autoAdjust="0"/>
    <p:restoredTop sz="85419" autoAdjust="0"/>
  </p:normalViewPr>
  <p:slideViewPr>
    <p:cSldViewPr showGuides="1">
      <p:cViewPr varScale="1">
        <p:scale>
          <a:sx n="55" d="100"/>
          <a:sy n="55" d="100"/>
        </p:scale>
        <p:origin x="1600" y="40"/>
      </p:cViewPr>
      <p:guideLst>
        <p:guide orient="horz" pos="2160"/>
        <p:guide pos="2875"/>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93" Type="http://schemas.openxmlformats.org/officeDocument/2006/relationships/tableStyles" Target="tableStyles.xml"/><Relationship Id="rId92" Type="http://schemas.openxmlformats.org/officeDocument/2006/relationships/viewProps" Target="viewProps.xml"/><Relationship Id="rId91" Type="http://schemas.openxmlformats.org/officeDocument/2006/relationships/presProps" Target="presProps.xml"/><Relationship Id="rId90" Type="http://schemas.openxmlformats.org/officeDocument/2006/relationships/slide" Target="slides/slide83.xml"/><Relationship Id="rId9" Type="http://schemas.openxmlformats.org/officeDocument/2006/relationships/slide" Target="slides/slide3.xml"/><Relationship Id="rId89" Type="http://schemas.openxmlformats.org/officeDocument/2006/relationships/slide" Target="slides/slide82.xml"/><Relationship Id="rId88" Type="http://schemas.openxmlformats.org/officeDocument/2006/relationships/slide" Target="slides/slide81.xml"/><Relationship Id="rId87" Type="http://schemas.openxmlformats.org/officeDocument/2006/relationships/slide" Target="slides/slide80.xml"/><Relationship Id="rId86" Type="http://schemas.openxmlformats.org/officeDocument/2006/relationships/slide" Target="slides/slide79.xml"/><Relationship Id="rId85" Type="http://schemas.openxmlformats.org/officeDocument/2006/relationships/slide" Target="slides/slide78.xml"/><Relationship Id="rId84" Type="http://schemas.openxmlformats.org/officeDocument/2006/relationships/slide" Target="slides/slide77.xml"/><Relationship Id="rId83" Type="http://schemas.openxmlformats.org/officeDocument/2006/relationships/slide" Target="slides/slide76.xml"/><Relationship Id="rId82" Type="http://schemas.openxmlformats.org/officeDocument/2006/relationships/slide" Target="slides/slide75.xml"/><Relationship Id="rId81" Type="http://schemas.openxmlformats.org/officeDocument/2006/relationships/slide" Target="slides/slide74.xml"/><Relationship Id="rId80" Type="http://schemas.openxmlformats.org/officeDocument/2006/relationships/slide" Target="slides/slide73.xml"/><Relationship Id="rId8" Type="http://schemas.openxmlformats.org/officeDocument/2006/relationships/slide" Target="slides/slide2.xml"/><Relationship Id="rId79" Type="http://schemas.openxmlformats.org/officeDocument/2006/relationships/slide" Target="slides/slide72.xml"/><Relationship Id="rId78" Type="http://schemas.openxmlformats.org/officeDocument/2006/relationships/slide" Target="slides/slide71.xml"/><Relationship Id="rId77" Type="http://schemas.openxmlformats.org/officeDocument/2006/relationships/slide" Target="slides/slide70.xml"/><Relationship Id="rId76" Type="http://schemas.openxmlformats.org/officeDocument/2006/relationships/slide" Target="slides/slide69.xml"/><Relationship Id="rId75" Type="http://schemas.openxmlformats.org/officeDocument/2006/relationships/slide" Target="slides/slide68.xml"/><Relationship Id="rId74" Type="http://schemas.openxmlformats.org/officeDocument/2006/relationships/slide" Target="slides/slide67.xml"/><Relationship Id="rId73" Type="http://schemas.openxmlformats.org/officeDocument/2006/relationships/slide" Target="slides/slide66.xml"/><Relationship Id="rId72" Type="http://schemas.openxmlformats.org/officeDocument/2006/relationships/slide" Target="slides/slide65.xml"/><Relationship Id="rId71" Type="http://schemas.openxmlformats.org/officeDocument/2006/relationships/slide" Target="slides/slide64.xml"/><Relationship Id="rId70" Type="http://schemas.openxmlformats.org/officeDocument/2006/relationships/slide" Target="slides/slide63.xml"/><Relationship Id="rId7" Type="http://schemas.openxmlformats.org/officeDocument/2006/relationships/slide" Target="slides/slide1.xml"/><Relationship Id="rId69" Type="http://schemas.openxmlformats.org/officeDocument/2006/relationships/slide" Target="slides/slide62.xml"/><Relationship Id="rId68" Type="http://schemas.openxmlformats.org/officeDocument/2006/relationships/slide" Target="slides/slide61.xml"/><Relationship Id="rId67" Type="http://schemas.openxmlformats.org/officeDocument/2006/relationships/slide" Target="slides/slide60.xml"/><Relationship Id="rId66" Type="http://schemas.openxmlformats.org/officeDocument/2006/relationships/slide" Target="slides/slide59.xml"/><Relationship Id="rId65" Type="http://schemas.openxmlformats.org/officeDocument/2006/relationships/slide" Target="slides/slide58.xml"/><Relationship Id="rId64" Type="http://schemas.openxmlformats.org/officeDocument/2006/relationships/slide" Target="slides/slide57.xml"/><Relationship Id="rId63" Type="http://schemas.openxmlformats.org/officeDocument/2006/relationships/slide" Target="slides/slide56.xml"/><Relationship Id="rId62" Type="http://schemas.openxmlformats.org/officeDocument/2006/relationships/slide" Target="slides/slide55.xml"/><Relationship Id="rId61" Type="http://schemas.openxmlformats.org/officeDocument/2006/relationships/slide" Target="slides/slide54.xml"/><Relationship Id="rId60" Type="http://schemas.openxmlformats.org/officeDocument/2006/relationships/slide" Target="slides/slide53.xml"/><Relationship Id="rId6" Type="http://schemas.openxmlformats.org/officeDocument/2006/relationships/slideMaster" Target="slideMasters/slideMaster5.xml"/><Relationship Id="rId59" Type="http://schemas.openxmlformats.org/officeDocument/2006/relationships/slide" Target="slides/slide52.xml"/><Relationship Id="rId58" Type="http://schemas.openxmlformats.org/officeDocument/2006/relationships/slide" Target="slides/slide51.xml"/><Relationship Id="rId57" Type="http://schemas.openxmlformats.org/officeDocument/2006/relationships/slide" Target="slides/slide50.xml"/><Relationship Id="rId56" Type="http://schemas.openxmlformats.org/officeDocument/2006/relationships/slide" Target="slides/slide49.xml"/><Relationship Id="rId55" Type="http://schemas.openxmlformats.org/officeDocument/2006/relationships/slide" Target="slides/slide48.xml"/><Relationship Id="rId54" Type="http://schemas.openxmlformats.org/officeDocument/2006/relationships/slide" Target="slides/slide47.xml"/><Relationship Id="rId53" Type="http://schemas.openxmlformats.org/officeDocument/2006/relationships/slide" Target="slides/slide46.xml"/><Relationship Id="rId52" Type="http://schemas.openxmlformats.org/officeDocument/2006/relationships/slide" Target="slides/slide45.xml"/><Relationship Id="rId51" Type="http://schemas.openxmlformats.org/officeDocument/2006/relationships/slide" Target="slides/slide44.xml"/><Relationship Id="rId50" Type="http://schemas.openxmlformats.org/officeDocument/2006/relationships/slide" Target="slides/slide43.xml"/><Relationship Id="rId5" Type="http://schemas.openxmlformats.org/officeDocument/2006/relationships/slideMaster" Target="slideMasters/slideMaster4.xml"/><Relationship Id="rId49" Type="http://schemas.openxmlformats.org/officeDocument/2006/relationships/slide" Target="slides/slide42.xml"/><Relationship Id="rId48" Type="http://schemas.openxmlformats.org/officeDocument/2006/relationships/slide" Target="slides/slide41.xml"/><Relationship Id="rId47" Type="http://schemas.openxmlformats.org/officeDocument/2006/relationships/slide" Target="slides/slide40.xml"/><Relationship Id="rId46" Type="http://schemas.openxmlformats.org/officeDocument/2006/relationships/slide" Target="slides/slide39.xml"/><Relationship Id="rId45" Type="http://schemas.openxmlformats.org/officeDocument/2006/relationships/slide" Target="slides/slide38.xml"/><Relationship Id="rId44" Type="http://schemas.openxmlformats.org/officeDocument/2006/relationships/slide" Target="slides/slide37.xml"/><Relationship Id="rId43" Type="http://schemas.openxmlformats.org/officeDocument/2006/relationships/slide" Target="slides/slide36.xml"/><Relationship Id="rId42" Type="http://schemas.openxmlformats.org/officeDocument/2006/relationships/slide" Target="slides/slide35.xml"/><Relationship Id="rId41" Type="http://schemas.openxmlformats.org/officeDocument/2006/relationships/slide" Target="slides/slide34.xml"/><Relationship Id="rId40" Type="http://schemas.openxmlformats.org/officeDocument/2006/relationships/slide" Target="slides/slide33.xml"/><Relationship Id="rId4" Type="http://schemas.openxmlformats.org/officeDocument/2006/relationships/slideMaster" Target="slideMasters/slideMaster3.xml"/><Relationship Id="rId39" Type="http://schemas.openxmlformats.org/officeDocument/2006/relationships/slide" Target="slides/slide32.xml"/><Relationship Id="rId38" Type="http://schemas.openxmlformats.org/officeDocument/2006/relationships/slide" Target="slides/slide31.xml"/><Relationship Id="rId37" Type="http://schemas.openxmlformats.org/officeDocument/2006/relationships/slide" Target="slides/slide30.xml"/><Relationship Id="rId36" Type="http://schemas.openxmlformats.org/officeDocument/2006/relationships/slide" Target="slides/slide29.xml"/><Relationship Id="rId35" Type="http://schemas.openxmlformats.org/officeDocument/2006/relationships/slide" Target="slides/slide28.xml"/><Relationship Id="rId34" Type="http://schemas.openxmlformats.org/officeDocument/2006/relationships/slide" Target="slides/slide27.xml"/><Relationship Id="rId33" Type="http://schemas.openxmlformats.org/officeDocument/2006/relationships/slide" Target="slides/slide26.xml"/><Relationship Id="rId32" Type="http://schemas.openxmlformats.org/officeDocument/2006/relationships/slide" Target="slides/slide25.xml"/><Relationship Id="rId31" Type="http://schemas.openxmlformats.org/officeDocument/2006/relationships/slide" Target="slides/slide24.xml"/><Relationship Id="rId30" Type="http://schemas.openxmlformats.org/officeDocument/2006/relationships/slide" Target="slides/slide23.xml"/><Relationship Id="rId3" Type="http://schemas.openxmlformats.org/officeDocument/2006/relationships/slideMaster" Target="slideMasters/slideMaster2.xml"/><Relationship Id="rId29" Type="http://schemas.openxmlformats.org/officeDocument/2006/relationships/slide" Target="slides/slide22.xml"/><Relationship Id="rId28" Type="http://schemas.openxmlformats.org/officeDocument/2006/relationships/slide" Target="slides/slide21.xml"/><Relationship Id="rId27" Type="http://schemas.openxmlformats.org/officeDocument/2006/relationships/slide" Target="slides/slide20.xml"/><Relationship Id="rId26" Type="http://schemas.openxmlformats.org/officeDocument/2006/relationships/slide" Target="slides/slide19.xml"/><Relationship Id="rId25" Type="http://schemas.openxmlformats.org/officeDocument/2006/relationships/slide" Target="slides/slide18.xml"/><Relationship Id="rId24" Type="http://schemas.openxmlformats.org/officeDocument/2006/relationships/slide" Target="slides/slide17.xml"/><Relationship Id="rId23" Type="http://schemas.openxmlformats.org/officeDocument/2006/relationships/slide" Target="slides/slide16.xml"/><Relationship Id="rId22" Type="http://schemas.openxmlformats.org/officeDocument/2006/relationships/slide" Target="slides/slide15.xml"/><Relationship Id="rId21" Type="http://schemas.openxmlformats.org/officeDocument/2006/relationships/slide" Target="slides/slide14.xml"/><Relationship Id="rId20" Type="http://schemas.openxmlformats.org/officeDocument/2006/relationships/slide" Target="slides/slide13.xml"/><Relationship Id="rId2" Type="http://schemas.openxmlformats.org/officeDocument/2006/relationships/theme" Target="theme/theme1.xml"/><Relationship Id="rId19" Type="http://schemas.openxmlformats.org/officeDocument/2006/relationships/slide" Target="slides/slide12.xml"/><Relationship Id="rId18" Type="http://schemas.openxmlformats.org/officeDocument/2006/relationships/slide" Target="slides/slide11.xml"/><Relationship Id="rId17" Type="http://schemas.openxmlformats.org/officeDocument/2006/relationships/slide" Target="slides/slide10.xml"/><Relationship Id="rId16" Type="http://schemas.openxmlformats.org/officeDocument/2006/relationships/slide" Target="slides/slide9.xml"/><Relationship Id="rId15" Type="http://schemas.openxmlformats.org/officeDocument/2006/relationships/slide" Target="slides/slide8.xml"/><Relationship Id="rId14" Type="http://schemas.openxmlformats.org/officeDocument/2006/relationships/slide" Target="slides/slide7.xml"/><Relationship Id="rId13" Type="http://schemas.openxmlformats.org/officeDocument/2006/relationships/slide" Target="slides/slide6.xml"/><Relationship Id="rId12" Type="http://schemas.openxmlformats.org/officeDocument/2006/relationships/slide" Target="slides/slide5.xml"/><Relationship Id="rId11" Type="http://schemas.openxmlformats.org/officeDocument/2006/relationships/notesMaster" Target="notesMasters/notesMaster1.xml"/><Relationship Id="rId10" Type="http://schemas.openxmlformats.org/officeDocument/2006/relationships/slide" Target="slides/slide4.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5.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5.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6.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6.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7.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8.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9.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0.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11.e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12.e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13.w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14.w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15.w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19.emf"/></Relationships>
</file>

<file path=ppt/drawings/_rels/vmlDrawing18.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19.vml.rels><?xml version="1.0" encoding="UTF-8" standalone="yes"?>
<Relationships xmlns="http://schemas.openxmlformats.org/package/2006/relationships"><Relationship Id="rId1" Type="http://schemas.openxmlformats.org/officeDocument/2006/relationships/image" Target="../media/image22.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194"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defRPr sz="1200" smtClean="0"/>
            </a:lvl1pPr>
          </a:lstStyle>
          <a:p>
            <a:pPr>
              <a:defRPr/>
            </a:pPr>
            <a:endParaRPr lang="en-US" altLang="zh-CN"/>
          </a:p>
        </p:txBody>
      </p:sp>
      <p:sp>
        <p:nvSpPr>
          <p:cNvPr id="8195" name="Rectangle 3"/>
          <p:cNvSpPr>
            <a:spLocks noGrp="1" noChangeArrowheads="1"/>
          </p:cNvSpPr>
          <p:nvPr>
            <p:ph type="dt" idx="1"/>
          </p:nvPr>
        </p:nvSpPr>
        <p:spPr bwMode="auto">
          <a:xfrm>
            <a:off x="3886200" y="0"/>
            <a:ext cx="2971800" cy="457200"/>
          </a:xfrm>
          <a:prstGeom prst="rect">
            <a:avLst/>
          </a:prstGeom>
          <a:noFill/>
          <a:ln w="9525">
            <a:noFill/>
            <a:miter lim="800000"/>
          </a:ln>
          <a:effectLst/>
        </p:spPr>
        <p:txBody>
          <a:bodyPr vert="horz" wrap="square" lIns="91440" tIns="45720" rIns="91440" bIns="45720" numCol="1" anchor="t" anchorCtr="0" compatLnSpc="1"/>
          <a:lstStyle>
            <a:lvl1pPr algn="r">
              <a:defRPr sz="1200" smtClean="0"/>
            </a:lvl1pPr>
          </a:lstStyle>
          <a:p>
            <a:pPr>
              <a:defRPr/>
            </a:pPr>
            <a:endParaRPr lang="en-US" altLang="zh-CN"/>
          </a:p>
        </p:txBody>
      </p:sp>
      <p:sp>
        <p:nvSpPr>
          <p:cNvPr id="56324"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ln>
        </p:spPr>
      </p:sp>
      <p:sp>
        <p:nvSpPr>
          <p:cNvPr id="8197" name="Rectangle 5"/>
          <p:cNvSpPr>
            <a:spLocks noGrp="1" noChangeArrowheads="1"/>
          </p:cNvSpPr>
          <p:nvPr>
            <p:ph type="body" sz="quarter" idx="3"/>
          </p:nvPr>
        </p:nvSpPr>
        <p:spPr bwMode="auto">
          <a:xfrm>
            <a:off x="914400" y="4343400"/>
            <a:ext cx="5029200" cy="4114800"/>
          </a:xfrm>
          <a:prstGeom prst="rect">
            <a:avLst/>
          </a:prstGeom>
          <a:noFill/>
          <a:ln w="9525">
            <a:noFill/>
            <a:miter lim="800000"/>
          </a:ln>
          <a:effectLst/>
        </p:spPr>
        <p:txBody>
          <a:bodyPr vert="horz" wrap="square" lIns="91440" tIns="45720" rIns="91440" bIns="45720" numCol="1" anchor="t" anchorCtr="0" compatLnSpc="1"/>
          <a:lstStyle/>
          <a:p>
            <a:pPr lvl="0"/>
            <a:r>
              <a:rPr lang="zh-CN" altLang="en-US" noProof="0"/>
              <a:t>单击此处编辑母版文本样式</a:t>
            </a:r>
            <a:endParaRPr lang="zh-CN" altLang="en-US" noProof="0"/>
          </a:p>
          <a:p>
            <a:pPr lvl="1"/>
            <a:r>
              <a:rPr lang="zh-CN" altLang="en-US" noProof="0"/>
              <a:t>第二级</a:t>
            </a:r>
            <a:endParaRPr lang="zh-CN" altLang="en-US" noProof="0"/>
          </a:p>
          <a:p>
            <a:pPr lvl="2"/>
            <a:r>
              <a:rPr lang="zh-CN" altLang="en-US" noProof="0"/>
              <a:t>第三级</a:t>
            </a:r>
            <a:endParaRPr lang="zh-CN" altLang="en-US" noProof="0"/>
          </a:p>
          <a:p>
            <a:pPr lvl="3"/>
            <a:r>
              <a:rPr lang="zh-CN" altLang="en-US" noProof="0"/>
              <a:t>第四级</a:t>
            </a:r>
            <a:endParaRPr lang="zh-CN" altLang="en-US" noProof="0"/>
          </a:p>
          <a:p>
            <a:pPr lvl="4"/>
            <a:r>
              <a:rPr lang="zh-CN" altLang="en-US" noProof="0"/>
              <a:t>第五级</a:t>
            </a:r>
            <a:endParaRPr lang="zh-CN" altLang="en-US" noProof="0"/>
          </a:p>
        </p:txBody>
      </p:sp>
      <p:sp>
        <p:nvSpPr>
          <p:cNvPr id="8198" name="Rectangle 6"/>
          <p:cNvSpPr>
            <a:spLocks noGrp="1" noChangeArrowheads="1"/>
          </p:cNvSpPr>
          <p:nvPr>
            <p:ph type="ftr" sz="quarter" idx="4"/>
          </p:nvPr>
        </p:nvSpPr>
        <p:spPr bwMode="auto">
          <a:xfrm>
            <a:off x="0" y="8686800"/>
            <a:ext cx="2971800" cy="457200"/>
          </a:xfrm>
          <a:prstGeom prst="rect">
            <a:avLst/>
          </a:prstGeom>
          <a:noFill/>
          <a:ln w="9525">
            <a:noFill/>
            <a:miter lim="800000"/>
          </a:ln>
          <a:effectLst/>
        </p:spPr>
        <p:txBody>
          <a:bodyPr vert="horz" wrap="square" lIns="91440" tIns="45720" rIns="91440" bIns="45720" numCol="1" anchor="b" anchorCtr="0" compatLnSpc="1"/>
          <a:lstStyle>
            <a:lvl1pPr>
              <a:defRPr sz="1200" smtClean="0"/>
            </a:lvl1pPr>
          </a:lstStyle>
          <a:p>
            <a:pPr>
              <a:defRPr/>
            </a:pPr>
            <a:endParaRPr lang="en-US" altLang="zh-CN"/>
          </a:p>
        </p:txBody>
      </p:sp>
      <p:sp>
        <p:nvSpPr>
          <p:cNvPr id="8199" name="Rectangle 7"/>
          <p:cNvSpPr>
            <a:spLocks noGrp="1" noChangeArrowheads="1"/>
          </p:cNvSpPr>
          <p:nvPr>
            <p:ph type="sldNum" sz="quarter" idx="5"/>
          </p:nvPr>
        </p:nvSpPr>
        <p:spPr bwMode="auto">
          <a:xfrm>
            <a:off x="3886200" y="8686800"/>
            <a:ext cx="2971800" cy="457200"/>
          </a:xfrm>
          <a:prstGeom prst="rect">
            <a:avLst/>
          </a:prstGeom>
          <a:noFill/>
          <a:ln w="9525">
            <a:noFill/>
            <a:miter lim="800000"/>
          </a:ln>
          <a:effectLst/>
        </p:spPr>
        <p:txBody>
          <a:bodyPr vert="horz" wrap="square" lIns="91440" tIns="45720" rIns="91440" bIns="45720" numCol="1" anchor="b" anchorCtr="0" compatLnSpc="1"/>
          <a:lstStyle>
            <a:lvl1pPr algn="r">
              <a:defRPr sz="1200" smtClean="0"/>
            </a:lvl1pPr>
          </a:lstStyle>
          <a:p>
            <a:pPr>
              <a:defRPr/>
            </a:pPr>
            <a:fld id="{64AE1A3A-D41F-482F-8841-9B87AC8A6907}" type="slidenum">
              <a:rPr lang="en-US" altLang="zh-CN"/>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anose="02020503050405090304" pitchFamily="18" charset="0"/>
        <a:ea typeface="宋体" pitchFamily="2" charset="-122"/>
        <a:cs typeface="+mn-cs"/>
      </a:defRPr>
    </a:lvl1pPr>
    <a:lvl2pPr marL="457200" algn="l" rtl="0" eaLnBrk="0" fontAlgn="base" hangingPunct="0">
      <a:spcBef>
        <a:spcPct val="30000"/>
      </a:spcBef>
      <a:spcAft>
        <a:spcPct val="0"/>
      </a:spcAft>
      <a:defRPr kumimoji="1" sz="1200" kern="1200">
        <a:solidFill>
          <a:schemeClr val="tx1"/>
        </a:solidFill>
        <a:latin typeface="Times New Roman" panose="02020503050405090304" pitchFamily="18" charset="0"/>
        <a:ea typeface="宋体" pitchFamily="2" charset="-122"/>
        <a:cs typeface="+mn-cs"/>
      </a:defRPr>
    </a:lvl2pPr>
    <a:lvl3pPr marL="914400" algn="l" rtl="0" eaLnBrk="0" fontAlgn="base" hangingPunct="0">
      <a:spcBef>
        <a:spcPct val="30000"/>
      </a:spcBef>
      <a:spcAft>
        <a:spcPct val="0"/>
      </a:spcAft>
      <a:defRPr kumimoji="1" sz="1200" kern="1200">
        <a:solidFill>
          <a:schemeClr val="tx1"/>
        </a:solidFill>
        <a:latin typeface="Times New Roman" panose="02020503050405090304" pitchFamily="18" charset="0"/>
        <a:ea typeface="宋体" pitchFamily="2" charset="-122"/>
        <a:cs typeface="+mn-cs"/>
      </a:defRPr>
    </a:lvl3pPr>
    <a:lvl4pPr marL="1371600" algn="l" rtl="0" eaLnBrk="0" fontAlgn="base" hangingPunct="0">
      <a:spcBef>
        <a:spcPct val="30000"/>
      </a:spcBef>
      <a:spcAft>
        <a:spcPct val="0"/>
      </a:spcAft>
      <a:defRPr kumimoji="1" sz="1200" kern="1200">
        <a:solidFill>
          <a:schemeClr val="tx1"/>
        </a:solidFill>
        <a:latin typeface="Times New Roman" panose="02020503050405090304" pitchFamily="18" charset="0"/>
        <a:ea typeface="宋体" pitchFamily="2" charset="-122"/>
        <a:cs typeface="+mn-cs"/>
      </a:defRPr>
    </a:lvl4pPr>
    <a:lvl5pPr marL="1828800" algn="l" rtl="0" eaLnBrk="0" fontAlgn="base" hangingPunct="0">
      <a:spcBef>
        <a:spcPct val="30000"/>
      </a:spcBef>
      <a:spcAft>
        <a:spcPct val="0"/>
      </a:spcAft>
      <a:defRPr kumimoji="1" sz="1200" kern="1200">
        <a:solidFill>
          <a:schemeClr val="tx1"/>
        </a:solidFill>
        <a:latin typeface="Times New Roman" panose="02020503050405090304" pitchFamily="18"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3.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1.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幻灯片图像占位符 1"/>
          <p:cNvSpPr>
            <a:spLocks noGrp="1" noRot="1" noChangeAspect="1" noChangeArrowheads="1" noTextEdit="1"/>
          </p:cNvSpPr>
          <p:nvPr>
            <p:ph type="sldImg"/>
          </p:nvPr>
        </p:nvSpPr>
        <p:spPr/>
      </p:sp>
      <p:sp>
        <p:nvSpPr>
          <p:cNvPr id="14339"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dirty="0"/>
              <a:t>Database Consistency</a:t>
            </a:r>
            <a:r>
              <a:rPr lang="zh-CN" altLang="en-US" dirty="0"/>
              <a:t>：</a:t>
            </a:r>
            <a:r>
              <a:rPr lang="en-US" altLang="zh-CN" dirty="0"/>
              <a:t>Transactions in the future see the effects of transactions committed in the past inside of the database.</a:t>
            </a:r>
            <a:r>
              <a:rPr lang="zh-CN" altLang="en-US" dirty="0"/>
              <a:t>数据库一致性：未来的事务能看到过去已提交的事务的影响。</a:t>
            </a:r>
            <a:endParaRPr lang="en-US" altLang="zh-CN" dirty="0"/>
          </a:p>
          <a:p>
            <a:r>
              <a:rPr lang="en-US" altLang="zh-CN" dirty="0"/>
              <a:t>Transaction Consistency</a:t>
            </a:r>
            <a:r>
              <a:rPr lang="zh-CN" altLang="en-US" dirty="0"/>
              <a:t>：</a:t>
            </a:r>
            <a:r>
              <a:rPr lang="en-US" altLang="zh-CN" dirty="0"/>
              <a:t>Transaction consistency is the application‘s responsibility. DBMS cannot control this.</a:t>
            </a:r>
            <a:r>
              <a:rPr lang="zh-CN" altLang="en-US" dirty="0"/>
              <a:t>事务一致性：对事务的应用需求负责。</a:t>
            </a:r>
            <a:endParaRPr lang="en-US" altLang="zh-CN" dirty="0"/>
          </a:p>
          <a:p>
            <a:r>
              <a:rPr lang="en-US" altLang="zh-CN" dirty="0"/>
              <a:t>Pessimistic: Don't let problems arise in the first place.</a:t>
            </a:r>
            <a:endParaRPr lang="en-US" altLang="zh-CN" dirty="0"/>
          </a:p>
          <a:p>
            <a:r>
              <a:rPr lang="en-US" altLang="zh-CN" dirty="0"/>
              <a:t>Optimistic: Assume conflicts are rare, deal with them</a:t>
            </a:r>
            <a:endParaRPr lang="en-US" altLang="zh-CN" dirty="0"/>
          </a:p>
          <a:p>
            <a:endParaRPr lang="en-US" altLang="zh-CN" dirty="0"/>
          </a:p>
          <a:p>
            <a:endParaRPr lang="zh-CN" altLang="en-US" dirty="0"/>
          </a:p>
        </p:txBody>
      </p:sp>
      <p:sp>
        <p:nvSpPr>
          <p:cNvPr id="14340"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imes New Roman" panose="02020503050405090304" pitchFamily="18" charset="0"/>
                <a:ea typeface="宋体" pitchFamily="2" charset="-122"/>
              </a:defRPr>
            </a:lvl1pPr>
            <a:lvl2pPr marL="742950" indent="-285750">
              <a:defRPr b="1">
                <a:solidFill>
                  <a:schemeClr val="tx1"/>
                </a:solidFill>
                <a:latin typeface="Times New Roman" panose="02020503050405090304" pitchFamily="18" charset="0"/>
                <a:ea typeface="宋体" pitchFamily="2" charset="-122"/>
              </a:defRPr>
            </a:lvl2pPr>
            <a:lvl3pPr marL="1143000" indent="-228600">
              <a:defRPr b="1">
                <a:solidFill>
                  <a:schemeClr val="tx1"/>
                </a:solidFill>
                <a:latin typeface="Times New Roman" panose="02020503050405090304" pitchFamily="18" charset="0"/>
                <a:ea typeface="宋体" pitchFamily="2" charset="-122"/>
              </a:defRPr>
            </a:lvl3pPr>
            <a:lvl4pPr marL="1600200" indent="-228600">
              <a:defRPr b="1">
                <a:solidFill>
                  <a:schemeClr val="tx1"/>
                </a:solidFill>
                <a:latin typeface="Times New Roman" panose="02020503050405090304" pitchFamily="18" charset="0"/>
                <a:ea typeface="宋体" pitchFamily="2" charset="-122"/>
              </a:defRPr>
            </a:lvl4pPr>
            <a:lvl5pPr marL="2057400" indent="-228600">
              <a:defRPr b="1">
                <a:solidFill>
                  <a:schemeClr val="tx1"/>
                </a:solidFill>
                <a:latin typeface="Times New Roman" panose="02020503050405090304" pitchFamily="18" charset="0"/>
                <a:ea typeface="宋体" pitchFamily="2" charset="-122"/>
              </a:defRPr>
            </a:lvl5pPr>
            <a:lvl6pPr marL="2514600" indent="-228600" eaLnBrk="0" fontAlgn="base" hangingPunct="0">
              <a:spcBef>
                <a:spcPct val="0"/>
              </a:spcBef>
              <a:spcAft>
                <a:spcPct val="0"/>
              </a:spcAft>
              <a:defRPr b="1">
                <a:solidFill>
                  <a:schemeClr val="tx1"/>
                </a:solidFill>
                <a:latin typeface="Times New Roman" panose="02020503050405090304" pitchFamily="18" charset="0"/>
                <a:ea typeface="宋体" pitchFamily="2" charset="-122"/>
              </a:defRPr>
            </a:lvl6pPr>
            <a:lvl7pPr marL="2971800" indent="-228600" eaLnBrk="0" fontAlgn="base" hangingPunct="0">
              <a:spcBef>
                <a:spcPct val="0"/>
              </a:spcBef>
              <a:spcAft>
                <a:spcPct val="0"/>
              </a:spcAft>
              <a:defRPr b="1">
                <a:solidFill>
                  <a:schemeClr val="tx1"/>
                </a:solidFill>
                <a:latin typeface="Times New Roman" panose="02020503050405090304" pitchFamily="18" charset="0"/>
                <a:ea typeface="宋体" pitchFamily="2" charset="-122"/>
              </a:defRPr>
            </a:lvl7pPr>
            <a:lvl8pPr marL="3429000" indent="-228600" eaLnBrk="0" fontAlgn="base" hangingPunct="0">
              <a:spcBef>
                <a:spcPct val="0"/>
              </a:spcBef>
              <a:spcAft>
                <a:spcPct val="0"/>
              </a:spcAft>
              <a:defRPr b="1">
                <a:solidFill>
                  <a:schemeClr val="tx1"/>
                </a:solidFill>
                <a:latin typeface="Times New Roman" panose="02020503050405090304" pitchFamily="18" charset="0"/>
                <a:ea typeface="宋体" pitchFamily="2" charset="-122"/>
              </a:defRPr>
            </a:lvl8pPr>
            <a:lvl9pPr marL="3886200" indent="-228600" eaLnBrk="0" fontAlgn="base" hangingPunct="0">
              <a:spcBef>
                <a:spcPct val="0"/>
              </a:spcBef>
              <a:spcAft>
                <a:spcPct val="0"/>
              </a:spcAft>
              <a:defRPr b="1">
                <a:solidFill>
                  <a:schemeClr val="tx1"/>
                </a:solidFill>
                <a:latin typeface="Times New Roman" panose="02020503050405090304" pitchFamily="18" charset="0"/>
                <a:ea typeface="宋体"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55D359D4-F104-4207-AF2B-3886F637FB7A}" type="slidenum">
              <a:rPr kumimoji="1" lang="en-US" altLang="zh-CN" sz="1200" b="0" i="0" u="none" strike="noStrike" kern="1200" cap="none" spc="0" normalizeH="0" baseline="0" noProof="0" smtClean="0">
                <a:ln>
                  <a:noFill/>
                </a:ln>
                <a:solidFill>
                  <a:srgbClr val="000000"/>
                </a:solidFill>
                <a:effectLst/>
                <a:uLnTx/>
                <a:uFillTx/>
                <a:latin typeface="Times New Roman" panose="02020503050405090304" pitchFamily="18" charset="0"/>
                <a:ea typeface="宋体" pitchFamily="2" charset="-122"/>
                <a:cs typeface="+mn-cs"/>
              </a:rPr>
            </a:fld>
            <a:endParaRPr kumimoji="1" lang="en-US" altLang="zh-CN" sz="1200" b="0" i="0" u="none" strike="noStrike" kern="1200" cap="none" spc="0" normalizeH="0" baseline="0" noProof="0">
              <a:ln>
                <a:noFill/>
              </a:ln>
              <a:solidFill>
                <a:srgbClr val="000000"/>
              </a:solidFill>
              <a:effectLst/>
              <a:uLnTx/>
              <a:uFillTx/>
              <a:latin typeface="Times New Roman" panose="02020503050405090304" pitchFamily="18" charset="0"/>
              <a:ea typeface="宋体" pitchFamily="2" charset="-122"/>
              <a:cs typeface="+mn-cs"/>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64AE1A3A-D41F-482F-8841-9B87AC8A6907}" type="slidenum">
              <a:rPr lang="en-US" altLang="zh-CN" smtClean="0"/>
            </a:fld>
            <a:endParaRPr lang="en-US"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幻灯片图像占位符 1"/>
          <p:cNvSpPr>
            <a:spLocks noGrp="1" noRot="1" noChangeAspect="1" noChangeArrowheads="1" noTextEdit="1"/>
          </p:cNvSpPr>
          <p:nvPr>
            <p:ph type="sldImg"/>
          </p:nvPr>
        </p:nvSpPr>
        <p:spPr/>
      </p:sp>
      <p:sp>
        <p:nvSpPr>
          <p:cNvPr id="114691"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14692"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Verdana" panose="020B0804030504040204" pitchFamily="34" charset="0"/>
                <a:ea typeface="宋体" pitchFamily="2" charset="-122"/>
              </a:defRPr>
            </a:lvl1pPr>
            <a:lvl2pPr marL="742950" indent="-285750">
              <a:defRPr kumimoji="1" sz="2400">
                <a:solidFill>
                  <a:schemeClr val="tx1"/>
                </a:solidFill>
                <a:latin typeface="Verdana" panose="020B0804030504040204" pitchFamily="34" charset="0"/>
                <a:ea typeface="宋体" pitchFamily="2" charset="-122"/>
              </a:defRPr>
            </a:lvl2pPr>
            <a:lvl3pPr marL="1143000" indent="-228600">
              <a:defRPr kumimoji="1" sz="2400">
                <a:solidFill>
                  <a:schemeClr val="tx1"/>
                </a:solidFill>
                <a:latin typeface="Verdana" panose="020B0804030504040204" pitchFamily="34" charset="0"/>
                <a:ea typeface="宋体" pitchFamily="2" charset="-122"/>
              </a:defRPr>
            </a:lvl3pPr>
            <a:lvl4pPr marL="1600200" indent="-228600">
              <a:defRPr kumimoji="1" sz="2400">
                <a:solidFill>
                  <a:schemeClr val="tx1"/>
                </a:solidFill>
                <a:latin typeface="Verdana" panose="020B0804030504040204" pitchFamily="34" charset="0"/>
                <a:ea typeface="宋体" pitchFamily="2" charset="-122"/>
              </a:defRPr>
            </a:lvl4pPr>
            <a:lvl5pPr marL="2057400" indent="-228600">
              <a:defRPr kumimoji="1" sz="2400">
                <a:solidFill>
                  <a:schemeClr val="tx1"/>
                </a:solidFill>
                <a:latin typeface="Verdana" panose="020B0804030504040204"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Verdana" panose="020B0804030504040204"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Verdana" panose="020B0804030504040204"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Verdana" panose="020B0804030504040204"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Verdana" panose="020B0804030504040204" pitchFamily="34" charset="0"/>
                <a:ea typeface="宋体"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9CE1028B-8B65-449D-AC6A-9E57D51AC861}" type="slidenum">
              <a:rPr kumimoji="1" lang="zh-CN" altLang="en-US" sz="1200" b="0" i="0" u="none" strike="noStrike" kern="1200" cap="none" spc="0" normalizeH="0" baseline="0" noProof="0" smtClean="0">
                <a:ln>
                  <a:noFill/>
                </a:ln>
                <a:solidFill>
                  <a:srgbClr val="000000"/>
                </a:solidFill>
                <a:effectLst/>
                <a:uLnTx/>
                <a:uFillTx/>
                <a:latin typeface="Times New Roman" panose="02020503050405090304" pitchFamily="18" charset="0"/>
                <a:ea typeface="宋体" pitchFamily="2" charset="-122"/>
                <a:cs typeface="+mn-cs"/>
              </a:rPr>
            </a:fld>
            <a:endParaRPr kumimoji="1" lang="zh-CN" altLang="en-US" sz="1200" b="0" i="0" u="none" strike="noStrike" kern="1200" cap="none" spc="0" normalizeH="0" baseline="0" noProof="0">
              <a:ln>
                <a:noFill/>
              </a:ln>
              <a:solidFill>
                <a:srgbClr val="000000"/>
              </a:solidFill>
              <a:effectLst/>
              <a:uLnTx/>
              <a:uFillTx/>
              <a:latin typeface="Times New Roman" panose="02020503050405090304" pitchFamily="18" charset="0"/>
              <a:ea typeface="宋体" pitchFamily="2" charset="-122"/>
              <a:cs typeface="+mn-cs"/>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64AE1A3A-D41F-482F-8841-9B87AC8A6907}" type="slidenum">
              <a:rPr lang="en-US" altLang="zh-CN" smtClean="0"/>
            </a:fld>
            <a:endParaRPr lang="en-US" alt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64AE1A3A-D41F-482F-8841-9B87AC8A6907}" type="slidenum">
              <a:rPr lang="en-US" altLang="zh-CN" smtClean="0"/>
            </a:fld>
            <a:endParaRPr lang="en-US" altLang="zh-C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64AE1A3A-D41F-482F-8841-9B87AC8A6907}" type="slidenum">
              <a:rPr lang="en-US" altLang="zh-CN" smtClean="0"/>
            </a:fld>
            <a:endParaRPr lang="en-US" altLang="zh-C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768350" rtl="0" eaLnBrk="1" fontAlgn="auto" latinLnBrk="0" hangingPunct="1">
              <a:lnSpc>
                <a:spcPct val="100000"/>
              </a:lnSpc>
              <a:spcBef>
                <a:spcPts val="0"/>
              </a:spcBef>
              <a:spcAft>
                <a:spcPts val="0"/>
              </a:spcAft>
              <a:buClrTx/>
              <a:buSzTx/>
              <a:buFontTx/>
              <a:buNone/>
              <a:defRPr/>
            </a:pPr>
            <a:r>
              <a:rPr lang="zh-CN" altLang="en-US" dirty="0"/>
              <a:t>数据库系统中的并发是指允许多个事务同时访问数据库。</a:t>
            </a:r>
            <a:r>
              <a:rPr lang="en-US" altLang="zh-CN" dirty="0"/>
              <a:t>DBMS</a:t>
            </a:r>
            <a:r>
              <a:rPr lang="zh-CN" altLang="en-US" dirty="0"/>
              <a:t>对这些并发事务的操作如果不加控制的话，可能导致各种并发错误，但是并发控制本身又会带来另外一个问题，就是降低系统的并发度，而很多应用对于数据库的并发处理能力有很高的要求。以互联网为例，中国的互联网应用发展迅猛，根据</a:t>
            </a:r>
            <a:r>
              <a:rPr kumimoji="1" lang="en-US" altLang="zh-CN" sz="1200" b="0" i="0" kern="1200" dirty="0">
                <a:solidFill>
                  <a:schemeClr val="tx1"/>
                </a:solidFill>
                <a:effectLst/>
                <a:latin typeface="Times New Roman" panose="02020503050405090304" pitchFamily="18" charset="0"/>
                <a:ea typeface="宋体" pitchFamily="2" charset="-122"/>
                <a:cs typeface="+mn-cs"/>
              </a:rPr>
              <a:t>《</a:t>
            </a:r>
            <a:r>
              <a:rPr kumimoji="1" lang="zh-CN" altLang="en-US" sz="1200" b="0" i="0" kern="1200" dirty="0">
                <a:solidFill>
                  <a:schemeClr val="tx1"/>
                </a:solidFill>
                <a:effectLst/>
                <a:latin typeface="Times New Roman" panose="02020503050405090304" pitchFamily="18" charset="0"/>
                <a:ea typeface="宋体" pitchFamily="2" charset="-122"/>
                <a:cs typeface="+mn-cs"/>
              </a:rPr>
              <a:t>世界互联网发展报告</a:t>
            </a:r>
            <a:r>
              <a:rPr kumimoji="1" lang="en-US" altLang="zh-CN" sz="1200" b="0" i="0" kern="1200" dirty="0">
                <a:solidFill>
                  <a:schemeClr val="tx1"/>
                </a:solidFill>
                <a:effectLst/>
                <a:latin typeface="Times New Roman" panose="02020503050405090304" pitchFamily="18" charset="0"/>
                <a:ea typeface="宋体" pitchFamily="2" charset="-122"/>
                <a:cs typeface="+mn-cs"/>
              </a:rPr>
              <a:t>2020》</a:t>
            </a:r>
            <a:r>
              <a:rPr kumimoji="1" lang="zh-CN" altLang="en-US" sz="1200" b="0" i="0" kern="1200" dirty="0">
                <a:solidFill>
                  <a:schemeClr val="tx1"/>
                </a:solidFill>
                <a:effectLst/>
                <a:latin typeface="Times New Roman" panose="02020503050405090304" pitchFamily="18" charset="0"/>
                <a:ea typeface="宋体" pitchFamily="2" charset="-122"/>
                <a:cs typeface="+mn-cs"/>
              </a:rPr>
              <a:t>的统计数据，中国的互联网水平仅次于美国，在世界互联网发展指数中排名第二位。大规模的</a:t>
            </a:r>
            <a:r>
              <a:rPr lang="zh-CN" altLang="en-US" dirty="0"/>
              <a:t>网民数量和高度的互联网普及率对我国的互联网应用平台形成了极大的并发处理压力，也促进了我国</a:t>
            </a:r>
            <a:r>
              <a:rPr kumimoji="1" lang="zh-CN" altLang="en-US" sz="1200" b="0" i="0" kern="1200" dirty="0">
                <a:solidFill>
                  <a:schemeClr val="tx1"/>
                </a:solidFill>
                <a:effectLst/>
                <a:latin typeface="Times New Roman" panose="02020503050405090304" pitchFamily="18" charset="0"/>
                <a:ea typeface="宋体" pitchFamily="2" charset="-122"/>
                <a:cs typeface="+mn-cs"/>
              </a:rPr>
              <a:t>高流量高并发关键技术的发展。比如，</a:t>
            </a:r>
            <a:r>
              <a:rPr lang="zh-CN" altLang="en-US" dirty="0"/>
              <a:t>双十一期间的淘宝平台，每秒能够处理将近</a:t>
            </a:r>
            <a:r>
              <a:rPr lang="en-US" altLang="zh-CN" dirty="0"/>
              <a:t>50</a:t>
            </a:r>
            <a:r>
              <a:rPr lang="zh-CN" altLang="en-US" dirty="0"/>
              <a:t>万笔订单，春运期间的</a:t>
            </a:r>
            <a:r>
              <a:rPr lang="en-US" altLang="zh-CN" dirty="0"/>
              <a:t>12306</a:t>
            </a:r>
            <a:r>
              <a:rPr lang="zh-CN" altLang="en-US" dirty="0"/>
              <a:t>网站，每天可以卖一千多万张车票。</a:t>
            </a:r>
            <a:endParaRPr lang="zh-CN" altLang="en-US" dirty="0"/>
          </a:p>
          <a:p>
            <a:pPr marL="0" marR="0" indent="0" algn="l" defTabSz="768350" rtl="0" eaLnBrk="1" fontAlgn="auto" latinLnBrk="0" hangingPunct="1">
              <a:lnSpc>
                <a:spcPct val="100000"/>
              </a:lnSpc>
              <a:spcBef>
                <a:spcPts val="0"/>
              </a:spcBef>
              <a:spcAft>
                <a:spcPts val="0"/>
              </a:spcAft>
              <a:buClrTx/>
              <a:buSzTx/>
              <a:buFontTx/>
              <a:buNone/>
              <a:defRPr/>
            </a:pPr>
            <a:endParaRPr kumimoji="1" lang="en-US" altLang="zh-CN" sz="1200" b="0" i="0" kern="1200" dirty="0">
              <a:solidFill>
                <a:schemeClr val="tx1"/>
              </a:solidFill>
              <a:effectLst/>
              <a:latin typeface="Times New Roman" panose="02020503050405090304" pitchFamily="18" charset="0"/>
              <a:ea typeface="宋体" pitchFamily="2" charset="-122"/>
              <a:cs typeface="+mn-cs"/>
            </a:endParaRPr>
          </a:p>
          <a:p>
            <a:endParaRPr lang="zh-CN" altLang="en-US" dirty="0"/>
          </a:p>
        </p:txBody>
      </p:sp>
      <p:sp>
        <p:nvSpPr>
          <p:cNvPr id="4" name="灯片编号占位符 3"/>
          <p:cNvSpPr>
            <a:spLocks noGrp="1"/>
          </p:cNvSpPr>
          <p:nvPr>
            <p:ph type="sldNum" sz="quarter" idx="10"/>
          </p:nvPr>
        </p:nvSpPr>
        <p:spPr/>
        <p:txBody>
          <a:bodyPr/>
          <a:lstStyle/>
          <a:p>
            <a:pPr>
              <a:defRPr/>
            </a:pPr>
            <a:fld id="{64AE1A3A-D41F-482F-8841-9B87AC8A6907}" type="slidenum">
              <a:rPr lang="en-US" altLang="zh-CN" smtClean="0"/>
            </a:fld>
            <a:endParaRPr lang="en-US" altLang="zh-C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768350" rtl="0" eaLnBrk="1" fontAlgn="auto" latinLnBrk="0" hangingPunct="1">
              <a:lnSpc>
                <a:spcPct val="100000"/>
              </a:lnSpc>
              <a:spcBef>
                <a:spcPts val="0"/>
              </a:spcBef>
              <a:spcAft>
                <a:spcPts val="0"/>
              </a:spcAft>
              <a:buClrTx/>
              <a:buSzTx/>
              <a:buFontTx/>
              <a:buNone/>
              <a:defRPr/>
            </a:pPr>
            <a:endParaRPr kumimoji="1" lang="en-US" altLang="zh-CN" sz="1200" b="0" i="0" kern="1200" dirty="0">
              <a:solidFill>
                <a:schemeClr val="tx1"/>
              </a:solidFill>
              <a:effectLst/>
              <a:latin typeface="Times New Roman" panose="02020503050405090304" pitchFamily="18" charset="0"/>
              <a:ea typeface="宋体" pitchFamily="2" charset="-122"/>
              <a:cs typeface="+mn-cs"/>
            </a:endParaRPr>
          </a:p>
          <a:p>
            <a:pPr marL="0" marR="0" indent="0" algn="l" defTabSz="768350" rtl="0" eaLnBrk="1" fontAlgn="auto" latinLnBrk="0" hangingPunct="1">
              <a:lnSpc>
                <a:spcPct val="100000"/>
              </a:lnSpc>
              <a:spcBef>
                <a:spcPts val="0"/>
              </a:spcBef>
              <a:spcAft>
                <a:spcPts val="0"/>
              </a:spcAft>
              <a:buClrTx/>
              <a:buSzTx/>
              <a:buFontTx/>
              <a:buNone/>
              <a:defRPr/>
            </a:pPr>
            <a:r>
              <a:rPr kumimoji="1" lang="zh-CN" altLang="en-US" sz="1200" b="0" i="0" kern="1200" dirty="0">
                <a:solidFill>
                  <a:schemeClr val="tx1"/>
                </a:solidFill>
                <a:effectLst/>
                <a:latin typeface="Times New Roman" panose="02020503050405090304" pitchFamily="18" charset="0"/>
                <a:ea typeface="宋体" pitchFamily="2" charset="-122"/>
                <a:cs typeface="+mn-cs"/>
              </a:rPr>
              <a:t>比如，</a:t>
            </a:r>
            <a:r>
              <a:rPr kumimoji="1" lang="en-US" altLang="zh-CN" sz="1200" b="0" i="0" kern="1200" dirty="0">
                <a:solidFill>
                  <a:schemeClr val="tx1"/>
                </a:solidFill>
                <a:effectLst/>
                <a:latin typeface="Times New Roman" panose="02020503050405090304" pitchFamily="18" charset="0"/>
                <a:ea typeface="宋体" pitchFamily="2" charset="-122"/>
                <a:cs typeface="+mn-cs"/>
              </a:rPr>
              <a:t>12306</a:t>
            </a:r>
            <a:r>
              <a:rPr kumimoji="1" lang="zh-CN" altLang="en-US" sz="1200" b="0" i="0" kern="1200" dirty="0">
                <a:solidFill>
                  <a:schemeClr val="tx1"/>
                </a:solidFill>
                <a:effectLst/>
                <a:latin typeface="Times New Roman" panose="02020503050405090304" pitchFamily="18" charset="0"/>
                <a:ea typeface="宋体" pitchFamily="2" charset="-122"/>
                <a:cs typeface="+mn-cs"/>
              </a:rPr>
              <a:t>网站曾被认为是“全球最忙碌的网站”，在应对高并发访问处理方面，曾备受网民诟病。</a:t>
            </a:r>
            <a:r>
              <a:rPr kumimoji="1" lang="en-US" altLang="zh-CN" sz="1200" b="0" i="0" kern="1200" dirty="0">
                <a:solidFill>
                  <a:schemeClr val="tx1"/>
                </a:solidFill>
                <a:effectLst/>
                <a:latin typeface="Times New Roman" panose="02020503050405090304" pitchFamily="18" charset="0"/>
                <a:ea typeface="宋体" pitchFamily="2" charset="-122"/>
                <a:cs typeface="+mn-cs"/>
              </a:rPr>
              <a:t>12306</a:t>
            </a:r>
            <a:r>
              <a:rPr kumimoji="1" lang="zh-CN" altLang="en-US" sz="1200" b="0" i="0" kern="1200" dirty="0">
                <a:solidFill>
                  <a:schemeClr val="tx1"/>
                </a:solidFill>
                <a:effectLst/>
                <a:latin typeface="Times New Roman" panose="02020503050405090304" pitchFamily="18" charset="0"/>
                <a:ea typeface="宋体" pitchFamily="2" charset="-122"/>
                <a:cs typeface="+mn-cs"/>
              </a:rPr>
              <a:t>互联网售票系统在</a:t>
            </a:r>
            <a:r>
              <a:rPr kumimoji="1" lang="en-US" altLang="zh-CN" sz="1200" b="0" i="0" kern="1200" dirty="0">
                <a:solidFill>
                  <a:schemeClr val="tx1"/>
                </a:solidFill>
                <a:effectLst/>
                <a:latin typeface="Times New Roman" panose="02020503050405090304" pitchFamily="18" charset="0"/>
                <a:ea typeface="宋体" pitchFamily="2" charset="-122"/>
                <a:cs typeface="+mn-cs"/>
              </a:rPr>
              <a:t>2011</a:t>
            </a:r>
            <a:r>
              <a:rPr kumimoji="1" lang="zh-CN" altLang="en-US" sz="1200" b="0" i="0" kern="1200" dirty="0">
                <a:solidFill>
                  <a:schemeClr val="tx1"/>
                </a:solidFill>
                <a:effectLst/>
                <a:latin typeface="Times New Roman" panose="02020503050405090304" pitchFamily="18" charset="0"/>
                <a:ea typeface="宋体" pitchFamily="2" charset="-122"/>
                <a:cs typeface="+mn-cs"/>
              </a:rPr>
              <a:t>年下半年开始上线使用，但在</a:t>
            </a:r>
            <a:r>
              <a:rPr kumimoji="1" lang="en-US" altLang="zh-CN" sz="1200" b="0" i="0" kern="1200" dirty="0">
                <a:solidFill>
                  <a:schemeClr val="tx1"/>
                </a:solidFill>
                <a:effectLst/>
                <a:latin typeface="Times New Roman" panose="02020503050405090304" pitchFamily="18" charset="0"/>
                <a:ea typeface="宋体" pitchFamily="2" charset="-122"/>
                <a:cs typeface="+mn-cs"/>
              </a:rPr>
              <a:t>2012</a:t>
            </a:r>
            <a:r>
              <a:rPr kumimoji="1" lang="zh-CN" altLang="en-US" sz="1200" b="0" i="0" kern="1200" dirty="0">
                <a:solidFill>
                  <a:schemeClr val="tx1"/>
                </a:solidFill>
                <a:effectLst/>
                <a:latin typeface="Times New Roman" panose="02020503050405090304" pitchFamily="18" charset="0"/>
                <a:ea typeface="宋体" pitchFamily="2" charset="-122"/>
                <a:cs typeface="+mn-cs"/>
              </a:rPr>
              <a:t>年春运期间引发无数的争议。经过短短</a:t>
            </a:r>
            <a:r>
              <a:rPr kumimoji="1" lang="en-US" altLang="zh-CN" sz="1200" b="0" i="0" kern="1200" dirty="0">
                <a:solidFill>
                  <a:schemeClr val="tx1"/>
                </a:solidFill>
                <a:effectLst/>
                <a:latin typeface="Times New Roman" panose="02020503050405090304" pitchFamily="18" charset="0"/>
                <a:ea typeface="宋体" pitchFamily="2" charset="-122"/>
                <a:cs typeface="+mn-cs"/>
              </a:rPr>
              <a:t>3</a:t>
            </a:r>
            <a:r>
              <a:rPr kumimoji="1" lang="zh-CN" altLang="en-US" sz="1200" b="0" i="0" kern="1200" dirty="0">
                <a:solidFill>
                  <a:schemeClr val="tx1"/>
                </a:solidFill>
                <a:effectLst/>
                <a:latin typeface="Times New Roman" panose="02020503050405090304" pitchFamily="18" charset="0"/>
                <a:ea typeface="宋体" pitchFamily="2" charset="-122"/>
                <a:cs typeface="+mn-cs"/>
              </a:rPr>
              <a:t>年的演进，从</a:t>
            </a:r>
            <a:r>
              <a:rPr kumimoji="1" lang="en-US" altLang="zh-CN" sz="1200" b="0" i="0" kern="1200" dirty="0">
                <a:solidFill>
                  <a:schemeClr val="tx1"/>
                </a:solidFill>
                <a:effectLst/>
                <a:latin typeface="Times New Roman" panose="02020503050405090304" pitchFamily="18" charset="0"/>
                <a:ea typeface="宋体" pitchFamily="2" charset="-122"/>
                <a:cs typeface="+mn-cs"/>
              </a:rPr>
              <a:t>2012</a:t>
            </a:r>
            <a:r>
              <a:rPr kumimoji="1" lang="zh-CN" altLang="en-US" sz="1200" b="0" i="0" kern="1200" dirty="0">
                <a:solidFill>
                  <a:schemeClr val="tx1"/>
                </a:solidFill>
                <a:effectLst/>
                <a:latin typeface="Times New Roman" panose="02020503050405090304" pitchFamily="18" charset="0"/>
                <a:ea typeface="宋体" pitchFamily="2" charset="-122"/>
                <a:cs typeface="+mn-cs"/>
              </a:rPr>
              <a:t>年春运到</a:t>
            </a:r>
            <a:r>
              <a:rPr kumimoji="1" lang="en-US" altLang="zh-CN" sz="1200" b="0" i="0" kern="1200" dirty="0">
                <a:solidFill>
                  <a:schemeClr val="tx1"/>
                </a:solidFill>
                <a:effectLst/>
                <a:latin typeface="Times New Roman" panose="02020503050405090304" pitchFamily="18" charset="0"/>
                <a:ea typeface="宋体" pitchFamily="2" charset="-122"/>
                <a:cs typeface="+mn-cs"/>
              </a:rPr>
              <a:t>2015</a:t>
            </a:r>
            <a:r>
              <a:rPr kumimoji="1" lang="zh-CN" altLang="en-US" sz="1200" b="0" i="0" kern="1200" dirty="0">
                <a:solidFill>
                  <a:schemeClr val="tx1"/>
                </a:solidFill>
                <a:effectLst/>
                <a:latin typeface="Times New Roman" panose="02020503050405090304" pitchFamily="18" charset="0"/>
                <a:ea typeface="宋体" pitchFamily="2" charset="-122"/>
                <a:cs typeface="+mn-cs"/>
              </a:rPr>
              <a:t>年春运，</a:t>
            </a:r>
            <a:r>
              <a:rPr kumimoji="1" lang="en-US" altLang="zh-CN" sz="1200" b="0" i="0" kern="1200" dirty="0">
                <a:solidFill>
                  <a:schemeClr val="tx1"/>
                </a:solidFill>
                <a:effectLst/>
                <a:latin typeface="Times New Roman" panose="02020503050405090304" pitchFamily="18" charset="0"/>
                <a:ea typeface="宋体" pitchFamily="2" charset="-122"/>
                <a:cs typeface="+mn-cs"/>
              </a:rPr>
              <a:t>12306</a:t>
            </a:r>
            <a:r>
              <a:rPr kumimoji="1" lang="zh-CN" altLang="en-US" sz="1200" b="0" i="0" kern="1200" dirty="0">
                <a:solidFill>
                  <a:schemeClr val="tx1"/>
                </a:solidFill>
                <a:effectLst/>
                <a:latin typeface="Times New Roman" panose="02020503050405090304" pitchFamily="18" charset="0"/>
                <a:ea typeface="宋体" pitchFamily="2" charset="-122"/>
                <a:cs typeface="+mn-cs"/>
              </a:rPr>
              <a:t>网站从</a:t>
            </a:r>
            <a:r>
              <a:rPr kumimoji="1" lang="en-US" altLang="zh-CN" sz="1200" b="0" i="0" kern="1200" dirty="0">
                <a:solidFill>
                  <a:schemeClr val="tx1"/>
                </a:solidFill>
                <a:effectLst/>
                <a:latin typeface="Times New Roman" panose="02020503050405090304" pitchFamily="18" charset="0"/>
                <a:ea typeface="宋体" pitchFamily="2" charset="-122"/>
                <a:cs typeface="+mn-cs"/>
              </a:rPr>
              <a:t>10</a:t>
            </a:r>
            <a:r>
              <a:rPr kumimoji="1" lang="zh-CN" altLang="en-US" sz="1200" b="0" i="0" kern="1200" dirty="0">
                <a:solidFill>
                  <a:schemeClr val="tx1"/>
                </a:solidFill>
                <a:effectLst/>
                <a:latin typeface="Times New Roman" panose="02020503050405090304" pitchFamily="18" charset="0"/>
                <a:ea typeface="宋体" pitchFamily="2" charset="-122"/>
                <a:cs typeface="+mn-cs"/>
              </a:rPr>
              <a:t>亿的</a:t>
            </a:r>
            <a:r>
              <a:rPr kumimoji="1" lang="en-US" altLang="zh-CN" sz="1200" b="0" i="0" kern="1200" dirty="0">
                <a:solidFill>
                  <a:schemeClr val="tx1"/>
                </a:solidFill>
                <a:effectLst/>
                <a:latin typeface="Times New Roman" panose="02020503050405090304" pitchFamily="18" charset="0"/>
                <a:ea typeface="宋体" pitchFamily="2" charset="-122"/>
                <a:cs typeface="+mn-cs"/>
              </a:rPr>
              <a:t>PV(page views)</a:t>
            </a:r>
            <a:r>
              <a:rPr kumimoji="1" lang="zh-CN" altLang="en-US" sz="1200" b="0" i="0" kern="1200" dirty="0">
                <a:solidFill>
                  <a:schemeClr val="tx1"/>
                </a:solidFill>
                <a:effectLst/>
                <a:latin typeface="Times New Roman" panose="02020503050405090304" pitchFamily="18" charset="0"/>
                <a:ea typeface="宋体" pitchFamily="2" charset="-122"/>
                <a:cs typeface="+mn-cs"/>
              </a:rPr>
              <a:t>值增加到</a:t>
            </a:r>
            <a:r>
              <a:rPr kumimoji="1" lang="en-US" altLang="zh-CN" sz="1200" b="0" i="0" kern="1200" dirty="0">
                <a:solidFill>
                  <a:schemeClr val="tx1"/>
                </a:solidFill>
                <a:effectLst/>
                <a:latin typeface="Times New Roman" panose="02020503050405090304" pitchFamily="18" charset="0"/>
                <a:ea typeface="宋体" pitchFamily="2" charset="-122"/>
                <a:cs typeface="+mn-cs"/>
              </a:rPr>
              <a:t>297</a:t>
            </a:r>
            <a:r>
              <a:rPr kumimoji="1" lang="zh-CN" altLang="en-US" sz="1200" b="0" i="0" kern="1200" dirty="0">
                <a:solidFill>
                  <a:schemeClr val="tx1"/>
                </a:solidFill>
                <a:effectLst/>
                <a:latin typeface="Times New Roman" panose="02020503050405090304" pitchFamily="18" charset="0"/>
                <a:ea typeface="宋体" pitchFamily="2" charset="-122"/>
                <a:cs typeface="+mn-cs"/>
              </a:rPr>
              <a:t>亿</a:t>
            </a:r>
            <a:r>
              <a:rPr kumimoji="1" lang="en-US" altLang="zh-CN" sz="1200" b="0" i="0" kern="1200" dirty="0">
                <a:solidFill>
                  <a:schemeClr val="tx1"/>
                </a:solidFill>
                <a:effectLst/>
                <a:latin typeface="Times New Roman" panose="02020503050405090304" pitchFamily="18" charset="0"/>
                <a:ea typeface="宋体" pitchFamily="2" charset="-122"/>
                <a:cs typeface="+mn-cs"/>
              </a:rPr>
              <a:t>PV</a:t>
            </a:r>
            <a:r>
              <a:rPr kumimoji="1" lang="zh-CN" altLang="en-US" sz="1200" b="0" i="0" kern="1200" dirty="0">
                <a:solidFill>
                  <a:schemeClr val="tx1"/>
                </a:solidFill>
                <a:effectLst/>
                <a:latin typeface="Times New Roman" panose="02020503050405090304" pitchFamily="18" charset="0"/>
                <a:ea typeface="宋体" pitchFamily="2" charset="-122"/>
                <a:cs typeface="+mn-cs"/>
              </a:rPr>
              <a:t>值，</a:t>
            </a:r>
            <a:r>
              <a:rPr kumimoji="1" lang="en-US" altLang="zh-CN" sz="1200" b="0" i="0" kern="1200" dirty="0">
                <a:solidFill>
                  <a:schemeClr val="tx1"/>
                </a:solidFill>
                <a:effectLst/>
                <a:latin typeface="Times New Roman" panose="02020503050405090304" pitchFamily="18" charset="0"/>
                <a:ea typeface="宋体" pitchFamily="2" charset="-122"/>
                <a:cs typeface="+mn-cs"/>
              </a:rPr>
              <a:t>PV</a:t>
            </a:r>
            <a:r>
              <a:rPr kumimoji="1" lang="zh-CN" altLang="en-US" sz="1200" b="0" i="0" kern="1200" dirty="0">
                <a:solidFill>
                  <a:schemeClr val="tx1"/>
                </a:solidFill>
                <a:effectLst/>
                <a:latin typeface="Times New Roman" panose="02020503050405090304" pitchFamily="18" charset="0"/>
                <a:ea typeface="宋体" pitchFamily="2" charset="-122"/>
                <a:cs typeface="+mn-cs"/>
              </a:rPr>
              <a:t>值成长 </a:t>
            </a:r>
            <a:r>
              <a:rPr kumimoji="1" lang="en-US" altLang="zh-CN" sz="1200" b="0" i="0" kern="1200" dirty="0">
                <a:solidFill>
                  <a:schemeClr val="tx1"/>
                </a:solidFill>
                <a:effectLst/>
                <a:latin typeface="Times New Roman" panose="02020503050405090304" pitchFamily="18" charset="0"/>
                <a:ea typeface="宋体" pitchFamily="2" charset="-122"/>
                <a:cs typeface="+mn-cs"/>
              </a:rPr>
              <a:t>30</a:t>
            </a:r>
            <a:r>
              <a:rPr kumimoji="1" lang="zh-CN" altLang="en-US" sz="1200" b="0" i="0" kern="1200" dirty="0">
                <a:solidFill>
                  <a:schemeClr val="tx1"/>
                </a:solidFill>
                <a:effectLst/>
                <a:latin typeface="Times New Roman" panose="02020503050405090304" pitchFamily="18" charset="0"/>
                <a:ea typeface="宋体" pitchFamily="2" charset="-122"/>
                <a:cs typeface="+mn-cs"/>
              </a:rPr>
              <a:t>倍</a:t>
            </a:r>
            <a:r>
              <a:rPr kumimoji="1" lang="en-US" altLang="zh-CN" sz="1200" b="0" i="0" kern="1200" dirty="0">
                <a:solidFill>
                  <a:schemeClr val="tx1"/>
                </a:solidFill>
                <a:effectLst/>
                <a:latin typeface="Times New Roman" panose="02020503050405090304" pitchFamily="18" charset="0"/>
                <a:ea typeface="宋体" pitchFamily="2" charset="-122"/>
                <a:cs typeface="+mn-cs"/>
              </a:rPr>
              <a:t>;</a:t>
            </a:r>
            <a:r>
              <a:rPr kumimoji="1" lang="zh-CN" altLang="en-US" sz="1200" b="0" i="0" kern="1200" dirty="0">
                <a:solidFill>
                  <a:schemeClr val="tx1"/>
                </a:solidFill>
                <a:effectLst/>
                <a:latin typeface="Times New Roman" panose="02020503050405090304" pitchFamily="18" charset="0"/>
                <a:ea typeface="宋体" pitchFamily="2" charset="-122"/>
                <a:cs typeface="+mn-cs"/>
              </a:rPr>
              <a:t>网络带宽从 </a:t>
            </a:r>
            <a:r>
              <a:rPr kumimoji="1" lang="en-US" altLang="zh-CN" sz="1200" b="0" i="0" kern="1200" dirty="0">
                <a:solidFill>
                  <a:schemeClr val="tx1"/>
                </a:solidFill>
                <a:effectLst/>
                <a:latin typeface="Times New Roman" panose="02020503050405090304" pitchFamily="18" charset="0"/>
                <a:ea typeface="宋体" pitchFamily="2" charset="-122"/>
                <a:cs typeface="+mn-cs"/>
              </a:rPr>
              <a:t>1.5G</a:t>
            </a:r>
            <a:r>
              <a:rPr kumimoji="1" lang="zh-CN" altLang="en-US" sz="1200" b="0" i="0" kern="1200" dirty="0">
                <a:solidFill>
                  <a:schemeClr val="tx1"/>
                </a:solidFill>
                <a:effectLst/>
                <a:latin typeface="Times New Roman" panose="02020503050405090304" pitchFamily="18" charset="0"/>
                <a:ea typeface="宋体" pitchFamily="2" charset="-122"/>
                <a:cs typeface="+mn-cs"/>
              </a:rPr>
              <a:t>调整到</a:t>
            </a:r>
            <a:r>
              <a:rPr kumimoji="1" lang="en-US" altLang="zh-CN" sz="1200" b="0" i="0" kern="1200" dirty="0">
                <a:solidFill>
                  <a:schemeClr val="tx1"/>
                </a:solidFill>
                <a:effectLst/>
                <a:latin typeface="Times New Roman" panose="02020503050405090304" pitchFamily="18" charset="0"/>
                <a:ea typeface="宋体" pitchFamily="2" charset="-122"/>
                <a:cs typeface="+mn-cs"/>
              </a:rPr>
              <a:t>12G</a:t>
            </a:r>
            <a:r>
              <a:rPr kumimoji="1" lang="zh-CN" altLang="en-US" sz="1200" b="0" i="0" kern="1200" dirty="0">
                <a:solidFill>
                  <a:schemeClr val="tx1"/>
                </a:solidFill>
                <a:effectLst/>
                <a:latin typeface="Times New Roman" panose="02020503050405090304" pitchFamily="18" charset="0"/>
                <a:ea typeface="宋体" pitchFamily="2" charset="-122"/>
                <a:cs typeface="+mn-cs"/>
              </a:rPr>
              <a:t>，带宽成长</a:t>
            </a:r>
            <a:r>
              <a:rPr kumimoji="1" lang="en-US" altLang="zh-CN" sz="1200" b="0" i="0" kern="1200" dirty="0">
                <a:solidFill>
                  <a:schemeClr val="tx1"/>
                </a:solidFill>
                <a:effectLst/>
                <a:latin typeface="Times New Roman" panose="02020503050405090304" pitchFamily="18" charset="0"/>
                <a:ea typeface="宋体" pitchFamily="2" charset="-122"/>
                <a:cs typeface="+mn-cs"/>
              </a:rPr>
              <a:t>8</a:t>
            </a:r>
            <a:r>
              <a:rPr kumimoji="1" lang="zh-CN" altLang="en-US" sz="1200" b="0" i="0" kern="1200" dirty="0">
                <a:solidFill>
                  <a:schemeClr val="tx1"/>
                </a:solidFill>
                <a:effectLst/>
                <a:latin typeface="Times New Roman" panose="02020503050405090304" pitchFamily="18" charset="0"/>
                <a:ea typeface="宋体" pitchFamily="2" charset="-122"/>
                <a:cs typeface="+mn-cs"/>
              </a:rPr>
              <a:t>倍；而</a:t>
            </a:r>
            <a:r>
              <a:rPr kumimoji="1" lang="en-US" altLang="zh-CN" sz="1200" b="0" i="0" kern="1200" dirty="0">
                <a:solidFill>
                  <a:schemeClr val="tx1"/>
                </a:solidFill>
                <a:effectLst/>
                <a:latin typeface="Times New Roman" panose="02020503050405090304" pitchFamily="18" charset="0"/>
                <a:ea typeface="宋体" pitchFamily="2" charset="-122"/>
                <a:cs typeface="+mn-cs"/>
              </a:rPr>
              <a:t>12306</a:t>
            </a:r>
            <a:r>
              <a:rPr kumimoji="1" lang="zh-CN" altLang="en-US" sz="1200" b="0" i="0" kern="1200" dirty="0">
                <a:solidFill>
                  <a:schemeClr val="tx1"/>
                </a:solidFill>
                <a:effectLst/>
                <a:latin typeface="Times New Roman" panose="02020503050405090304" pitchFamily="18" charset="0"/>
                <a:ea typeface="宋体" pitchFamily="2" charset="-122"/>
                <a:cs typeface="+mn-cs"/>
              </a:rPr>
              <a:t>的售票量从</a:t>
            </a:r>
            <a:r>
              <a:rPr kumimoji="1" lang="en-US" altLang="zh-CN" sz="1200" b="0" i="0" kern="1200" dirty="0">
                <a:solidFill>
                  <a:schemeClr val="tx1"/>
                </a:solidFill>
                <a:effectLst/>
                <a:latin typeface="Times New Roman" panose="02020503050405090304" pitchFamily="18" charset="0"/>
                <a:ea typeface="宋体" pitchFamily="2" charset="-122"/>
                <a:cs typeface="+mn-cs"/>
              </a:rPr>
              <a:t>110</a:t>
            </a:r>
            <a:r>
              <a:rPr kumimoji="1" lang="zh-CN" altLang="en-US" sz="1200" b="0" i="0" kern="1200" dirty="0">
                <a:solidFill>
                  <a:schemeClr val="tx1"/>
                </a:solidFill>
                <a:effectLst/>
                <a:latin typeface="Times New Roman" panose="02020503050405090304" pitchFamily="18" charset="0"/>
                <a:ea typeface="宋体" pitchFamily="2" charset="-122"/>
                <a:cs typeface="+mn-cs"/>
              </a:rPr>
              <a:t>万增加到</a:t>
            </a:r>
            <a:r>
              <a:rPr kumimoji="1" lang="en-US" altLang="zh-CN" sz="1200" b="0" i="0" kern="1200" dirty="0">
                <a:solidFill>
                  <a:schemeClr val="tx1"/>
                </a:solidFill>
                <a:effectLst/>
                <a:latin typeface="Times New Roman" panose="02020503050405090304" pitchFamily="18" charset="0"/>
                <a:ea typeface="宋体" pitchFamily="2" charset="-122"/>
                <a:cs typeface="+mn-cs"/>
              </a:rPr>
              <a:t>564</a:t>
            </a:r>
            <a:r>
              <a:rPr kumimoji="1" lang="zh-CN" altLang="en-US" sz="1200" b="0" i="0" kern="1200" dirty="0">
                <a:solidFill>
                  <a:schemeClr val="tx1"/>
                </a:solidFill>
                <a:effectLst/>
                <a:latin typeface="Times New Roman" panose="02020503050405090304" pitchFamily="18" charset="0"/>
                <a:ea typeface="宋体" pitchFamily="2" charset="-122"/>
                <a:cs typeface="+mn-cs"/>
              </a:rPr>
              <a:t>万，成长</a:t>
            </a:r>
            <a:r>
              <a:rPr kumimoji="1" lang="en-US" altLang="zh-CN" sz="1200" b="0" i="0" kern="1200" dirty="0">
                <a:solidFill>
                  <a:schemeClr val="tx1"/>
                </a:solidFill>
                <a:effectLst/>
                <a:latin typeface="Times New Roman" panose="02020503050405090304" pitchFamily="18" charset="0"/>
                <a:ea typeface="宋体" pitchFamily="2" charset="-122"/>
                <a:cs typeface="+mn-cs"/>
              </a:rPr>
              <a:t>5</a:t>
            </a:r>
            <a:r>
              <a:rPr kumimoji="1" lang="zh-CN" altLang="en-US" sz="1200" b="0" i="0" kern="1200" dirty="0">
                <a:solidFill>
                  <a:schemeClr val="tx1"/>
                </a:solidFill>
                <a:effectLst/>
                <a:latin typeface="Times New Roman" panose="02020503050405090304" pitchFamily="18" charset="0"/>
                <a:ea typeface="宋体" pitchFamily="2" charset="-122"/>
                <a:cs typeface="+mn-cs"/>
              </a:rPr>
              <a:t>倍。出票处理能力从每秒</a:t>
            </a:r>
            <a:r>
              <a:rPr kumimoji="1" lang="en-US" altLang="zh-CN" sz="1200" b="0" i="0" kern="1200" dirty="0">
                <a:solidFill>
                  <a:schemeClr val="tx1"/>
                </a:solidFill>
                <a:effectLst/>
                <a:latin typeface="Times New Roman" panose="02020503050405090304" pitchFamily="18" charset="0"/>
                <a:ea typeface="宋体" pitchFamily="2" charset="-122"/>
                <a:cs typeface="+mn-cs"/>
              </a:rPr>
              <a:t>200</a:t>
            </a:r>
            <a:r>
              <a:rPr kumimoji="1" lang="zh-CN" altLang="en-US" sz="1200" b="0" i="0" kern="1200" dirty="0">
                <a:solidFill>
                  <a:schemeClr val="tx1"/>
                </a:solidFill>
                <a:effectLst/>
                <a:latin typeface="Times New Roman" panose="02020503050405090304" pitchFamily="18" charset="0"/>
                <a:ea typeface="宋体" pitchFamily="2" charset="-122"/>
                <a:cs typeface="+mn-cs"/>
              </a:rPr>
              <a:t>张提升到每秒</a:t>
            </a:r>
            <a:r>
              <a:rPr kumimoji="1" lang="en-US" altLang="zh-CN" sz="1200" b="0" i="0" kern="1200" dirty="0">
                <a:solidFill>
                  <a:schemeClr val="tx1"/>
                </a:solidFill>
                <a:effectLst/>
                <a:latin typeface="Times New Roman" panose="02020503050405090304" pitchFamily="18" charset="0"/>
                <a:ea typeface="宋体" pitchFamily="2" charset="-122"/>
                <a:cs typeface="+mn-cs"/>
              </a:rPr>
              <a:t>1032</a:t>
            </a:r>
            <a:r>
              <a:rPr kumimoji="1" lang="zh-CN" altLang="en-US" sz="1200" b="0" i="0" kern="1200" dirty="0">
                <a:solidFill>
                  <a:schemeClr val="tx1"/>
                </a:solidFill>
                <a:effectLst/>
                <a:latin typeface="Times New Roman" panose="02020503050405090304" pitchFamily="18" charset="0"/>
                <a:ea typeface="宋体" pitchFamily="2" charset="-122"/>
                <a:cs typeface="+mn-cs"/>
              </a:rPr>
              <a:t>张，也是</a:t>
            </a:r>
            <a:r>
              <a:rPr kumimoji="1" lang="en-US" altLang="zh-CN" sz="1200" b="0" i="0" kern="1200" dirty="0">
                <a:solidFill>
                  <a:schemeClr val="tx1"/>
                </a:solidFill>
                <a:effectLst/>
                <a:latin typeface="Times New Roman" panose="02020503050405090304" pitchFamily="18" charset="0"/>
                <a:ea typeface="宋体" pitchFamily="2" charset="-122"/>
                <a:cs typeface="+mn-cs"/>
              </a:rPr>
              <a:t>5</a:t>
            </a:r>
            <a:r>
              <a:rPr kumimoji="1" lang="zh-CN" altLang="en-US" sz="1200" b="0" i="0" kern="1200" dirty="0">
                <a:solidFill>
                  <a:schemeClr val="tx1"/>
                </a:solidFill>
                <a:effectLst/>
                <a:latin typeface="Times New Roman" panose="02020503050405090304" pitchFamily="18" charset="0"/>
                <a:ea typeface="宋体" pitchFamily="2" charset="-122"/>
                <a:cs typeface="+mn-cs"/>
              </a:rPr>
              <a:t>倍的成长。</a:t>
            </a:r>
            <a:r>
              <a:rPr lang="zh-CN" altLang="en-US" dirty="0"/>
              <a:t>在这个过程中，</a:t>
            </a:r>
            <a:r>
              <a:rPr kumimoji="1" lang="en-US" altLang="zh-CN" sz="1200" b="0" i="0" kern="1200" dirty="0">
                <a:solidFill>
                  <a:schemeClr val="tx1"/>
                </a:solidFill>
                <a:effectLst/>
                <a:latin typeface="Times New Roman" panose="02020503050405090304" pitchFamily="18" charset="0"/>
                <a:ea typeface="宋体" pitchFamily="2" charset="-122"/>
                <a:cs typeface="+mn-cs"/>
              </a:rPr>
              <a:t>12306</a:t>
            </a:r>
            <a:r>
              <a:rPr kumimoji="1" lang="zh-CN" altLang="en-US" sz="1200" b="0" i="0" kern="1200" dirty="0">
                <a:solidFill>
                  <a:schemeClr val="tx1"/>
                </a:solidFill>
                <a:effectLst/>
                <a:latin typeface="Times New Roman" panose="02020503050405090304" pitchFamily="18" charset="0"/>
                <a:ea typeface="宋体" pitchFamily="2" charset="-122"/>
                <a:cs typeface="+mn-cs"/>
              </a:rPr>
              <a:t>网站经历了多个阶段的改进，解决数据库的并发瓶颈问题就是其中非常重要的一环。因此，在本章的学习中，理解数据库的并发控制原理，对于提升高并发环境下的应用性能具有重要的现实意义。</a:t>
            </a:r>
            <a:endParaRPr kumimoji="1" lang="en-US" altLang="zh-CN" sz="1200" b="0" i="0" kern="1200" dirty="0">
              <a:solidFill>
                <a:schemeClr val="tx1"/>
              </a:solidFill>
              <a:effectLst/>
              <a:latin typeface="Times New Roman" panose="02020503050405090304" pitchFamily="18" charset="0"/>
              <a:ea typeface="宋体" pitchFamily="2" charset="-122"/>
              <a:cs typeface="+mn-cs"/>
            </a:endParaRPr>
          </a:p>
          <a:p>
            <a:endParaRPr lang="zh-CN" altLang="en-US" dirty="0"/>
          </a:p>
        </p:txBody>
      </p:sp>
      <p:sp>
        <p:nvSpPr>
          <p:cNvPr id="4" name="灯片编号占位符 3"/>
          <p:cNvSpPr>
            <a:spLocks noGrp="1"/>
          </p:cNvSpPr>
          <p:nvPr>
            <p:ph type="sldNum" sz="quarter" idx="10"/>
          </p:nvPr>
        </p:nvSpPr>
        <p:spPr/>
        <p:txBody>
          <a:bodyPr/>
          <a:lstStyle/>
          <a:p>
            <a:pPr>
              <a:defRPr/>
            </a:pPr>
            <a:fld id="{64AE1A3A-D41F-482F-8841-9B87AC8A6907}" type="slidenum">
              <a:rPr lang="en-US" altLang="zh-CN" smtClean="0"/>
            </a:fld>
            <a:endParaRPr lang="en-US" altLang="zh-CN"/>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themeOverride" Target="../theme/themeOverride1.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themeOverride" Target="../theme/themeOverride2.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themeOverride" Target="../theme/themeOverride3.xml"/><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themeOverride" Target="../theme/themeOverride4.xml"/><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themeOverride" Target="../theme/themeOverride5.xml"/><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2" Type="http://schemas.openxmlformats.org/officeDocument/2006/relationships/themeOverride" Target="../theme/themeOverride6.xml"/><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3" Type="http://schemas.openxmlformats.org/officeDocument/2006/relationships/themeOverride" Target="../theme/themeOverride7.xml"/><Relationship Id="rId2" Type="http://schemas.openxmlformats.org/officeDocument/2006/relationships/image" Target="../media/image2.jpeg"/><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3" Type="http://schemas.openxmlformats.org/officeDocument/2006/relationships/themeOverride" Target="../theme/themeOverride8.xml"/><Relationship Id="rId2" Type="http://schemas.openxmlformats.org/officeDocument/2006/relationships/image" Target="../media/image2.jpeg"/><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3" Type="http://schemas.openxmlformats.org/officeDocument/2006/relationships/themeOverride" Target="../theme/themeOverride9.xml"/><Relationship Id="rId2" Type="http://schemas.openxmlformats.org/officeDocument/2006/relationships/image" Target="../media/image2.jpeg"/><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3" Type="http://schemas.openxmlformats.org/officeDocument/2006/relationships/themeOverride" Target="../theme/themeOverride10.xml"/><Relationship Id="rId2" Type="http://schemas.openxmlformats.org/officeDocument/2006/relationships/image" Target="../media/image2.jpeg"/><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bg>
      <p:bgRef idx="1002">
        <a:schemeClr val="bg2"/>
      </p:bgRef>
    </p:bg>
    <p:spTree>
      <p:nvGrpSpPr>
        <p:cNvPr id="1" name=""/>
        <p:cNvGrpSpPr/>
        <p:nvPr/>
      </p:nvGrpSpPr>
      <p:grpSpPr>
        <a:xfrm>
          <a:off x="0" y="0"/>
          <a:ext cx="0" cy="0"/>
          <a:chOff x="0" y="0"/>
          <a:chExt cx="0" cy="0"/>
        </a:xfrm>
      </p:grpSpPr>
      <p:sp>
        <p:nvSpPr>
          <p:cNvPr id="9" name="标题 8"/>
          <p:cNvSpPr>
            <a:spLocks noGrp="1"/>
          </p:cNvSpPr>
          <p:nvPr>
            <p:ph type="ctrTitle"/>
          </p:nvPr>
        </p:nvSpPr>
        <p:spPr>
          <a:xfrm>
            <a:off x="533400" y="1371600"/>
            <a:ext cx="7851648" cy="1828800"/>
          </a:xfrm>
          <a:ln>
            <a:noFill/>
          </a:ln>
        </p:spPr>
        <p:txBody>
          <a:bodyPr tIns="0" rIns="18288">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lang="zh-CN" altLang="en-US"/>
              <a:t>单击此处编辑母版标题样式</a:t>
            </a:r>
            <a:endParaRPr lang="en-US"/>
          </a:p>
        </p:txBody>
      </p:sp>
      <p:sp>
        <p:nvSpPr>
          <p:cNvPr id="17" name="副标题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zh-CN" altLang="en-US"/>
              <a:t>单击此处编辑母版副标题样式</a:t>
            </a:r>
            <a:endParaRPr lang="en-US"/>
          </a:p>
        </p:txBody>
      </p:sp>
      <p:sp>
        <p:nvSpPr>
          <p:cNvPr id="4" name="日期占位符 29"/>
          <p:cNvSpPr>
            <a:spLocks noGrp="1"/>
          </p:cNvSpPr>
          <p:nvPr>
            <p:ph type="dt" sz="half" idx="10"/>
          </p:nvPr>
        </p:nvSpPr>
        <p:spPr/>
        <p:txBody>
          <a:bodyPr/>
          <a:lstStyle>
            <a:lvl1pPr>
              <a:defRPr/>
            </a:lvl1pPr>
          </a:lstStyle>
          <a:p>
            <a:pPr>
              <a:defRPr/>
            </a:pPr>
            <a:endParaRPr lang="en-US" altLang="zh-CN"/>
          </a:p>
        </p:txBody>
      </p:sp>
      <p:sp>
        <p:nvSpPr>
          <p:cNvPr id="5" name="页脚占位符 18"/>
          <p:cNvSpPr>
            <a:spLocks noGrp="1"/>
          </p:cNvSpPr>
          <p:nvPr>
            <p:ph type="ftr" sz="quarter" idx="11"/>
          </p:nvPr>
        </p:nvSpPr>
        <p:spPr/>
        <p:txBody>
          <a:bodyPr/>
          <a:lstStyle>
            <a:lvl1pPr>
              <a:defRPr/>
            </a:lvl1pPr>
          </a:lstStyle>
          <a:p>
            <a:pPr>
              <a:defRPr/>
            </a:pPr>
            <a:endParaRPr lang="en-US" altLang="zh-CN"/>
          </a:p>
        </p:txBody>
      </p:sp>
      <p:sp>
        <p:nvSpPr>
          <p:cNvPr id="6" name="灯片编号占位符 26"/>
          <p:cNvSpPr>
            <a:spLocks noGrp="1"/>
          </p:cNvSpPr>
          <p:nvPr>
            <p:ph type="sldNum" sz="quarter" idx="12"/>
          </p:nvPr>
        </p:nvSpPr>
        <p:spPr/>
        <p:txBody>
          <a:bodyPr/>
          <a:lstStyle>
            <a:lvl1pPr>
              <a:defRPr/>
            </a:lvl1pPr>
          </a:lstStyle>
          <a:p>
            <a:pPr>
              <a:defRPr/>
            </a:pPr>
            <a:fld id="{AF9033BD-87BC-4910-B134-454B253CD611}" type="slidenum">
              <a:rPr lang="en-US" altLang="zh-CN"/>
            </a:fld>
            <a:endParaRPr lang="en-US" altLang="zh-CN"/>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a:p>
        </p:txBody>
      </p:sp>
      <p:sp>
        <p:nvSpPr>
          <p:cNvPr id="4" name="日期占位符 9"/>
          <p:cNvSpPr>
            <a:spLocks noGrp="1"/>
          </p:cNvSpPr>
          <p:nvPr>
            <p:ph type="dt" sz="half" idx="10"/>
          </p:nvPr>
        </p:nvSpPr>
        <p:spPr/>
        <p:txBody>
          <a:bodyPr/>
          <a:lstStyle>
            <a:lvl1pPr>
              <a:defRPr/>
            </a:lvl1pPr>
          </a:lstStyle>
          <a:p>
            <a:pPr>
              <a:defRPr/>
            </a:pPr>
            <a:endParaRPr lang="en-US" altLang="zh-CN"/>
          </a:p>
        </p:txBody>
      </p:sp>
      <p:sp>
        <p:nvSpPr>
          <p:cNvPr id="5" name="页脚占位符 21"/>
          <p:cNvSpPr>
            <a:spLocks noGrp="1"/>
          </p:cNvSpPr>
          <p:nvPr>
            <p:ph type="ftr" sz="quarter" idx="11"/>
          </p:nvPr>
        </p:nvSpPr>
        <p:spPr/>
        <p:txBody>
          <a:bodyPr/>
          <a:lstStyle>
            <a:lvl1pPr>
              <a:defRPr/>
            </a:lvl1pPr>
          </a:lstStyle>
          <a:p>
            <a:pPr>
              <a:defRPr/>
            </a:pPr>
            <a:endParaRPr lang="en-US" altLang="zh-CN"/>
          </a:p>
        </p:txBody>
      </p:sp>
      <p:sp>
        <p:nvSpPr>
          <p:cNvPr id="6" name="灯片编号占位符 17"/>
          <p:cNvSpPr>
            <a:spLocks noGrp="1"/>
          </p:cNvSpPr>
          <p:nvPr>
            <p:ph type="sldNum" sz="quarter" idx="12"/>
          </p:nvPr>
        </p:nvSpPr>
        <p:spPr/>
        <p:txBody>
          <a:bodyPr/>
          <a:lstStyle>
            <a:lvl1pPr>
              <a:defRPr/>
            </a:lvl1pPr>
          </a:lstStyle>
          <a:p>
            <a:pPr>
              <a:defRPr/>
            </a:pPr>
            <a:fld id="{DB31CC20-AC6A-4522-9705-16B59AF9AF95}" type="slidenum">
              <a:rPr lang="en-US" altLang="zh-CN"/>
            </a:fld>
            <a:endParaRPr lang="en-US" altLang="zh-CN"/>
          </a:p>
        </p:txBody>
      </p:sp>
      <p:sp>
        <p:nvSpPr>
          <p:cNvPr id="7" name="TextBox 6"/>
          <p:cNvSpPr txBox="1"/>
          <p:nvPr userDrawn="1"/>
        </p:nvSpPr>
        <p:spPr>
          <a:xfrm>
            <a:off x="5438755" y="0"/>
            <a:ext cx="3705245" cy="461665"/>
          </a:xfrm>
          <a:prstGeom prst="rect">
            <a:avLst/>
          </a:prstGeom>
          <a:noFill/>
        </p:spPr>
        <p:txBody>
          <a:bodyPr wrap="none" rtlCol="0">
            <a:spAutoFit/>
          </a:bodyPr>
          <a:lstStyle>
            <a:defPPr>
              <a:defRPr lang="zh-CN"/>
            </a:defPPr>
            <a:lvl1pPr algn="l" rtl="0" fontAlgn="base">
              <a:spcBef>
                <a:spcPct val="0"/>
              </a:spcBef>
              <a:spcAft>
                <a:spcPct val="0"/>
              </a:spcAft>
              <a:defRPr kumimoji="1" sz="2400" kern="1200">
                <a:solidFill>
                  <a:schemeClr val="tx1"/>
                </a:solidFill>
                <a:latin typeface="Verdana" panose="020B0804030504040204" pitchFamily="34" charset="0"/>
                <a:ea typeface="宋体" pitchFamily="2" charset="-122"/>
                <a:cs typeface="+mn-cs"/>
              </a:defRPr>
            </a:lvl1pPr>
            <a:lvl2pPr marL="457200" algn="l" rtl="0" fontAlgn="base">
              <a:spcBef>
                <a:spcPct val="0"/>
              </a:spcBef>
              <a:spcAft>
                <a:spcPct val="0"/>
              </a:spcAft>
              <a:defRPr kumimoji="1" sz="2400" kern="1200">
                <a:solidFill>
                  <a:schemeClr val="tx1"/>
                </a:solidFill>
                <a:latin typeface="Verdana" panose="020B0804030504040204" pitchFamily="34" charset="0"/>
                <a:ea typeface="宋体" pitchFamily="2" charset="-122"/>
                <a:cs typeface="+mn-cs"/>
              </a:defRPr>
            </a:lvl2pPr>
            <a:lvl3pPr marL="914400" algn="l" rtl="0" fontAlgn="base">
              <a:spcBef>
                <a:spcPct val="0"/>
              </a:spcBef>
              <a:spcAft>
                <a:spcPct val="0"/>
              </a:spcAft>
              <a:defRPr kumimoji="1" sz="2400" kern="1200">
                <a:solidFill>
                  <a:schemeClr val="tx1"/>
                </a:solidFill>
                <a:latin typeface="Verdana" panose="020B0804030504040204" pitchFamily="34" charset="0"/>
                <a:ea typeface="宋体" pitchFamily="2" charset="-122"/>
                <a:cs typeface="+mn-cs"/>
              </a:defRPr>
            </a:lvl3pPr>
            <a:lvl4pPr marL="1371600" algn="l" rtl="0" fontAlgn="base">
              <a:spcBef>
                <a:spcPct val="0"/>
              </a:spcBef>
              <a:spcAft>
                <a:spcPct val="0"/>
              </a:spcAft>
              <a:defRPr kumimoji="1" sz="2400" kern="1200">
                <a:solidFill>
                  <a:schemeClr val="tx1"/>
                </a:solidFill>
                <a:latin typeface="Verdana" panose="020B0804030504040204" pitchFamily="34" charset="0"/>
                <a:ea typeface="宋体" pitchFamily="2" charset="-122"/>
                <a:cs typeface="+mn-cs"/>
              </a:defRPr>
            </a:lvl4pPr>
            <a:lvl5pPr marL="1828800" algn="l" rtl="0" fontAlgn="base">
              <a:spcBef>
                <a:spcPct val="0"/>
              </a:spcBef>
              <a:spcAft>
                <a:spcPct val="0"/>
              </a:spcAft>
              <a:defRPr kumimoji="1" sz="2400" kern="1200">
                <a:solidFill>
                  <a:schemeClr val="tx1"/>
                </a:solidFill>
                <a:latin typeface="Verdana" panose="020B0804030504040204" pitchFamily="34" charset="0"/>
                <a:ea typeface="宋体" pitchFamily="2" charset="-122"/>
                <a:cs typeface="+mn-cs"/>
              </a:defRPr>
            </a:lvl5pPr>
            <a:lvl6pPr marL="2286000" algn="l" defTabSz="914400" rtl="0" eaLnBrk="1" latinLnBrk="0" hangingPunct="1">
              <a:defRPr kumimoji="1" sz="2400" kern="1200">
                <a:solidFill>
                  <a:schemeClr val="tx1"/>
                </a:solidFill>
                <a:latin typeface="Verdana" panose="020B0804030504040204" pitchFamily="34" charset="0"/>
                <a:ea typeface="宋体" pitchFamily="2" charset="-122"/>
                <a:cs typeface="+mn-cs"/>
              </a:defRPr>
            </a:lvl6pPr>
            <a:lvl7pPr marL="2743200" algn="l" defTabSz="914400" rtl="0" eaLnBrk="1" latinLnBrk="0" hangingPunct="1">
              <a:defRPr kumimoji="1" sz="2400" kern="1200">
                <a:solidFill>
                  <a:schemeClr val="tx1"/>
                </a:solidFill>
                <a:latin typeface="Verdana" panose="020B0804030504040204" pitchFamily="34" charset="0"/>
                <a:ea typeface="宋体" pitchFamily="2" charset="-122"/>
                <a:cs typeface="+mn-cs"/>
              </a:defRPr>
            </a:lvl7pPr>
            <a:lvl8pPr marL="3200400" algn="l" defTabSz="914400" rtl="0" eaLnBrk="1" latinLnBrk="0" hangingPunct="1">
              <a:defRPr kumimoji="1" sz="2400" kern="1200">
                <a:solidFill>
                  <a:schemeClr val="tx1"/>
                </a:solidFill>
                <a:latin typeface="Verdana" panose="020B0804030504040204" pitchFamily="34" charset="0"/>
                <a:ea typeface="宋体" pitchFamily="2" charset="-122"/>
                <a:cs typeface="+mn-cs"/>
              </a:defRPr>
            </a:lvl8pPr>
            <a:lvl9pPr marL="3657600" algn="l" defTabSz="914400" rtl="0" eaLnBrk="1" latinLnBrk="0" hangingPunct="1">
              <a:defRPr kumimoji="1" sz="2400" kern="1200">
                <a:solidFill>
                  <a:schemeClr val="tx1"/>
                </a:solidFill>
                <a:latin typeface="Verdana" panose="020B0804030504040204" pitchFamily="34" charset="0"/>
                <a:ea typeface="宋体" pitchFamily="2" charset="-122"/>
                <a:cs typeface="+mn-cs"/>
              </a:defRPr>
            </a:lvl9pPr>
          </a:lstStyle>
          <a:p>
            <a:r>
              <a:rPr lang="en-US" altLang="zh-CN" i="1" dirty="0">
                <a:solidFill>
                  <a:srgbClr val="66CCFF"/>
                </a:solidFill>
                <a:effectLst>
                  <a:outerShdw blurRad="38100" dist="38100" dir="2700000" algn="tl">
                    <a:srgbClr val="000000">
                      <a:alpha val="43137"/>
                    </a:srgbClr>
                  </a:outerShdw>
                </a:effectLst>
              </a:rPr>
              <a:t>HUST-CS      PANPENG</a:t>
            </a:r>
            <a:endParaRPr lang="zh-CN" altLang="en-US" i="1" dirty="0">
              <a:solidFill>
                <a:srgbClr val="66CCFF"/>
              </a:solidFill>
              <a:effectLst>
                <a:outerShdw blurRad="38100" dist="38100" dir="2700000" algn="tl">
                  <a:srgbClr val="000000">
                    <a:alpha val="43137"/>
                  </a:srgbClr>
                </a:outerShdw>
              </a:effectLst>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bg>
      <p:bgRef idx="1002">
        <a:schemeClr val="bg2"/>
      </p:bgRef>
    </p:bg>
    <p:spTree>
      <p:nvGrpSpPr>
        <p:cNvPr id="1" name=""/>
        <p:cNvGrpSpPr/>
        <p:nvPr/>
      </p:nvGrpSpPr>
      <p:grpSpPr>
        <a:xfrm>
          <a:off x="0" y="0"/>
          <a:ext cx="0" cy="0"/>
          <a:chOff x="0" y="0"/>
          <a:chExt cx="0" cy="0"/>
        </a:xfrm>
      </p:grpSpPr>
      <p:sp>
        <p:nvSpPr>
          <p:cNvPr id="2" name="标题 1"/>
          <p:cNvSpPr>
            <a:spLocks noGrp="1"/>
          </p:cNvSpPr>
          <p:nvPr>
            <p:ph type="title"/>
          </p:nvPr>
        </p:nvSpPr>
        <p:spPr>
          <a:xfrm>
            <a:off x="530352" y="1316736"/>
            <a:ext cx="7772400" cy="1362456"/>
          </a:xfrm>
          <a:ln>
            <a:noFill/>
          </a:ln>
        </p:spPr>
        <p:txBody>
          <a:bodyPr tIns="0">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lang="zh-CN" altLang="en-US"/>
              <a:t>单击此处编辑母版标题样式</a:t>
            </a:r>
            <a:endParaRPr lang="en-US"/>
          </a:p>
        </p:txBody>
      </p:sp>
      <p:sp>
        <p:nvSpPr>
          <p:cNvPr id="3" name="文本占位符 2"/>
          <p:cNvSpPr>
            <a:spLocks noGrp="1"/>
          </p:cNvSpPr>
          <p:nvPr>
            <p:ph type="body" idx="1"/>
          </p:nvPr>
        </p:nvSpPr>
        <p:spPr>
          <a:xfrm>
            <a:off x="530352" y="2704664"/>
            <a:ext cx="7772400" cy="1509712"/>
          </a:xfrm>
        </p:spPr>
        <p:txBody>
          <a:bodyPr lIns="45720" rIns="45720"/>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lvl1pPr>
              <a:defRPr/>
            </a:lvl1pPr>
          </a:lstStyle>
          <a:p>
            <a:pPr>
              <a:defRPr/>
            </a:pPr>
            <a:endParaRPr lang="en-US" altLang="zh-CN"/>
          </a:p>
        </p:txBody>
      </p:sp>
      <p:sp>
        <p:nvSpPr>
          <p:cNvPr id="5" name="页脚占位符 4"/>
          <p:cNvSpPr>
            <a:spLocks noGrp="1"/>
          </p:cNvSpPr>
          <p:nvPr>
            <p:ph type="ftr" sz="quarter" idx="11"/>
          </p:nvPr>
        </p:nvSpPr>
        <p:spPr/>
        <p:txBody>
          <a:bodyPr/>
          <a:lstStyle>
            <a:lvl1pPr>
              <a:defRPr/>
            </a:lvl1pPr>
          </a:lstStyle>
          <a:p>
            <a:pPr>
              <a:defRPr/>
            </a:pPr>
            <a:endParaRPr lang="en-US" altLang="zh-CN"/>
          </a:p>
        </p:txBody>
      </p:sp>
      <p:sp>
        <p:nvSpPr>
          <p:cNvPr id="6" name="灯片编号占位符 5"/>
          <p:cNvSpPr>
            <a:spLocks noGrp="1"/>
          </p:cNvSpPr>
          <p:nvPr>
            <p:ph type="sldNum" sz="quarter" idx="12"/>
          </p:nvPr>
        </p:nvSpPr>
        <p:spPr/>
        <p:txBody>
          <a:bodyPr/>
          <a:lstStyle>
            <a:lvl1pPr>
              <a:defRPr/>
            </a:lvl1pPr>
          </a:lstStyle>
          <a:p>
            <a:pPr>
              <a:defRPr/>
            </a:pPr>
            <a:fld id="{B25070BB-C131-43BB-A9CA-574F16F2E700}" type="slidenum">
              <a:rPr lang="en-US" altLang="zh-CN"/>
            </a:fld>
            <a:endParaRPr lang="en-US" altLang="zh-CN"/>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704088"/>
            <a:ext cx="8229600" cy="1143000"/>
          </a:xfrm>
        </p:spPr>
        <p:txBody>
          <a:bodyPr/>
          <a:lstStyle/>
          <a:p>
            <a:r>
              <a:rPr lang="zh-CN" altLang="en-US"/>
              <a:t>单击此处编辑母版标题样式</a:t>
            </a:r>
            <a:endParaRPr lang="en-US"/>
          </a:p>
        </p:txBody>
      </p:sp>
      <p:sp>
        <p:nvSpPr>
          <p:cNvPr id="3" name="内容占位符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a:p>
        </p:txBody>
      </p:sp>
      <p:sp>
        <p:nvSpPr>
          <p:cNvPr id="4" name="内容占位符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a:p>
        </p:txBody>
      </p:sp>
      <p:sp>
        <p:nvSpPr>
          <p:cNvPr id="5" name="日期占位符 9"/>
          <p:cNvSpPr>
            <a:spLocks noGrp="1"/>
          </p:cNvSpPr>
          <p:nvPr>
            <p:ph type="dt" sz="half" idx="10"/>
          </p:nvPr>
        </p:nvSpPr>
        <p:spPr/>
        <p:txBody>
          <a:bodyPr/>
          <a:lstStyle>
            <a:lvl1pPr>
              <a:defRPr/>
            </a:lvl1pPr>
          </a:lstStyle>
          <a:p>
            <a:pPr>
              <a:defRPr/>
            </a:pPr>
            <a:endParaRPr lang="en-US" altLang="zh-CN"/>
          </a:p>
        </p:txBody>
      </p:sp>
      <p:sp>
        <p:nvSpPr>
          <p:cNvPr id="6" name="页脚占位符 21"/>
          <p:cNvSpPr>
            <a:spLocks noGrp="1"/>
          </p:cNvSpPr>
          <p:nvPr>
            <p:ph type="ftr" sz="quarter" idx="11"/>
          </p:nvPr>
        </p:nvSpPr>
        <p:spPr/>
        <p:txBody>
          <a:bodyPr/>
          <a:lstStyle>
            <a:lvl1pPr>
              <a:defRPr/>
            </a:lvl1pPr>
          </a:lstStyle>
          <a:p>
            <a:pPr>
              <a:defRPr/>
            </a:pPr>
            <a:endParaRPr lang="en-US" altLang="zh-CN"/>
          </a:p>
        </p:txBody>
      </p:sp>
      <p:sp>
        <p:nvSpPr>
          <p:cNvPr id="7" name="灯片编号占位符 17"/>
          <p:cNvSpPr>
            <a:spLocks noGrp="1"/>
          </p:cNvSpPr>
          <p:nvPr>
            <p:ph type="sldNum" sz="quarter" idx="12"/>
          </p:nvPr>
        </p:nvSpPr>
        <p:spPr/>
        <p:txBody>
          <a:bodyPr/>
          <a:lstStyle>
            <a:lvl1pPr>
              <a:defRPr/>
            </a:lvl1pPr>
          </a:lstStyle>
          <a:p>
            <a:pPr>
              <a:defRPr/>
            </a:pPr>
            <a:fld id="{D46EDF13-A348-411B-93F9-3768637C3434}" type="slidenum">
              <a:rPr lang="en-US" altLang="zh-CN"/>
            </a:fld>
            <a:endParaRPr lang="en-US" alt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704088"/>
            <a:ext cx="8229600" cy="1143000"/>
          </a:xfrm>
        </p:spPr>
        <p:txBody>
          <a:bodyPr/>
          <a:lstStyle>
            <a:lvl1pPr>
              <a:defRPr/>
            </a:lvl1pPr>
          </a:lstStyle>
          <a:p>
            <a:r>
              <a:rPr lang="zh-CN" altLang="en-US"/>
              <a:t>单击此处编辑母版标题样式</a:t>
            </a:r>
            <a:endParaRPr lang="en-US"/>
          </a:p>
        </p:txBody>
      </p:sp>
      <p:sp>
        <p:nvSpPr>
          <p:cNvPr id="3" name="文本占位符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a:r>
              <a:rPr lang="zh-CN" altLang="en-US"/>
              <a:t>单击此处编辑母版文本样式</a:t>
            </a:r>
            <a:endParaRPr lang="zh-CN" altLang="en-US"/>
          </a:p>
        </p:txBody>
      </p:sp>
      <p:sp>
        <p:nvSpPr>
          <p:cNvPr id="4" name="文本占位符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a:r>
              <a:rPr lang="zh-CN" altLang="en-US"/>
              <a:t>单击此处编辑母版文本样式</a:t>
            </a:r>
            <a:endParaRPr lang="zh-CN" altLang="en-US"/>
          </a:p>
        </p:txBody>
      </p:sp>
      <p:sp>
        <p:nvSpPr>
          <p:cNvPr id="5" name="内容占位符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a:p>
        </p:txBody>
      </p:sp>
      <p:sp>
        <p:nvSpPr>
          <p:cNvPr id="6" name="内容占位符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a:p>
        </p:txBody>
      </p:sp>
      <p:sp>
        <p:nvSpPr>
          <p:cNvPr id="7" name="日期占位符 9"/>
          <p:cNvSpPr>
            <a:spLocks noGrp="1"/>
          </p:cNvSpPr>
          <p:nvPr>
            <p:ph type="dt" sz="half" idx="10"/>
          </p:nvPr>
        </p:nvSpPr>
        <p:spPr/>
        <p:txBody>
          <a:bodyPr/>
          <a:lstStyle>
            <a:lvl1pPr>
              <a:defRPr/>
            </a:lvl1pPr>
          </a:lstStyle>
          <a:p>
            <a:pPr>
              <a:defRPr/>
            </a:pPr>
            <a:endParaRPr lang="en-US" altLang="zh-CN"/>
          </a:p>
        </p:txBody>
      </p:sp>
      <p:sp>
        <p:nvSpPr>
          <p:cNvPr id="8" name="页脚占位符 21"/>
          <p:cNvSpPr>
            <a:spLocks noGrp="1"/>
          </p:cNvSpPr>
          <p:nvPr>
            <p:ph type="ftr" sz="quarter" idx="11"/>
          </p:nvPr>
        </p:nvSpPr>
        <p:spPr/>
        <p:txBody>
          <a:bodyPr/>
          <a:lstStyle>
            <a:lvl1pPr>
              <a:defRPr/>
            </a:lvl1pPr>
          </a:lstStyle>
          <a:p>
            <a:pPr>
              <a:defRPr/>
            </a:pPr>
            <a:endParaRPr lang="en-US" altLang="zh-CN"/>
          </a:p>
        </p:txBody>
      </p:sp>
      <p:sp>
        <p:nvSpPr>
          <p:cNvPr id="9" name="灯片编号占位符 17"/>
          <p:cNvSpPr>
            <a:spLocks noGrp="1"/>
          </p:cNvSpPr>
          <p:nvPr>
            <p:ph type="sldNum" sz="quarter" idx="12"/>
          </p:nvPr>
        </p:nvSpPr>
        <p:spPr/>
        <p:txBody>
          <a:bodyPr/>
          <a:lstStyle>
            <a:lvl1pPr>
              <a:defRPr/>
            </a:lvl1pPr>
          </a:lstStyle>
          <a:p>
            <a:pPr>
              <a:defRPr/>
            </a:pPr>
            <a:fld id="{FF688AB3-D097-4B77-8ED4-71333BA7E6ED}" type="slidenum">
              <a:rPr lang="en-US" altLang="zh-CN"/>
            </a:fld>
            <a:endParaRPr lang="en-US" alt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704088"/>
            <a:ext cx="8305800" cy="1143000"/>
          </a:xfrm>
        </p:spPr>
        <p:txBody>
          <a:bodyPr>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lang="zh-CN" altLang="en-US"/>
              <a:t>单击此处编辑母版标题样式</a:t>
            </a:r>
            <a:endParaRPr lang="en-US"/>
          </a:p>
        </p:txBody>
      </p:sp>
      <p:sp>
        <p:nvSpPr>
          <p:cNvPr id="3" name="日期占位符 9"/>
          <p:cNvSpPr>
            <a:spLocks noGrp="1"/>
          </p:cNvSpPr>
          <p:nvPr>
            <p:ph type="dt" sz="half" idx="10"/>
          </p:nvPr>
        </p:nvSpPr>
        <p:spPr/>
        <p:txBody>
          <a:bodyPr/>
          <a:lstStyle>
            <a:lvl1pPr>
              <a:defRPr/>
            </a:lvl1pPr>
          </a:lstStyle>
          <a:p>
            <a:pPr>
              <a:defRPr/>
            </a:pPr>
            <a:endParaRPr lang="en-US" altLang="zh-CN"/>
          </a:p>
        </p:txBody>
      </p:sp>
      <p:sp>
        <p:nvSpPr>
          <p:cNvPr id="4" name="页脚占位符 21"/>
          <p:cNvSpPr>
            <a:spLocks noGrp="1"/>
          </p:cNvSpPr>
          <p:nvPr>
            <p:ph type="ftr" sz="quarter" idx="11"/>
          </p:nvPr>
        </p:nvSpPr>
        <p:spPr/>
        <p:txBody>
          <a:bodyPr/>
          <a:lstStyle>
            <a:lvl1pPr>
              <a:defRPr/>
            </a:lvl1pPr>
          </a:lstStyle>
          <a:p>
            <a:pPr>
              <a:defRPr/>
            </a:pPr>
            <a:endParaRPr lang="en-US" altLang="zh-CN"/>
          </a:p>
        </p:txBody>
      </p:sp>
      <p:sp>
        <p:nvSpPr>
          <p:cNvPr id="5" name="灯片编号占位符 17"/>
          <p:cNvSpPr>
            <a:spLocks noGrp="1"/>
          </p:cNvSpPr>
          <p:nvPr>
            <p:ph type="sldNum" sz="quarter" idx="12"/>
          </p:nvPr>
        </p:nvSpPr>
        <p:spPr/>
        <p:txBody>
          <a:bodyPr/>
          <a:lstStyle>
            <a:lvl1pPr>
              <a:defRPr/>
            </a:lvl1pPr>
          </a:lstStyle>
          <a:p>
            <a:pPr>
              <a:defRPr/>
            </a:pPr>
            <a:fld id="{5B57CF38-F293-49C4-A5B6-D799CD803640}" type="slidenum">
              <a:rPr lang="en-US" altLang="zh-CN"/>
            </a:fld>
            <a:endParaRPr lang="en-US" alt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9"/>
          <p:cNvSpPr>
            <a:spLocks noGrp="1"/>
          </p:cNvSpPr>
          <p:nvPr>
            <p:ph type="dt" sz="half" idx="10"/>
          </p:nvPr>
        </p:nvSpPr>
        <p:spPr/>
        <p:txBody>
          <a:bodyPr/>
          <a:lstStyle>
            <a:lvl1pPr>
              <a:defRPr/>
            </a:lvl1pPr>
          </a:lstStyle>
          <a:p>
            <a:pPr>
              <a:defRPr/>
            </a:pPr>
            <a:endParaRPr lang="en-US" altLang="zh-CN"/>
          </a:p>
        </p:txBody>
      </p:sp>
      <p:sp>
        <p:nvSpPr>
          <p:cNvPr id="3" name="页脚占位符 21"/>
          <p:cNvSpPr>
            <a:spLocks noGrp="1"/>
          </p:cNvSpPr>
          <p:nvPr>
            <p:ph type="ftr" sz="quarter" idx="11"/>
          </p:nvPr>
        </p:nvSpPr>
        <p:spPr/>
        <p:txBody>
          <a:bodyPr/>
          <a:lstStyle>
            <a:lvl1pPr>
              <a:defRPr/>
            </a:lvl1pPr>
          </a:lstStyle>
          <a:p>
            <a:pPr>
              <a:defRPr/>
            </a:pPr>
            <a:endParaRPr lang="en-US" altLang="zh-CN"/>
          </a:p>
        </p:txBody>
      </p:sp>
      <p:sp>
        <p:nvSpPr>
          <p:cNvPr id="4" name="灯片编号占位符 17"/>
          <p:cNvSpPr>
            <a:spLocks noGrp="1"/>
          </p:cNvSpPr>
          <p:nvPr>
            <p:ph type="sldNum" sz="quarter" idx="12"/>
          </p:nvPr>
        </p:nvSpPr>
        <p:spPr/>
        <p:txBody>
          <a:bodyPr/>
          <a:lstStyle>
            <a:lvl1pPr>
              <a:defRPr/>
            </a:lvl1pPr>
          </a:lstStyle>
          <a:p>
            <a:pPr>
              <a:defRPr/>
            </a:pPr>
            <a:fld id="{D23B6677-D17C-40B9-9CD4-8FC808E716B1}" type="slidenum">
              <a:rPr lang="en-US" altLang="zh-CN"/>
            </a:fld>
            <a:endParaRPr lang="en-US" altLang="zh-CN"/>
          </a:p>
        </p:txBody>
      </p:sp>
      <p:sp>
        <p:nvSpPr>
          <p:cNvPr id="5" name="TextBox 4"/>
          <p:cNvSpPr txBox="1"/>
          <p:nvPr userDrawn="1"/>
        </p:nvSpPr>
        <p:spPr>
          <a:xfrm>
            <a:off x="5438755" y="0"/>
            <a:ext cx="3705245" cy="461665"/>
          </a:xfrm>
          <a:prstGeom prst="rect">
            <a:avLst/>
          </a:prstGeom>
          <a:noFill/>
        </p:spPr>
        <p:txBody>
          <a:bodyPr wrap="none" rtlCol="0">
            <a:spAutoFit/>
          </a:bodyPr>
          <a:lstStyle>
            <a:defPPr>
              <a:defRPr lang="zh-CN"/>
            </a:defPPr>
            <a:lvl1pPr algn="l" rtl="0" fontAlgn="base">
              <a:spcBef>
                <a:spcPct val="0"/>
              </a:spcBef>
              <a:spcAft>
                <a:spcPct val="0"/>
              </a:spcAft>
              <a:defRPr kumimoji="1" sz="2400" kern="1200">
                <a:solidFill>
                  <a:schemeClr val="tx1"/>
                </a:solidFill>
                <a:latin typeface="Verdana" panose="020B0804030504040204" pitchFamily="34" charset="0"/>
                <a:ea typeface="宋体" pitchFamily="2" charset="-122"/>
                <a:cs typeface="+mn-cs"/>
              </a:defRPr>
            </a:lvl1pPr>
            <a:lvl2pPr marL="457200" algn="l" rtl="0" fontAlgn="base">
              <a:spcBef>
                <a:spcPct val="0"/>
              </a:spcBef>
              <a:spcAft>
                <a:spcPct val="0"/>
              </a:spcAft>
              <a:defRPr kumimoji="1" sz="2400" kern="1200">
                <a:solidFill>
                  <a:schemeClr val="tx1"/>
                </a:solidFill>
                <a:latin typeface="Verdana" panose="020B0804030504040204" pitchFamily="34" charset="0"/>
                <a:ea typeface="宋体" pitchFamily="2" charset="-122"/>
                <a:cs typeface="+mn-cs"/>
              </a:defRPr>
            </a:lvl2pPr>
            <a:lvl3pPr marL="914400" algn="l" rtl="0" fontAlgn="base">
              <a:spcBef>
                <a:spcPct val="0"/>
              </a:spcBef>
              <a:spcAft>
                <a:spcPct val="0"/>
              </a:spcAft>
              <a:defRPr kumimoji="1" sz="2400" kern="1200">
                <a:solidFill>
                  <a:schemeClr val="tx1"/>
                </a:solidFill>
                <a:latin typeface="Verdana" panose="020B0804030504040204" pitchFamily="34" charset="0"/>
                <a:ea typeface="宋体" pitchFamily="2" charset="-122"/>
                <a:cs typeface="+mn-cs"/>
              </a:defRPr>
            </a:lvl3pPr>
            <a:lvl4pPr marL="1371600" algn="l" rtl="0" fontAlgn="base">
              <a:spcBef>
                <a:spcPct val="0"/>
              </a:spcBef>
              <a:spcAft>
                <a:spcPct val="0"/>
              </a:spcAft>
              <a:defRPr kumimoji="1" sz="2400" kern="1200">
                <a:solidFill>
                  <a:schemeClr val="tx1"/>
                </a:solidFill>
                <a:latin typeface="Verdana" panose="020B0804030504040204" pitchFamily="34" charset="0"/>
                <a:ea typeface="宋体" pitchFamily="2" charset="-122"/>
                <a:cs typeface="+mn-cs"/>
              </a:defRPr>
            </a:lvl4pPr>
            <a:lvl5pPr marL="1828800" algn="l" rtl="0" fontAlgn="base">
              <a:spcBef>
                <a:spcPct val="0"/>
              </a:spcBef>
              <a:spcAft>
                <a:spcPct val="0"/>
              </a:spcAft>
              <a:defRPr kumimoji="1" sz="2400" kern="1200">
                <a:solidFill>
                  <a:schemeClr val="tx1"/>
                </a:solidFill>
                <a:latin typeface="Verdana" panose="020B0804030504040204" pitchFamily="34" charset="0"/>
                <a:ea typeface="宋体" pitchFamily="2" charset="-122"/>
                <a:cs typeface="+mn-cs"/>
              </a:defRPr>
            </a:lvl5pPr>
            <a:lvl6pPr marL="2286000" algn="l" defTabSz="914400" rtl="0" eaLnBrk="1" latinLnBrk="0" hangingPunct="1">
              <a:defRPr kumimoji="1" sz="2400" kern="1200">
                <a:solidFill>
                  <a:schemeClr val="tx1"/>
                </a:solidFill>
                <a:latin typeface="Verdana" panose="020B0804030504040204" pitchFamily="34" charset="0"/>
                <a:ea typeface="宋体" pitchFamily="2" charset="-122"/>
                <a:cs typeface="+mn-cs"/>
              </a:defRPr>
            </a:lvl6pPr>
            <a:lvl7pPr marL="2743200" algn="l" defTabSz="914400" rtl="0" eaLnBrk="1" latinLnBrk="0" hangingPunct="1">
              <a:defRPr kumimoji="1" sz="2400" kern="1200">
                <a:solidFill>
                  <a:schemeClr val="tx1"/>
                </a:solidFill>
                <a:latin typeface="Verdana" panose="020B0804030504040204" pitchFamily="34" charset="0"/>
                <a:ea typeface="宋体" pitchFamily="2" charset="-122"/>
                <a:cs typeface="+mn-cs"/>
              </a:defRPr>
            </a:lvl7pPr>
            <a:lvl8pPr marL="3200400" algn="l" defTabSz="914400" rtl="0" eaLnBrk="1" latinLnBrk="0" hangingPunct="1">
              <a:defRPr kumimoji="1" sz="2400" kern="1200">
                <a:solidFill>
                  <a:schemeClr val="tx1"/>
                </a:solidFill>
                <a:latin typeface="Verdana" panose="020B0804030504040204" pitchFamily="34" charset="0"/>
                <a:ea typeface="宋体" pitchFamily="2" charset="-122"/>
                <a:cs typeface="+mn-cs"/>
              </a:defRPr>
            </a:lvl8pPr>
            <a:lvl9pPr marL="3657600" algn="l" defTabSz="914400" rtl="0" eaLnBrk="1" latinLnBrk="0" hangingPunct="1">
              <a:defRPr kumimoji="1" sz="2400" kern="1200">
                <a:solidFill>
                  <a:schemeClr val="tx1"/>
                </a:solidFill>
                <a:latin typeface="Verdana" panose="020B0804030504040204" pitchFamily="34" charset="0"/>
                <a:ea typeface="宋体" pitchFamily="2" charset="-122"/>
                <a:cs typeface="+mn-cs"/>
              </a:defRPr>
            </a:lvl9pPr>
          </a:lstStyle>
          <a:p>
            <a:r>
              <a:rPr lang="en-US" altLang="zh-CN" i="1" dirty="0">
                <a:solidFill>
                  <a:srgbClr val="66CCFF"/>
                </a:solidFill>
                <a:effectLst>
                  <a:outerShdw blurRad="38100" dist="38100" dir="2700000" algn="tl">
                    <a:srgbClr val="000000">
                      <a:alpha val="43137"/>
                    </a:srgbClr>
                  </a:outerShdw>
                </a:effectLst>
              </a:rPr>
              <a:t>HUST-CS      PANPENG</a:t>
            </a:r>
            <a:endParaRPr lang="zh-CN" altLang="en-US" i="1" dirty="0">
              <a:solidFill>
                <a:srgbClr val="66CCFF"/>
              </a:solidFill>
              <a:effectLst>
                <a:outerShdw blurRad="38100" dist="38100" dir="2700000" algn="tl">
                  <a:srgbClr val="000000">
                    <a:alpha val="43137"/>
                  </a:srgbClr>
                </a:outerShdw>
              </a:effectLst>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85800" y="514352"/>
            <a:ext cx="2743200" cy="1162050"/>
          </a:xfrm>
        </p:spPr>
        <p:txBody>
          <a:bodyPr>
            <a:noAutofit/>
          </a:bodyPr>
          <a:lstStyle>
            <a:lvl1pPr algn="l" rtl="0">
              <a:spcBef>
                <a:spcPct val="0"/>
              </a:spcBef>
              <a:buNone/>
              <a:defRPr sz="2600" b="0">
                <a:ln>
                  <a:noFill/>
                </a:ln>
                <a:solidFill>
                  <a:schemeClr val="tx2"/>
                </a:solidFill>
                <a:effectLst/>
                <a:latin typeface="+mj-lt"/>
                <a:ea typeface="+mj-ea"/>
                <a:cs typeface="+mj-cs"/>
              </a:defRPr>
            </a:lvl1pPr>
          </a:lstStyle>
          <a:p>
            <a:r>
              <a:rPr lang="zh-CN" altLang="en-US"/>
              <a:t>单击此处编辑母版标题样式</a:t>
            </a:r>
            <a:endParaRPr lang="en-US"/>
          </a:p>
        </p:txBody>
      </p:sp>
      <p:sp>
        <p:nvSpPr>
          <p:cNvPr id="3" name="文本占位符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a:r>
              <a:rPr lang="zh-CN" altLang="en-US"/>
              <a:t>单击此处编辑母版文本样式</a:t>
            </a:r>
            <a:endParaRPr lang="zh-CN" altLang="en-US"/>
          </a:p>
        </p:txBody>
      </p:sp>
      <p:sp>
        <p:nvSpPr>
          <p:cNvPr id="4" name="内容占位符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a:p>
        </p:txBody>
      </p:sp>
      <p:sp>
        <p:nvSpPr>
          <p:cNvPr id="5" name="日期占位符 9"/>
          <p:cNvSpPr>
            <a:spLocks noGrp="1"/>
          </p:cNvSpPr>
          <p:nvPr>
            <p:ph type="dt" sz="half" idx="10"/>
          </p:nvPr>
        </p:nvSpPr>
        <p:spPr/>
        <p:txBody>
          <a:bodyPr/>
          <a:lstStyle>
            <a:lvl1pPr>
              <a:defRPr/>
            </a:lvl1pPr>
          </a:lstStyle>
          <a:p>
            <a:pPr>
              <a:defRPr/>
            </a:pPr>
            <a:endParaRPr lang="en-US" altLang="zh-CN"/>
          </a:p>
        </p:txBody>
      </p:sp>
      <p:sp>
        <p:nvSpPr>
          <p:cNvPr id="6" name="页脚占位符 21"/>
          <p:cNvSpPr>
            <a:spLocks noGrp="1"/>
          </p:cNvSpPr>
          <p:nvPr>
            <p:ph type="ftr" sz="quarter" idx="11"/>
          </p:nvPr>
        </p:nvSpPr>
        <p:spPr/>
        <p:txBody>
          <a:bodyPr/>
          <a:lstStyle>
            <a:lvl1pPr>
              <a:defRPr/>
            </a:lvl1pPr>
          </a:lstStyle>
          <a:p>
            <a:pPr>
              <a:defRPr/>
            </a:pPr>
            <a:endParaRPr lang="en-US" altLang="zh-CN"/>
          </a:p>
        </p:txBody>
      </p:sp>
      <p:sp>
        <p:nvSpPr>
          <p:cNvPr id="7" name="灯片编号占位符 17"/>
          <p:cNvSpPr>
            <a:spLocks noGrp="1"/>
          </p:cNvSpPr>
          <p:nvPr>
            <p:ph type="sldNum" sz="quarter" idx="12"/>
          </p:nvPr>
        </p:nvSpPr>
        <p:spPr/>
        <p:txBody>
          <a:bodyPr/>
          <a:lstStyle>
            <a:lvl1pPr>
              <a:defRPr/>
            </a:lvl1pPr>
          </a:lstStyle>
          <a:p>
            <a:pPr>
              <a:defRPr/>
            </a:pPr>
            <a:fld id="{DCE01CE7-1610-40CD-94D2-4192A0BEA075}" type="slidenum">
              <a:rPr lang="en-US" altLang="zh-CN"/>
            </a:fld>
            <a:endParaRPr lang="en-US" alt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showMasterSp="0">
  <p:cSld name="图片与标题">
    <p:spTree>
      <p:nvGrpSpPr>
        <p:cNvPr id="1" name=""/>
        <p:cNvGrpSpPr/>
        <p:nvPr/>
      </p:nvGrpSpPr>
      <p:grpSpPr>
        <a:xfrm>
          <a:off x="0" y="0"/>
          <a:ext cx="0" cy="0"/>
          <a:chOff x="0" y="0"/>
          <a:chExt cx="0" cy="0"/>
        </a:xfrm>
      </p:grpSpPr>
      <p:sp>
        <p:nvSpPr>
          <p:cNvPr id="5" name="单圆角矩形 4"/>
          <p:cNvSpPr/>
          <p:nvPr/>
        </p:nvSpPr>
        <p:spPr>
          <a:xfrm rot="420000" flipV="1">
            <a:off x="3165475" y="1108075"/>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anchor="ctr"/>
          <a:lstStyle/>
          <a:p>
            <a:pPr algn="ctr">
              <a:defRPr/>
            </a:pPr>
            <a:endParaRPr kumimoji="0" lang="en-US"/>
          </a:p>
        </p:txBody>
      </p:sp>
      <p:sp>
        <p:nvSpPr>
          <p:cNvPr id="6" name="直角三角形 5"/>
          <p:cNvSpPr/>
          <p:nvPr/>
        </p:nvSpPr>
        <p:spPr>
          <a:xfrm rot="420000" flipV="1">
            <a:off x="8004175" y="5359400"/>
            <a:ext cx="155575" cy="155575"/>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anchor="ctr"/>
          <a:lstStyle/>
          <a:p>
            <a:pPr algn="ctr">
              <a:defRPr/>
            </a:pPr>
            <a:endParaRPr kumimoji="0" lang="en-US"/>
          </a:p>
        </p:txBody>
      </p:sp>
      <p:sp>
        <p:nvSpPr>
          <p:cNvPr id="7" name="任意多边形 6"/>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a:lstStyle/>
          <a:p>
            <a:pPr>
              <a:defRPr/>
            </a:pPr>
            <a:endParaRPr kumimoji="0" lang="en-US">
              <a:latin typeface="+mn-lt"/>
              <a:ea typeface="+mn-ea"/>
            </a:endParaRPr>
          </a:p>
        </p:txBody>
      </p:sp>
      <p:sp>
        <p:nvSpPr>
          <p:cNvPr id="8" name="任意多边形 7"/>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a:lstStyle/>
          <a:p>
            <a:pPr>
              <a:defRPr/>
            </a:pPr>
            <a:endParaRPr kumimoji="0" lang="en-US">
              <a:latin typeface="+mn-lt"/>
              <a:ea typeface="+mn-ea"/>
            </a:endParaRPr>
          </a:p>
        </p:txBody>
      </p:sp>
      <p:sp>
        <p:nvSpPr>
          <p:cNvPr id="2" name="标题 1"/>
          <p:cNvSpPr>
            <a:spLocks noGrp="1"/>
          </p:cNvSpPr>
          <p:nvPr>
            <p:ph type="title"/>
          </p:nvPr>
        </p:nvSpPr>
        <p:spPr>
          <a:xfrm>
            <a:off x="609600" y="1176996"/>
            <a:ext cx="2212848" cy="1582621"/>
          </a:xfrm>
        </p:spPr>
        <p:txBody>
          <a:bodyPr lIns="45720" rIns="45720" bIns="45720"/>
          <a:lstStyle>
            <a:lvl1pPr algn="l">
              <a:buNone/>
              <a:defRPr sz="2000" b="1">
                <a:solidFill>
                  <a:schemeClr val="tx2"/>
                </a:solidFill>
              </a:defRPr>
            </a:lvl1pPr>
          </a:lstStyle>
          <a:p>
            <a:r>
              <a:rPr lang="zh-CN" altLang="en-US"/>
              <a:t>单击此处编辑母版标题样式</a:t>
            </a:r>
            <a:endParaRPr lang="en-US"/>
          </a:p>
        </p:txBody>
      </p:sp>
      <p:sp>
        <p:nvSpPr>
          <p:cNvPr id="4" name="文本占位符 3"/>
          <p:cNvSpPr>
            <a:spLocks noGrp="1"/>
          </p:cNvSpPr>
          <p:nvPr>
            <p:ph type="body" sz="half" idx="2"/>
          </p:nvPr>
        </p:nvSpPr>
        <p:spPr>
          <a:xfrm>
            <a:off x="609600" y="2828785"/>
            <a:ext cx="2209800" cy="2179320"/>
          </a:xfrm>
        </p:spPr>
        <p:txBody>
          <a:bodyPr lIns="64008" rIns="45720"/>
          <a:lstStyle>
            <a:lvl1pPr marL="0" indent="0" algn="l">
              <a:spcBef>
                <a:spcPts val="250"/>
              </a:spcBef>
              <a:buFontTx/>
              <a:buNone/>
              <a:defRPr sz="1300"/>
            </a:lvl1pPr>
            <a:lvl2pPr>
              <a:defRPr sz="1200"/>
            </a:lvl2pPr>
            <a:lvl3pPr>
              <a:defRPr sz="1000"/>
            </a:lvl3pPr>
            <a:lvl4pPr>
              <a:defRPr sz="900"/>
            </a:lvl4pPr>
            <a:lvl5pPr>
              <a:defRPr sz="900"/>
            </a:lvl5pPr>
          </a:lstStyle>
          <a:p>
            <a:pPr lvl="0"/>
            <a:r>
              <a:rPr lang="zh-CN" altLang="en-US"/>
              <a:t>单击此处编辑母版文本样式</a:t>
            </a:r>
            <a:endParaRPr lang="zh-CN" altLang="en-US"/>
          </a:p>
        </p:txBody>
      </p:sp>
      <p:sp>
        <p:nvSpPr>
          <p:cNvPr id="3" name="图片占位符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normAutofit/>
          </a:bodyPr>
          <a:lstStyle>
            <a:lvl1pPr marL="0" indent="0">
              <a:buNone/>
              <a:defRPr sz="3200"/>
            </a:lvl1pPr>
          </a:lstStyle>
          <a:p>
            <a:pPr lvl="0"/>
            <a:r>
              <a:rPr lang="zh-CN" altLang="en-US" noProof="0"/>
              <a:t>单击图标添加图片</a:t>
            </a:r>
            <a:endParaRPr lang="en-US" noProof="0" dirty="0"/>
          </a:p>
        </p:txBody>
      </p:sp>
      <p:sp>
        <p:nvSpPr>
          <p:cNvPr id="9" name="日期占位符 4"/>
          <p:cNvSpPr>
            <a:spLocks noGrp="1"/>
          </p:cNvSpPr>
          <p:nvPr>
            <p:ph type="dt" sz="half" idx="10"/>
          </p:nvPr>
        </p:nvSpPr>
        <p:spPr/>
        <p:txBody>
          <a:bodyPr/>
          <a:lstStyle>
            <a:lvl1pPr>
              <a:defRPr/>
            </a:lvl1pPr>
          </a:lstStyle>
          <a:p>
            <a:pPr>
              <a:defRPr/>
            </a:pPr>
            <a:endParaRPr lang="en-US" altLang="zh-CN"/>
          </a:p>
        </p:txBody>
      </p:sp>
      <p:sp>
        <p:nvSpPr>
          <p:cNvPr id="10" name="页脚占位符 5"/>
          <p:cNvSpPr>
            <a:spLocks noGrp="1"/>
          </p:cNvSpPr>
          <p:nvPr>
            <p:ph type="ftr" sz="quarter" idx="11"/>
          </p:nvPr>
        </p:nvSpPr>
        <p:spPr/>
        <p:txBody>
          <a:bodyPr/>
          <a:lstStyle>
            <a:lvl1pPr>
              <a:defRPr/>
            </a:lvl1pPr>
          </a:lstStyle>
          <a:p>
            <a:pPr>
              <a:defRPr/>
            </a:pPr>
            <a:endParaRPr lang="en-US" altLang="zh-CN"/>
          </a:p>
        </p:txBody>
      </p:sp>
      <p:sp>
        <p:nvSpPr>
          <p:cNvPr id="11" name="灯片编号占位符 6"/>
          <p:cNvSpPr>
            <a:spLocks noGrp="1"/>
          </p:cNvSpPr>
          <p:nvPr>
            <p:ph type="sldNum" sz="quarter" idx="12"/>
          </p:nvPr>
        </p:nvSpPr>
        <p:spPr>
          <a:xfrm>
            <a:off x="8077200" y="6356350"/>
            <a:ext cx="609600" cy="365125"/>
          </a:xfrm>
        </p:spPr>
        <p:txBody>
          <a:bodyPr/>
          <a:lstStyle>
            <a:lvl1pPr>
              <a:defRPr/>
            </a:lvl1pPr>
          </a:lstStyle>
          <a:p>
            <a:pPr>
              <a:defRPr/>
            </a:pPr>
            <a:fld id="{7BBB4772-2147-4A61-94B4-9DE86694B3AD}" type="slidenum">
              <a:rPr lang="en-US" altLang="zh-CN"/>
            </a:fld>
            <a:endParaRPr lang="en-US" alt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a:p>
        </p:txBody>
      </p:sp>
      <p:sp>
        <p:nvSpPr>
          <p:cNvPr id="4" name="日期占位符 9"/>
          <p:cNvSpPr>
            <a:spLocks noGrp="1"/>
          </p:cNvSpPr>
          <p:nvPr>
            <p:ph type="dt" sz="half" idx="10"/>
          </p:nvPr>
        </p:nvSpPr>
        <p:spPr/>
        <p:txBody>
          <a:bodyPr/>
          <a:lstStyle>
            <a:lvl1pPr>
              <a:defRPr/>
            </a:lvl1pPr>
          </a:lstStyle>
          <a:p>
            <a:pPr>
              <a:defRPr/>
            </a:pPr>
            <a:endParaRPr lang="en-US" altLang="zh-CN"/>
          </a:p>
        </p:txBody>
      </p:sp>
      <p:sp>
        <p:nvSpPr>
          <p:cNvPr id="5" name="页脚占位符 21"/>
          <p:cNvSpPr>
            <a:spLocks noGrp="1"/>
          </p:cNvSpPr>
          <p:nvPr>
            <p:ph type="ftr" sz="quarter" idx="11"/>
          </p:nvPr>
        </p:nvSpPr>
        <p:spPr/>
        <p:txBody>
          <a:bodyPr/>
          <a:lstStyle>
            <a:lvl1pPr>
              <a:defRPr/>
            </a:lvl1pPr>
          </a:lstStyle>
          <a:p>
            <a:pPr>
              <a:defRPr/>
            </a:pPr>
            <a:endParaRPr lang="en-US" altLang="zh-CN"/>
          </a:p>
        </p:txBody>
      </p:sp>
      <p:sp>
        <p:nvSpPr>
          <p:cNvPr id="6" name="灯片编号占位符 17"/>
          <p:cNvSpPr>
            <a:spLocks noGrp="1"/>
          </p:cNvSpPr>
          <p:nvPr>
            <p:ph type="sldNum" sz="quarter" idx="12"/>
          </p:nvPr>
        </p:nvSpPr>
        <p:spPr/>
        <p:txBody>
          <a:bodyPr/>
          <a:lstStyle>
            <a:lvl1pPr>
              <a:defRPr/>
            </a:lvl1pPr>
          </a:lstStyle>
          <a:p>
            <a:pPr>
              <a:defRPr/>
            </a:pPr>
            <a:fld id="{49374F11-0F22-49D8-A899-E4E1DF7AFEAE}" type="slidenum">
              <a:rPr lang="en-US" altLang="zh-CN"/>
            </a:fld>
            <a:endParaRPr lang="en-US" alt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914401"/>
            <a:ext cx="2057400" cy="5211763"/>
          </a:xfrm>
        </p:spPr>
        <p:txBody>
          <a:bodyPr vert="eaVert"/>
          <a:lstStyle/>
          <a:p>
            <a:r>
              <a:rPr lang="zh-CN" altLang="en-US"/>
              <a:t>单击此处编辑母版标题样式</a:t>
            </a:r>
            <a:endParaRPr lang="en-US"/>
          </a:p>
        </p:txBody>
      </p:sp>
      <p:sp>
        <p:nvSpPr>
          <p:cNvPr id="3" name="竖排文字占位符 2"/>
          <p:cNvSpPr>
            <a:spLocks noGrp="1"/>
          </p:cNvSpPr>
          <p:nvPr>
            <p:ph type="body" orient="vert" idx="1"/>
          </p:nvPr>
        </p:nvSpPr>
        <p:spPr>
          <a:xfrm>
            <a:off x="457200" y="914401"/>
            <a:ext cx="6019800" cy="5211763"/>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a:p>
        </p:txBody>
      </p:sp>
      <p:sp>
        <p:nvSpPr>
          <p:cNvPr id="4" name="日期占位符 9"/>
          <p:cNvSpPr>
            <a:spLocks noGrp="1"/>
          </p:cNvSpPr>
          <p:nvPr>
            <p:ph type="dt" sz="half" idx="10"/>
          </p:nvPr>
        </p:nvSpPr>
        <p:spPr/>
        <p:txBody>
          <a:bodyPr/>
          <a:lstStyle>
            <a:lvl1pPr>
              <a:defRPr/>
            </a:lvl1pPr>
          </a:lstStyle>
          <a:p>
            <a:pPr>
              <a:defRPr/>
            </a:pPr>
            <a:endParaRPr lang="en-US" altLang="zh-CN"/>
          </a:p>
        </p:txBody>
      </p:sp>
      <p:sp>
        <p:nvSpPr>
          <p:cNvPr id="5" name="页脚占位符 21"/>
          <p:cNvSpPr>
            <a:spLocks noGrp="1"/>
          </p:cNvSpPr>
          <p:nvPr>
            <p:ph type="ftr" sz="quarter" idx="11"/>
          </p:nvPr>
        </p:nvSpPr>
        <p:spPr/>
        <p:txBody>
          <a:bodyPr/>
          <a:lstStyle>
            <a:lvl1pPr>
              <a:defRPr/>
            </a:lvl1pPr>
          </a:lstStyle>
          <a:p>
            <a:pPr>
              <a:defRPr/>
            </a:pPr>
            <a:endParaRPr lang="en-US" altLang="zh-CN"/>
          </a:p>
        </p:txBody>
      </p:sp>
      <p:sp>
        <p:nvSpPr>
          <p:cNvPr id="6" name="灯片编号占位符 17"/>
          <p:cNvSpPr>
            <a:spLocks noGrp="1"/>
          </p:cNvSpPr>
          <p:nvPr>
            <p:ph type="sldNum" sz="quarter" idx="12"/>
          </p:nvPr>
        </p:nvSpPr>
        <p:spPr/>
        <p:txBody>
          <a:bodyPr/>
          <a:lstStyle>
            <a:lvl1pPr>
              <a:defRPr/>
            </a:lvl1pPr>
          </a:lstStyle>
          <a:p>
            <a:pPr>
              <a:defRPr/>
            </a:pPr>
            <a:fld id="{D2FC71E9-558D-4E28-9CC6-F11BBF1CB2F1}" type="slidenum">
              <a:rPr lang="en-US" altLang="zh-CN"/>
            </a:fld>
            <a:endParaRPr lang="en-US" alt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bg>
      <p:bgRef idx="1002">
        <a:schemeClr val="bg2"/>
      </p:bgRef>
    </p:bg>
    <p:spTree>
      <p:nvGrpSpPr>
        <p:cNvPr id="1" name=""/>
        <p:cNvGrpSpPr/>
        <p:nvPr/>
      </p:nvGrpSpPr>
      <p:grpSpPr>
        <a:xfrm>
          <a:off x="0" y="0"/>
          <a:ext cx="0" cy="0"/>
          <a:chOff x="0" y="0"/>
          <a:chExt cx="0" cy="0"/>
        </a:xfrm>
      </p:grpSpPr>
      <p:sp>
        <p:nvSpPr>
          <p:cNvPr id="9" name="标题 8"/>
          <p:cNvSpPr>
            <a:spLocks noGrp="1"/>
          </p:cNvSpPr>
          <p:nvPr>
            <p:ph type="ctrTitle"/>
          </p:nvPr>
        </p:nvSpPr>
        <p:spPr>
          <a:xfrm>
            <a:off x="533400" y="1371600"/>
            <a:ext cx="7851648" cy="1828800"/>
          </a:xfrm>
          <a:ln>
            <a:noFill/>
          </a:ln>
        </p:spPr>
        <p:txBody>
          <a:bodyPr tIns="0" rIns="18288">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lang="zh-CN" altLang="en-US"/>
              <a:t>单击此处编辑母版标题样式</a:t>
            </a:r>
            <a:endParaRPr lang="en-US"/>
          </a:p>
        </p:txBody>
      </p:sp>
      <p:sp>
        <p:nvSpPr>
          <p:cNvPr id="17" name="副标题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zh-CN" altLang="en-US"/>
              <a:t>单击此处编辑母版副标题样式</a:t>
            </a:r>
            <a:endParaRPr lang="en-US"/>
          </a:p>
        </p:txBody>
      </p:sp>
      <p:sp>
        <p:nvSpPr>
          <p:cNvPr id="4" name="日期占位符 29"/>
          <p:cNvSpPr>
            <a:spLocks noGrp="1"/>
          </p:cNvSpPr>
          <p:nvPr>
            <p:ph type="dt" sz="half" idx="10"/>
          </p:nvPr>
        </p:nvSpPr>
        <p:spPr/>
        <p:txBody>
          <a:bodyPr/>
          <a:lstStyle>
            <a:lvl1pPr>
              <a:defRPr/>
            </a:lvl1pPr>
          </a:lstStyle>
          <a:p>
            <a:pPr>
              <a:defRPr/>
            </a:pPr>
            <a:endParaRPr lang="en-US" altLang="zh-CN"/>
          </a:p>
        </p:txBody>
      </p:sp>
      <p:sp>
        <p:nvSpPr>
          <p:cNvPr id="5" name="页脚占位符 18"/>
          <p:cNvSpPr>
            <a:spLocks noGrp="1"/>
          </p:cNvSpPr>
          <p:nvPr>
            <p:ph type="ftr" sz="quarter" idx="11"/>
          </p:nvPr>
        </p:nvSpPr>
        <p:spPr/>
        <p:txBody>
          <a:bodyPr/>
          <a:lstStyle>
            <a:lvl1pPr>
              <a:defRPr/>
            </a:lvl1pPr>
          </a:lstStyle>
          <a:p>
            <a:pPr>
              <a:defRPr/>
            </a:pPr>
            <a:endParaRPr lang="en-US" altLang="zh-CN"/>
          </a:p>
        </p:txBody>
      </p:sp>
      <p:sp>
        <p:nvSpPr>
          <p:cNvPr id="6" name="灯片编号占位符 26"/>
          <p:cNvSpPr>
            <a:spLocks noGrp="1"/>
          </p:cNvSpPr>
          <p:nvPr>
            <p:ph type="sldNum" sz="quarter" idx="12"/>
          </p:nvPr>
        </p:nvSpPr>
        <p:spPr/>
        <p:txBody>
          <a:bodyPr/>
          <a:lstStyle>
            <a:lvl1pPr>
              <a:defRPr/>
            </a:lvl1pPr>
          </a:lstStyle>
          <a:p>
            <a:pPr>
              <a:defRPr/>
            </a:pPr>
            <a:fld id="{50250D5D-A3D6-4D41-94BF-17D8DF82EC46}" type="slidenum">
              <a:rPr lang="en-US" altLang="zh-CN"/>
            </a:fld>
            <a:endParaRPr lang="en-US" altLang="zh-CN"/>
          </a:p>
        </p:txBody>
      </p:sp>
    </p:spTree>
  </p:cSld>
  <p:clrMapOvr>
    <a:overrideClrMapping bg1="dk1" tx1="lt1" bg2="dk2" tx2="lt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a:p>
        </p:txBody>
      </p:sp>
      <p:sp>
        <p:nvSpPr>
          <p:cNvPr id="4" name="日期占位符 9"/>
          <p:cNvSpPr>
            <a:spLocks noGrp="1"/>
          </p:cNvSpPr>
          <p:nvPr>
            <p:ph type="dt" sz="half" idx="10"/>
          </p:nvPr>
        </p:nvSpPr>
        <p:spPr/>
        <p:txBody>
          <a:bodyPr/>
          <a:lstStyle>
            <a:lvl1pPr>
              <a:defRPr/>
            </a:lvl1pPr>
          </a:lstStyle>
          <a:p>
            <a:pPr>
              <a:defRPr/>
            </a:pPr>
            <a:endParaRPr lang="en-US" altLang="zh-CN"/>
          </a:p>
        </p:txBody>
      </p:sp>
      <p:sp>
        <p:nvSpPr>
          <p:cNvPr id="5" name="页脚占位符 21"/>
          <p:cNvSpPr>
            <a:spLocks noGrp="1"/>
          </p:cNvSpPr>
          <p:nvPr>
            <p:ph type="ftr" sz="quarter" idx="11"/>
          </p:nvPr>
        </p:nvSpPr>
        <p:spPr/>
        <p:txBody>
          <a:bodyPr/>
          <a:lstStyle>
            <a:lvl1pPr>
              <a:defRPr/>
            </a:lvl1pPr>
          </a:lstStyle>
          <a:p>
            <a:pPr>
              <a:defRPr/>
            </a:pPr>
            <a:endParaRPr lang="en-US" altLang="zh-CN"/>
          </a:p>
        </p:txBody>
      </p:sp>
      <p:sp>
        <p:nvSpPr>
          <p:cNvPr id="6" name="灯片编号占位符 17"/>
          <p:cNvSpPr>
            <a:spLocks noGrp="1"/>
          </p:cNvSpPr>
          <p:nvPr>
            <p:ph type="sldNum" sz="quarter" idx="12"/>
          </p:nvPr>
        </p:nvSpPr>
        <p:spPr/>
        <p:txBody>
          <a:bodyPr/>
          <a:lstStyle>
            <a:lvl1pPr>
              <a:defRPr/>
            </a:lvl1pPr>
          </a:lstStyle>
          <a:p>
            <a:pPr>
              <a:defRPr/>
            </a:pPr>
            <a:fld id="{E3C52541-0E55-448D-9C6C-64FB315CE913}" type="slidenum">
              <a:rPr lang="en-US" altLang="zh-CN"/>
            </a:fld>
            <a:endParaRPr lang="en-US" altLang="zh-CN"/>
          </a:p>
        </p:txBody>
      </p:sp>
      <p:sp>
        <p:nvSpPr>
          <p:cNvPr id="7" name="TextBox 6"/>
          <p:cNvSpPr txBox="1"/>
          <p:nvPr userDrawn="1"/>
        </p:nvSpPr>
        <p:spPr>
          <a:xfrm>
            <a:off x="5438755" y="0"/>
            <a:ext cx="3705245" cy="461665"/>
          </a:xfrm>
          <a:prstGeom prst="rect">
            <a:avLst/>
          </a:prstGeom>
          <a:noFill/>
        </p:spPr>
        <p:txBody>
          <a:bodyPr wrap="none" rtlCol="0">
            <a:spAutoFit/>
          </a:bodyPr>
          <a:lstStyle>
            <a:defPPr>
              <a:defRPr lang="zh-CN"/>
            </a:defPPr>
            <a:lvl1pPr algn="l" rtl="0" fontAlgn="base">
              <a:spcBef>
                <a:spcPct val="0"/>
              </a:spcBef>
              <a:spcAft>
                <a:spcPct val="0"/>
              </a:spcAft>
              <a:defRPr kumimoji="1" sz="2400" kern="1200">
                <a:solidFill>
                  <a:schemeClr val="tx1"/>
                </a:solidFill>
                <a:latin typeface="Verdana" panose="020B0804030504040204" pitchFamily="34" charset="0"/>
                <a:ea typeface="宋体" pitchFamily="2" charset="-122"/>
                <a:cs typeface="+mn-cs"/>
              </a:defRPr>
            </a:lvl1pPr>
            <a:lvl2pPr marL="457200" algn="l" rtl="0" fontAlgn="base">
              <a:spcBef>
                <a:spcPct val="0"/>
              </a:spcBef>
              <a:spcAft>
                <a:spcPct val="0"/>
              </a:spcAft>
              <a:defRPr kumimoji="1" sz="2400" kern="1200">
                <a:solidFill>
                  <a:schemeClr val="tx1"/>
                </a:solidFill>
                <a:latin typeface="Verdana" panose="020B0804030504040204" pitchFamily="34" charset="0"/>
                <a:ea typeface="宋体" pitchFamily="2" charset="-122"/>
                <a:cs typeface="+mn-cs"/>
              </a:defRPr>
            </a:lvl2pPr>
            <a:lvl3pPr marL="914400" algn="l" rtl="0" fontAlgn="base">
              <a:spcBef>
                <a:spcPct val="0"/>
              </a:spcBef>
              <a:spcAft>
                <a:spcPct val="0"/>
              </a:spcAft>
              <a:defRPr kumimoji="1" sz="2400" kern="1200">
                <a:solidFill>
                  <a:schemeClr val="tx1"/>
                </a:solidFill>
                <a:latin typeface="Verdana" panose="020B0804030504040204" pitchFamily="34" charset="0"/>
                <a:ea typeface="宋体" pitchFamily="2" charset="-122"/>
                <a:cs typeface="+mn-cs"/>
              </a:defRPr>
            </a:lvl3pPr>
            <a:lvl4pPr marL="1371600" algn="l" rtl="0" fontAlgn="base">
              <a:spcBef>
                <a:spcPct val="0"/>
              </a:spcBef>
              <a:spcAft>
                <a:spcPct val="0"/>
              </a:spcAft>
              <a:defRPr kumimoji="1" sz="2400" kern="1200">
                <a:solidFill>
                  <a:schemeClr val="tx1"/>
                </a:solidFill>
                <a:latin typeface="Verdana" panose="020B0804030504040204" pitchFamily="34" charset="0"/>
                <a:ea typeface="宋体" pitchFamily="2" charset="-122"/>
                <a:cs typeface="+mn-cs"/>
              </a:defRPr>
            </a:lvl4pPr>
            <a:lvl5pPr marL="1828800" algn="l" rtl="0" fontAlgn="base">
              <a:spcBef>
                <a:spcPct val="0"/>
              </a:spcBef>
              <a:spcAft>
                <a:spcPct val="0"/>
              </a:spcAft>
              <a:defRPr kumimoji="1" sz="2400" kern="1200">
                <a:solidFill>
                  <a:schemeClr val="tx1"/>
                </a:solidFill>
                <a:latin typeface="Verdana" panose="020B0804030504040204" pitchFamily="34" charset="0"/>
                <a:ea typeface="宋体" pitchFamily="2" charset="-122"/>
                <a:cs typeface="+mn-cs"/>
              </a:defRPr>
            </a:lvl5pPr>
            <a:lvl6pPr marL="2286000" algn="l" defTabSz="914400" rtl="0" eaLnBrk="1" latinLnBrk="0" hangingPunct="1">
              <a:defRPr kumimoji="1" sz="2400" kern="1200">
                <a:solidFill>
                  <a:schemeClr val="tx1"/>
                </a:solidFill>
                <a:latin typeface="Verdana" panose="020B0804030504040204" pitchFamily="34" charset="0"/>
                <a:ea typeface="宋体" pitchFamily="2" charset="-122"/>
                <a:cs typeface="+mn-cs"/>
              </a:defRPr>
            </a:lvl6pPr>
            <a:lvl7pPr marL="2743200" algn="l" defTabSz="914400" rtl="0" eaLnBrk="1" latinLnBrk="0" hangingPunct="1">
              <a:defRPr kumimoji="1" sz="2400" kern="1200">
                <a:solidFill>
                  <a:schemeClr val="tx1"/>
                </a:solidFill>
                <a:latin typeface="Verdana" panose="020B0804030504040204" pitchFamily="34" charset="0"/>
                <a:ea typeface="宋体" pitchFamily="2" charset="-122"/>
                <a:cs typeface="+mn-cs"/>
              </a:defRPr>
            </a:lvl7pPr>
            <a:lvl8pPr marL="3200400" algn="l" defTabSz="914400" rtl="0" eaLnBrk="1" latinLnBrk="0" hangingPunct="1">
              <a:defRPr kumimoji="1" sz="2400" kern="1200">
                <a:solidFill>
                  <a:schemeClr val="tx1"/>
                </a:solidFill>
                <a:latin typeface="Verdana" panose="020B0804030504040204" pitchFamily="34" charset="0"/>
                <a:ea typeface="宋体" pitchFamily="2" charset="-122"/>
                <a:cs typeface="+mn-cs"/>
              </a:defRPr>
            </a:lvl8pPr>
            <a:lvl9pPr marL="3657600" algn="l" defTabSz="914400" rtl="0" eaLnBrk="1" latinLnBrk="0" hangingPunct="1">
              <a:defRPr kumimoji="1" sz="2400" kern="1200">
                <a:solidFill>
                  <a:schemeClr val="tx1"/>
                </a:solidFill>
                <a:latin typeface="Verdana" panose="020B0804030504040204" pitchFamily="34" charset="0"/>
                <a:ea typeface="宋体" pitchFamily="2" charset="-122"/>
                <a:cs typeface="+mn-cs"/>
              </a:defRPr>
            </a:lvl9pPr>
          </a:lstStyle>
          <a:p>
            <a:r>
              <a:rPr lang="en-US" altLang="zh-CN" i="1" dirty="0">
                <a:solidFill>
                  <a:srgbClr val="66CCFF"/>
                </a:solidFill>
                <a:effectLst>
                  <a:outerShdw blurRad="38100" dist="38100" dir="2700000" algn="tl">
                    <a:srgbClr val="000000">
                      <a:alpha val="43137"/>
                    </a:srgbClr>
                  </a:outerShdw>
                </a:effectLst>
              </a:rPr>
              <a:t>HUST-CS      PANPENG</a:t>
            </a:r>
            <a:endParaRPr lang="zh-CN" altLang="en-US" i="1" dirty="0">
              <a:solidFill>
                <a:srgbClr val="66CCFF"/>
              </a:solidFill>
              <a:effectLst>
                <a:outerShdw blurRad="38100" dist="38100" dir="2700000" algn="tl">
                  <a:srgbClr val="000000">
                    <a:alpha val="43137"/>
                  </a:srgbClr>
                </a:outerShdw>
              </a:effectLst>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bg>
      <p:bgRef idx="1002">
        <a:schemeClr val="bg2"/>
      </p:bgRef>
    </p:bg>
    <p:spTree>
      <p:nvGrpSpPr>
        <p:cNvPr id="1" name=""/>
        <p:cNvGrpSpPr/>
        <p:nvPr/>
      </p:nvGrpSpPr>
      <p:grpSpPr>
        <a:xfrm>
          <a:off x="0" y="0"/>
          <a:ext cx="0" cy="0"/>
          <a:chOff x="0" y="0"/>
          <a:chExt cx="0" cy="0"/>
        </a:xfrm>
      </p:grpSpPr>
      <p:sp>
        <p:nvSpPr>
          <p:cNvPr id="2" name="标题 1"/>
          <p:cNvSpPr>
            <a:spLocks noGrp="1"/>
          </p:cNvSpPr>
          <p:nvPr>
            <p:ph type="title"/>
          </p:nvPr>
        </p:nvSpPr>
        <p:spPr>
          <a:xfrm>
            <a:off x="530352" y="1316736"/>
            <a:ext cx="7772400" cy="1362456"/>
          </a:xfrm>
          <a:ln>
            <a:noFill/>
          </a:ln>
        </p:spPr>
        <p:txBody>
          <a:bodyPr tIns="0">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lang="zh-CN" altLang="en-US"/>
              <a:t>单击此处编辑母版标题样式</a:t>
            </a:r>
            <a:endParaRPr lang="en-US"/>
          </a:p>
        </p:txBody>
      </p:sp>
      <p:sp>
        <p:nvSpPr>
          <p:cNvPr id="3" name="文本占位符 2"/>
          <p:cNvSpPr>
            <a:spLocks noGrp="1"/>
          </p:cNvSpPr>
          <p:nvPr>
            <p:ph type="body" idx="1"/>
          </p:nvPr>
        </p:nvSpPr>
        <p:spPr>
          <a:xfrm>
            <a:off x="530352" y="2704664"/>
            <a:ext cx="7772400" cy="1509712"/>
          </a:xfrm>
        </p:spPr>
        <p:txBody>
          <a:bodyPr lIns="45720" rIns="45720"/>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lvl1pPr>
              <a:defRPr/>
            </a:lvl1pPr>
          </a:lstStyle>
          <a:p>
            <a:pPr>
              <a:defRPr/>
            </a:pPr>
            <a:endParaRPr lang="en-US" altLang="zh-CN"/>
          </a:p>
        </p:txBody>
      </p:sp>
      <p:sp>
        <p:nvSpPr>
          <p:cNvPr id="5" name="页脚占位符 4"/>
          <p:cNvSpPr>
            <a:spLocks noGrp="1"/>
          </p:cNvSpPr>
          <p:nvPr>
            <p:ph type="ftr" sz="quarter" idx="11"/>
          </p:nvPr>
        </p:nvSpPr>
        <p:spPr/>
        <p:txBody>
          <a:bodyPr/>
          <a:lstStyle>
            <a:lvl1pPr>
              <a:defRPr/>
            </a:lvl1pPr>
          </a:lstStyle>
          <a:p>
            <a:pPr>
              <a:defRPr/>
            </a:pPr>
            <a:endParaRPr lang="en-US" altLang="zh-CN"/>
          </a:p>
        </p:txBody>
      </p:sp>
      <p:sp>
        <p:nvSpPr>
          <p:cNvPr id="6" name="灯片编号占位符 5"/>
          <p:cNvSpPr>
            <a:spLocks noGrp="1"/>
          </p:cNvSpPr>
          <p:nvPr>
            <p:ph type="sldNum" sz="quarter" idx="12"/>
          </p:nvPr>
        </p:nvSpPr>
        <p:spPr/>
        <p:txBody>
          <a:bodyPr/>
          <a:lstStyle>
            <a:lvl1pPr>
              <a:defRPr/>
            </a:lvl1pPr>
          </a:lstStyle>
          <a:p>
            <a:pPr>
              <a:defRPr/>
            </a:pPr>
            <a:fld id="{3FA79783-F830-498F-9D21-E25BED1F02DF}" type="slidenum">
              <a:rPr lang="en-US" altLang="zh-CN"/>
            </a:fld>
            <a:endParaRPr lang="en-US" altLang="zh-CN"/>
          </a:p>
        </p:txBody>
      </p:sp>
    </p:spTree>
  </p:cSld>
  <p:clrMapOvr>
    <a:overrideClrMapping bg1="dk1" tx1="lt1" bg2="dk2" tx2="lt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704088"/>
            <a:ext cx="8229600" cy="1143000"/>
          </a:xfrm>
        </p:spPr>
        <p:txBody>
          <a:bodyPr/>
          <a:lstStyle/>
          <a:p>
            <a:r>
              <a:rPr lang="zh-CN" altLang="en-US"/>
              <a:t>单击此处编辑母版标题样式</a:t>
            </a:r>
            <a:endParaRPr lang="en-US"/>
          </a:p>
        </p:txBody>
      </p:sp>
      <p:sp>
        <p:nvSpPr>
          <p:cNvPr id="3" name="内容占位符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a:p>
        </p:txBody>
      </p:sp>
      <p:sp>
        <p:nvSpPr>
          <p:cNvPr id="4" name="内容占位符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a:p>
        </p:txBody>
      </p:sp>
      <p:sp>
        <p:nvSpPr>
          <p:cNvPr id="5" name="日期占位符 9"/>
          <p:cNvSpPr>
            <a:spLocks noGrp="1"/>
          </p:cNvSpPr>
          <p:nvPr>
            <p:ph type="dt" sz="half" idx="10"/>
          </p:nvPr>
        </p:nvSpPr>
        <p:spPr/>
        <p:txBody>
          <a:bodyPr/>
          <a:lstStyle>
            <a:lvl1pPr>
              <a:defRPr/>
            </a:lvl1pPr>
          </a:lstStyle>
          <a:p>
            <a:pPr>
              <a:defRPr/>
            </a:pPr>
            <a:endParaRPr lang="en-US" altLang="zh-CN"/>
          </a:p>
        </p:txBody>
      </p:sp>
      <p:sp>
        <p:nvSpPr>
          <p:cNvPr id="6" name="页脚占位符 21"/>
          <p:cNvSpPr>
            <a:spLocks noGrp="1"/>
          </p:cNvSpPr>
          <p:nvPr>
            <p:ph type="ftr" sz="quarter" idx="11"/>
          </p:nvPr>
        </p:nvSpPr>
        <p:spPr/>
        <p:txBody>
          <a:bodyPr/>
          <a:lstStyle>
            <a:lvl1pPr>
              <a:defRPr/>
            </a:lvl1pPr>
          </a:lstStyle>
          <a:p>
            <a:pPr>
              <a:defRPr/>
            </a:pPr>
            <a:endParaRPr lang="en-US" altLang="zh-CN"/>
          </a:p>
        </p:txBody>
      </p:sp>
      <p:sp>
        <p:nvSpPr>
          <p:cNvPr id="7" name="灯片编号占位符 17"/>
          <p:cNvSpPr>
            <a:spLocks noGrp="1"/>
          </p:cNvSpPr>
          <p:nvPr>
            <p:ph type="sldNum" sz="quarter" idx="12"/>
          </p:nvPr>
        </p:nvSpPr>
        <p:spPr/>
        <p:txBody>
          <a:bodyPr/>
          <a:lstStyle>
            <a:lvl1pPr>
              <a:defRPr/>
            </a:lvl1pPr>
          </a:lstStyle>
          <a:p>
            <a:pPr>
              <a:defRPr/>
            </a:pPr>
            <a:fld id="{6864ECA4-F2FC-4F1A-B74C-589642A8A804}" type="slidenum">
              <a:rPr lang="en-US" altLang="zh-CN"/>
            </a:fld>
            <a:endParaRPr lang="en-US" altLang="zh-CN"/>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704088"/>
            <a:ext cx="8229600" cy="1143000"/>
          </a:xfrm>
        </p:spPr>
        <p:txBody>
          <a:bodyPr/>
          <a:lstStyle>
            <a:lvl1pPr>
              <a:defRPr/>
            </a:lvl1pPr>
          </a:lstStyle>
          <a:p>
            <a:r>
              <a:rPr lang="zh-CN" altLang="en-US"/>
              <a:t>单击此处编辑母版标题样式</a:t>
            </a:r>
            <a:endParaRPr lang="en-US"/>
          </a:p>
        </p:txBody>
      </p:sp>
      <p:sp>
        <p:nvSpPr>
          <p:cNvPr id="3" name="文本占位符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a:r>
              <a:rPr lang="zh-CN" altLang="en-US"/>
              <a:t>单击此处编辑母版文本样式</a:t>
            </a:r>
            <a:endParaRPr lang="zh-CN" altLang="en-US"/>
          </a:p>
        </p:txBody>
      </p:sp>
      <p:sp>
        <p:nvSpPr>
          <p:cNvPr id="4" name="文本占位符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a:r>
              <a:rPr lang="zh-CN" altLang="en-US"/>
              <a:t>单击此处编辑母版文本样式</a:t>
            </a:r>
            <a:endParaRPr lang="zh-CN" altLang="en-US"/>
          </a:p>
        </p:txBody>
      </p:sp>
      <p:sp>
        <p:nvSpPr>
          <p:cNvPr id="5" name="内容占位符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a:p>
        </p:txBody>
      </p:sp>
      <p:sp>
        <p:nvSpPr>
          <p:cNvPr id="6" name="内容占位符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a:p>
        </p:txBody>
      </p:sp>
      <p:sp>
        <p:nvSpPr>
          <p:cNvPr id="7" name="日期占位符 9"/>
          <p:cNvSpPr>
            <a:spLocks noGrp="1"/>
          </p:cNvSpPr>
          <p:nvPr>
            <p:ph type="dt" sz="half" idx="10"/>
          </p:nvPr>
        </p:nvSpPr>
        <p:spPr/>
        <p:txBody>
          <a:bodyPr/>
          <a:lstStyle>
            <a:lvl1pPr>
              <a:defRPr/>
            </a:lvl1pPr>
          </a:lstStyle>
          <a:p>
            <a:pPr>
              <a:defRPr/>
            </a:pPr>
            <a:endParaRPr lang="en-US" altLang="zh-CN"/>
          </a:p>
        </p:txBody>
      </p:sp>
      <p:sp>
        <p:nvSpPr>
          <p:cNvPr id="8" name="页脚占位符 21"/>
          <p:cNvSpPr>
            <a:spLocks noGrp="1"/>
          </p:cNvSpPr>
          <p:nvPr>
            <p:ph type="ftr" sz="quarter" idx="11"/>
          </p:nvPr>
        </p:nvSpPr>
        <p:spPr/>
        <p:txBody>
          <a:bodyPr/>
          <a:lstStyle>
            <a:lvl1pPr>
              <a:defRPr/>
            </a:lvl1pPr>
          </a:lstStyle>
          <a:p>
            <a:pPr>
              <a:defRPr/>
            </a:pPr>
            <a:endParaRPr lang="en-US" altLang="zh-CN"/>
          </a:p>
        </p:txBody>
      </p:sp>
      <p:sp>
        <p:nvSpPr>
          <p:cNvPr id="9" name="灯片编号占位符 17"/>
          <p:cNvSpPr>
            <a:spLocks noGrp="1"/>
          </p:cNvSpPr>
          <p:nvPr>
            <p:ph type="sldNum" sz="quarter" idx="12"/>
          </p:nvPr>
        </p:nvSpPr>
        <p:spPr/>
        <p:txBody>
          <a:bodyPr/>
          <a:lstStyle>
            <a:lvl1pPr>
              <a:defRPr/>
            </a:lvl1pPr>
          </a:lstStyle>
          <a:p>
            <a:pPr>
              <a:defRPr/>
            </a:pPr>
            <a:fld id="{003D0A2A-D00A-4572-877B-262E4FC5A08B}" type="slidenum">
              <a:rPr lang="en-US" altLang="zh-CN"/>
            </a:fld>
            <a:endParaRPr lang="en-US" altLang="zh-CN"/>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704088"/>
            <a:ext cx="8305800" cy="1143000"/>
          </a:xfrm>
        </p:spPr>
        <p:txBody>
          <a:bodyPr>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lang="zh-CN" altLang="en-US"/>
              <a:t>单击此处编辑母版标题样式</a:t>
            </a:r>
            <a:endParaRPr lang="en-US"/>
          </a:p>
        </p:txBody>
      </p:sp>
      <p:sp>
        <p:nvSpPr>
          <p:cNvPr id="3" name="日期占位符 9"/>
          <p:cNvSpPr>
            <a:spLocks noGrp="1"/>
          </p:cNvSpPr>
          <p:nvPr>
            <p:ph type="dt" sz="half" idx="10"/>
          </p:nvPr>
        </p:nvSpPr>
        <p:spPr/>
        <p:txBody>
          <a:bodyPr/>
          <a:lstStyle>
            <a:lvl1pPr>
              <a:defRPr/>
            </a:lvl1pPr>
          </a:lstStyle>
          <a:p>
            <a:pPr>
              <a:defRPr/>
            </a:pPr>
            <a:endParaRPr lang="en-US" altLang="zh-CN"/>
          </a:p>
        </p:txBody>
      </p:sp>
      <p:sp>
        <p:nvSpPr>
          <p:cNvPr id="4" name="页脚占位符 21"/>
          <p:cNvSpPr>
            <a:spLocks noGrp="1"/>
          </p:cNvSpPr>
          <p:nvPr>
            <p:ph type="ftr" sz="quarter" idx="11"/>
          </p:nvPr>
        </p:nvSpPr>
        <p:spPr/>
        <p:txBody>
          <a:bodyPr/>
          <a:lstStyle>
            <a:lvl1pPr>
              <a:defRPr/>
            </a:lvl1pPr>
          </a:lstStyle>
          <a:p>
            <a:pPr>
              <a:defRPr/>
            </a:pPr>
            <a:endParaRPr lang="en-US" altLang="zh-CN"/>
          </a:p>
        </p:txBody>
      </p:sp>
      <p:sp>
        <p:nvSpPr>
          <p:cNvPr id="5" name="灯片编号占位符 17"/>
          <p:cNvSpPr>
            <a:spLocks noGrp="1"/>
          </p:cNvSpPr>
          <p:nvPr>
            <p:ph type="sldNum" sz="quarter" idx="12"/>
          </p:nvPr>
        </p:nvSpPr>
        <p:spPr/>
        <p:txBody>
          <a:bodyPr/>
          <a:lstStyle>
            <a:lvl1pPr>
              <a:defRPr/>
            </a:lvl1pPr>
          </a:lstStyle>
          <a:p>
            <a:pPr>
              <a:defRPr/>
            </a:pPr>
            <a:fld id="{B255E60C-A6B9-4AA9-B75B-FA4C81E8588A}" type="slidenum">
              <a:rPr lang="en-US" altLang="zh-CN"/>
            </a:fld>
            <a:endParaRPr lang="en-US" altLang="zh-CN"/>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9"/>
          <p:cNvSpPr>
            <a:spLocks noGrp="1"/>
          </p:cNvSpPr>
          <p:nvPr>
            <p:ph type="dt" sz="half" idx="10"/>
          </p:nvPr>
        </p:nvSpPr>
        <p:spPr/>
        <p:txBody>
          <a:bodyPr/>
          <a:lstStyle>
            <a:lvl1pPr>
              <a:defRPr/>
            </a:lvl1pPr>
          </a:lstStyle>
          <a:p>
            <a:pPr>
              <a:defRPr/>
            </a:pPr>
            <a:endParaRPr lang="en-US" altLang="zh-CN"/>
          </a:p>
        </p:txBody>
      </p:sp>
      <p:sp>
        <p:nvSpPr>
          <p:cNvPr id="3" name="页脚占位符 21"/>
          <p:cNvSpPr>
            <a:spLocks noGrp="1"/>
          </p:cNvSpPr>
          <p:nvPr>
            <p:ph type="ftr" sz="quarter" idx="11"/>
          </p:nvPr>
        </p:nvSpPr>
        <p:spPr/>
        <p:txBody>
          <a:bodyPr/>
          <a:lstStyle>
            <a:lvl1pPr>
              <a:defRPr/>
            </a:lvl1pPr>
          </a:lstStyle>
          <a:p>
            <a:pPr>
              <a:defRPr/>
            </a:pPr>
            <a:endParaRPr lang="en-US" altLang="zh-CN"/>
          </a:p>
        </p:txBody>
      </p:sp>
      <p:sp>
        <p:nvSpPr>
          <p:cNvPr id="4" name="灯片编号占位符 17"/>
          <p:cNvSpPr>
            <a:spLocks noGrp="1"/>
          </p:cNvSpPr>
          <p:nvPr>
            <p:ph type="sldNum" sz="quarter" idx="12"/>
          </p:nvPr>
        </p:nvSpPr>
        <p:spPr/>
        <p:txBody>
          <a:bodyPr/>
          <a:lstStyle>
            <a:lvl1pPr>
              <a:defRPr/>
            </a:lvl1pPr>
          </a:lstStyle>
          <a:p>
            <a:pPr>
              <a:defRPr/>
            </a:pPr>
            <a:fld id="{A4A714E6-9499-4B9D-945F-12ACD332B638}" type="slidenum">
              <a:rPr lang="en-US" altLang="zh-CN"/>
            </a:fld>
            <a:endParaRPr lang="en-US" altLang="zh-CN"/>
          </a:p>
        </p:txBody>
      </p:sp>
      <p:sp>
        <p:nvSpPr>
          <p:cNvPr id="5" name="TextBox 4"/>
          <p:cNvSpPr txBox="1"/>
          <p:nvPr userDrawn="1"/>
        </p:nvSpPr>
        <p:spPr>
          <a:xfrm>
            <a:off x="5438755" y="0"/>
            <a:ext cx="3705245" cy="461665"/>
          </a:xfrm>
          <a:prstGeom prst="rect">
            <a:avLst/>
          </a:prstGeom>
          <a:noFill/>
        </p:spPr>
        <p:txBody>
          <a:bodyPr wrap="none" rtlCol="0">
            <a:spAutoFit/>
          </a:bodyPr>
          <a:lstStyle>
            <a:defPPr>
              <a:defRPr lang="zh-CN"/>
            </a:defPPr>
            <a:lvl1pPr algn="l" rtl="0" fontAlgn="base">
              <a:spcBef>
                <a:spcPct val="0"/>
              </a:spcBef>
              <a:spcAft>
                <a:spcPct val="0"/>
              </a:spcAft>
              <a:defRPr kumimoji="1" sz="2400" kern="1200">
                <a:solidFill>
                  <a:schemeClr val="tx1"/>
                </a:solidFill>
                <a:latin typeface="Verdana" panose="020B0804030504040204" pitchFamily="34" charset="0"/>
                <a:ea typeface="宋体" pitchFamily="2" charset="-122"/>
                <a:cs typeface="+mn-cs"/>
              </a:defRPr>
            </a:lvl1pPr>
            <a:lvl2pPr marL="457200" algn="l" rtl="0" fontAlgn="base">
              <a:spcBef>
                <a:spcPct val="0"/>
              </a:spcBef>
              <a:spcAft>
                <a:spcPct val="0"/>
              </a:spcAft>
              <a:defRPr kumimoji="1" sz="2400" kern="1200">
                <a:solidFill>
                  <a:schemeClr val="tx1"/>
                </a:solidFill>
                <a:latin typeface="Verdana" panose="020B0804030504040204" pitchFamily="34" charset="0"/>
                <a:ea typeface="宋体" pitchFamily="2" charset="-122"/>
                <a:cs typeface="+mn-cs"/>
              </a:defRPr>
            </a:lvl2pPr>
            <a:lvl3pPr marL="914400" algn="l" rtl="0" fontAlgn="base">
              <a:spcBef>
                <a:spcPct val="0"/>
              </a:spcBef>
              <a:spcAft>
                <a:spcPct val="0"/>
              </a:spcAft>
              <a:defRPr kumimoji="1" sz="2400" kern="1200">
                <a:solidFill>
                  <a:schemeClr val="tx1"/>
                </a:solidFill>
                <a:latin typeface="Verdana" panose="020B0804030504040204" pitchFamily="34" charset="0"/>
                <a:ea typeface="宋体" pitchFamily="2" charset="-122"/>
                <a:cs typeface="+mn-cs"/>
              </a:defRPr>
            </a:lvl3pPr>
            <a:lvl4pPr marL="1371600" algn="l" rtl="0" fontAlgn="base">
              <a:spcBef>
                <a:spcPct val="0"/>
              </a:spcBef>
              <a:spcAft>
                <a:spcPct val="0"/>
              </a:spcAft>
              <a:defRPr kumimoji="1" sz="2400" kern="1200">
                <a:solidFill>
                  <a:schemeClr val="tx1"/>
                </a:solidFill>
                <a:latin typeface="Verdana" panose="020B0804030504040204" pitchFamily="34" charset="0"/>
                <a:ea typeface="宋体" pitchFamily="2" charset="-122"/>
                <a:cs typeface="+mn-cs"/>
              </a:defRPr>
            </a:lvl4pPr>
            <a:lvl5pPr marL="1828800" algn="l" rtl="0" fontAlgn="base">
              <a:spcBef>
                <a:spcPct val="0"/>
              </a:spcBef>
              <a:spcAft>
                <a:spcPct val="0"/>
              </a:spcAft>
              <a:defRPr kumimoji="1" sz="2400" kern="1200">
                <a:solidFill>
                  <a:schemeClr val="tx1"/>
                </a:solidFill>
                <a:latin typeface="Verdana" panose="020B0804030504040204" pitchFamily="34" charset="0"/>
                <a:ea typeface="宋体" pitchFamily="2" charset="-122"/>
                <a:cs typeface="+mn-cs"/>
              </a:defRPr>
            </a:lvl5pPr>
            <a:lvl6pPr marL="2286000" algn="l" defTabSz="914400" rtl="0" eaLnBrk="1" latinLnBrk="0" hangingPunct="1">
              <a:defRPr kumimoji="1" sz="2400" kern="1200">
                <a:solidFill>
                  <a:schemeClr val="tx1"/>
                </a:solidFill>
                <a:latin typeface="Verdana" panose="020B0804030504040204" pitchFamily="34" charset="0"/>
                <a:ea typeface="宋体" pitchFamily="2" charset="-122"/>
                <a:cs typeface="+mn-cs"/>
              </a:defRPr>
            </a:lvl6pPr>
            <a:lvl7pPr marL="2743200" algn="l" defTabSz="914400" rtl="0" eaLnBrk="1" latinLnBrk="0" hangingPunct="1">
              <a:defRPr kumimoji="1" sz="2400" kern="1200">
                <a:solidFill>
                  <a:schemeClr val="tx1"/>
                </a:solidFill>
                <a:latin typeface="Verdana" panose="020B0804030504040204" pitchFamily="34" charset="0"/>
                <a:ea typeface="宋体" pitchFamily="2" charset="-122"/>
                <a:cs typeface="+mn-cs"/>
              </a:defRPr>
            </a:lvl7pPr>
            <a:lvl8pPr marL="3200400" algn="l" defTabSz="914400" rtl="0" eaLnBrk="1" latinLnBrk="0" hangingPunct="1">
              <a:defRPr kumimoji="1" sz="2400" kern="1200">
                <a:solidFill>
                  <a:schemeClr val="tx1"/>
                </a:solidFill>
                <a:latin typeface="Verdana" panose="020B0804030504040204" pitchFamily="34" charset="0"/>
                <a:ea typeface="宋体" pitchFamily="2" charset="-122"/>
                <a:cs typeface="+mn-cs"/>
              </a:defRPr>
            </a:lvl8pPr>
            <a:lvl9pPr marL="3657600" algn="l" defTabSz="914400" rtl="0" eaLnBrk="1" latinLnBrk="0" hangingPunct="1">
              <a:defRPr kumimoji="1" sz="2400" kern="1200">
                <a:solidFill>
                  <a:schemeClr val="tx1"/>
                </a:solidFill>
                <a:latin typeface="Verdana" panose="020B0804030504040204" pitchFamily="34" charset="0"/>
                <a:ea typeface="宋体" pitchFamily="2" charset="-122"/>
                <a:cs typeface="+mn-cs"/>
              </a:defRPr>
            </a:lvl9pPr>
          </a:lstStyle>
          <a:p>
            <a:r>
              <a:rPr lang="en-US" altLang="zh-CN" i="1" dirty="0">
                <a:solidFill>
                  <a:srgbClr val="66CCFF"/>
                </a:solidFill>
                <a:effectLst>
                  <a:outerShdw blurRad="38100" dist="38100" dir="2700000" algn="tl">
                    <a:srgbClr val="000000">
                      <a:alpha val="43137"/>
                    </a:srgbClr>
                  </a:outerShdw>
                </a:effectLst>
              </a:rPr>
              <a:t>HUST-CS      PANPENG</a:t>
            </a:r>
            <a:endParaRPr lang="zh-CN" altLang="en-US" i="1" dirty="0">
              <a:solidFill>
                <a:srgbClr val="66CCFF"/>
              </a:solidFill>
              <a:effectLst>
                <a:outerShdw blurRad="38100" dist="38100" dir="2700000" algn="tl">
                  <a:srgbClr val="000000">
                    <a:alpha val="43137"/>
                  </a:srgbClr>
                </a:outerShdw>
              </a:effectLst>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85800" y="514352"/>
            <a:ext cx="2743200" cy="1162050"/>
          </a:xfrm>
        </p:spPr>
        <p:txBody>
          <a:bodyPr>
            <a:noAutofit/>
          </a:bodyPr>
          <a:lstStyle>
            <a:lvl1pPr algn="l" rtl="0">
              <a:spcBef>
                <a:spcPct val="0"/>
              </a:spcBef>
              <a:buNone/>
              <a:defRPr sz="2600" b="0">
                <a:ln>
                  <a:noFill/>
                </a:ln>
                <a:solidFill>
                  <a:schemeClr val="tx2"/>
                </a:solidFill>
                <a:effectLst/>
                <a:latin typeface="+mj-lt"/>
                <a:ea typeface="+mj-ea"/>
                <a:cs typeface="+mj-cs"/>
              </a:defRPr>
            </a:lvl1pPr>
          </a:lstStyle>
          <a:p>
            <a:r>
              <a:rPr lang="zh-CN" altLang="en-US"/>
              <a:t>单击此处编辑母版标题样式</a:t>
            </a:r>
            <a:endParaRPr lang="en-US"/>
          </a:p>
        </p:txBody>
      </p:sp>
      <p:sp>
        <p:nvSpPr>
          <p:cNvPr id="3" name="文本占位符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a:r>
              <a:rPr lang="zh-CN" altLang="en-US"/>
              <a:t>单击此处编辑母版文本样式</a:t>
            </a:r>
            <a:endParaRPr lang="zh-CN" altLang="en-US"/>
          </a:p>
        </p:txBody>
      </p:sp>
      <p:sp>
        <p:nvSpPr>
          <p:cNvPr id="4" name="内容占位符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a:p>
        </p:txBody>
      </p:sp>
      <p:sp>
        <p:nvSpPr>
          <p:cNvPr id="5" name="日期占位符 9"/>
          <p:cNvSpPr>
            <a:spLocks noGrp="1"/>
          </p:cNvSpPr>
          <p:nvPr>
            <p:ph type="dt" sz="half" idx="10"/>
          </p:nvPr>
        </p:nvSpPr>
        <p:spPr/>
        <p:txBody>
          <a:bodyPr/>
          <a:lstStyle>
            <a:lvl1pPr>
              <a:defRPr/>
            </a:lvl1pPr>
          </a:lstStyle>
          <a:p>
            <a:pPr>
              <a:defRPr/>
            </a:pPr>
            <a:endParaRPr lang="en-US" altLang="zh-CN"/>
          </a:p>
        </p:txBody>
      </p:sp>
      <p:sp>
        <p:nvSpPr>
          <p:cNvPr id="6" name="页脚占位符 21"/>
          <p:cNvSpPr>
            <a:spLocks noGrp="1"/>
          </p:cNvSpPr>
          <p:nvPr>
            <p:ph type="ftr" sz="quarter" idx="11"/>
          </p:nvPr>
        </p:nvSpPr>
        <p:spPr/>
        <p:txBody>
          <a:bodyPr/>
          <a:lstStyle>
            <a:lvl1pPr>
              <a:defRPr/>
            </a:lvl1pPr>
          </a:lstStyle>
          <a:p>
            <a:pPr>
              <a:defRPr/>
            </a:pPr>
            <a:endParaRPr lang="en-US" altLang="zh-CN"/>
          </a:p>
        </p:txBody>
      </p:sp>
      <p:sp>
        <p:nvSpPr>
          <p:cNvPr id="7" name="灯片编号占位符 17"/>
          <p:cNvSpPr>
            <a:spLocks noGrp="1"/>
          </p:cNvSpPr>
          <p:nvPr>
            <p:ph type="sldNum" sz="quarter" idx="12"/>
          </p:nvPr>
        </p:nvSpPr>
        <p:spPr/>
        <p:txBody>
          <a:bodyPr/>
          <a:lstStyle>
            <a:lvl1pPr>
              <a:defRPr/>
            </a:lvl1pPr>
          </a:lstStyle>
          <a:p>
            <a:pPr>
              <a:defRPr/>
            </a:pPr>
            <a:fld id="{8E7B7CA0-9917-4298-ADF2-A289072BC831}" type="slidenum">
              <a:rPr lang="en-US" altLang="zh-CN"/>
            </a:fld>
            <a:endParaRPr lang="en-US" altLang="zh-CN"/>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showMasterSp="0">
  <p:cSld name="图片与标题">
    <p:spTree>
      <p:nvGrpSpPr>
        <p:cNvPr id="1" name=""/>
        <p:cNvGrpSpPr/>
        <p:nvPr/>
      </p:nvGrpSpPr>
      <p:grpSpPr>
        <a:xfrm>
          <a:off x="0" y="0"/>
          <a:ext cx="0" cy="0"/>
          <a:chOff x="0" y="0"/>
          <a:chExt cx="0" cy="0"/>
        </a:xfrm>
      </p:grpSpPr>
      <p:sp>
        <p:nvSpPr>
          <p:cNvPr id="5" name="单圆角矩形 4"/>
          <p:cNvSpPr/>
          <p:nvPr/>
        </p:nvSpPr>
        <p:spPr>
          <a:xfrm rot="420000" flipV="1">
            <a:off x="3165475" y="1108075"/>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anchor="ctr"/>
          <a:lstStyle/>
          <a:p>
            <a:pPr algn="ctr">
              <a:defRPr/>
            </a:pPr>
            <a:endParaRPr kumimoji="0" lang="en-US"/>
          </a:p>
        </p:txBody>
      </p:sp>
      <p:sp>
        <p:nvSpPr>
          <p:cNvPr id="6" name="直角三角形 5"/>
          <p:cNvSpPr/>
          <p:nvPr/>
        </p:nvSpPr>
        <p:spPr>
          <a:xfrm rot="420000" flipV="1">
            <a:off x="8004175" y="5359400"/>
            <a:ext cx="155575" cy="155575"/>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anchor="ctr"/>
          <a:lstStyle/>
          <a:p>
            <a:pPr algn="ctr">
              <a:defRPr/>
            </a:pPr>
            <a:endParaRPr kumimoji="0" lang="en-US"/>
          </a:p>
        </p:txBody>
      </p:sp>
      <p:sp>
        <p:nvSpPr>
          <p:cNvPr id="7" name="任意多边形 6"/>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a:lstStyle/>
          <a:p>
            <a:pPr>
              <a:defRPr/>
            </a:pPr>
            <a:endParaRPr kumimoji="0" lang="en-US">
              <a:latin typeface="+mn-lt"/>
              <a:ea typeface="+mn-ea"/>
            </a:endParaRPr>
          </a:p>
        </p:txBody>
      </p:sp>
      <p:sp>
        <p:nvSpPr>
          <p:cNvPr id="8" name="任意多边形 7"/>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a:lstStyle/>
          <a:p>
            <a:pPr>
              <a:defRPr/>
            </a:pPr>
            <a:endParaRPr kumimoji="0" lang="en-US">
              <a:latin typeface="+mn-lt"/>
              <a:ea typeface="+mn-ea"/>
            </a:endParaRPr>
          </a:p>
        </p:txBody>
      </p:sp>
      <p:sp>
        <p:nvSpPr>
          <p:cNvPr id="2" name="标题 1"/>
          <p:cNvSpPr>
            <a:spLocks noGrp="1"/>
          </p:cNvSpPr>
          <p:nvPr>
            <p:ph type="title"/>
          </p:nvPr>
        </p:nvSpPr>
        <p:spPr>
          <a:xfrm>
            <a:off x="609600" y="1176996"/>
            <a:ext cx="2212848" cy="1582621"/>
          </a:xfrm>
        </p:spPr>
        <p:txBody>
          <a:bodyPr lIns="45720" rIns="45720" bIns="45720"/>
          <a:lstStyle>
            <a:lvl1pPr algn="l">
              <a:buNone/>
              <a:defRPr sz="2000" b="1">
                <a:solidFill>
                  <a:schemeClr val="tx2"/>
                </a:solidFill>
              </a:defRPr>
            </a:lvl1pPr>
          </a:lstStyle>
          <a:p>
            <a:r>
              <a:rPr lang="zh-CN" altLang="en-US"/>
              <a:t>单击此处编辑母版标题样式</a:t>
            </a:r>
            <a:endParaRPr lang="en-US"/>
          </a:p>
        </p:txBody>
      </p:sp>
      <p:sp>
        <p:nvSpPr>
          <p:cNvPr id="4" name="文本占位符 3"/>
          <p:cNvSpPr>
            <a:spLocks noGrp="1"/>
          </p:cNvSpPr>
          <p:nvPr>
            <p:ph type="body" sz="half" idx="2"/>
          </p:nvPr>
        </p:nvSpPr>
        <p:spPr>
          <a:xfrm>
            <a:off x="609600" y="2828785"/>
            <a:ext cx="2209800" cy="2179320"/>
          </a:xfrm>
        </p:spPr>
        <p:txBody>
          <a:bodyPr lIns="64008" rIns="45720"/>
          <a:lstStyle>
            <a:lvl1pPr marL="0" indent="0" algn="l">
              <a:spcBef>
                <a:spcPts val="250"/>
              </a:spcBef>
              <a:buFontTx/>
              <a:buNone/>
              <a:defRPr sz="1300"/>
            </a:lvl1pPr>
            <a:lvl2pPr>
              <a:defRPr sz="1200"/>
            </a:lvl2pPr>
            <a:lvl3pPr>
              <a:defRPr sz="1000"/>
            </a:lvl3pPr>
            <a:lvl4pPr>
              <a:defRPr sz="900"/>
            </a:lvl4pPr>
            <a:lvl5pPr>
              <a:defRPr sz="900"/>
            </a:lvl5pPr>
          </a:lstStyle>
          <a:p>
            <a:pPr lvl="0"/>
            <a:r>
              <a:rPr lang="zh-CN" altLang="en-US"/>
              <a:t>单击此处编辑母版文本样式</a:t>
            </a:r>
            <a:endParaRPr lang="zh-CN" altLang="en-US"/>
          </a:p>
        </p:txBody>
      </p:sp>
      <p:sp>
        <p:nvSpPr>
          <p:cNvPr id="3" name="图片占位符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normAutofit/>
          </a:bodyPr>
          <a:lstStyle>
            <a:lvl1pPr marL="0" indent="0">
              <a:buNone/>
              <a:defRPr sz="3200"/>
            </a:lvl1pPr>
          </a:lstStyle>
          <a:p>
            <a:pPr lvl="0"/>
            <a:r>
              <a:rPr lang="zh-CN" altLang="en-US" noProof="0"/>
              <a:t>单击图标添加图片</a:t>
            </a:r>
            <a:endParaRPr lang="en-US" noProof="0" dirty="0"/>
          </a:p>
        </p:txBody>
      </p:sp>
      <p:sp>
        <p:nvSpPr>
          <p:cNvPr id="9" name="日期占位符 4"/>
          <p:cNvSpPr>
            <a:spLocks noGrp="1"/>
          </p:cNvSpPr>
          <p:nvPr>
            <p:ph type="dt" sz="half" idx="10"/>
          </p:nvPr>
        </p:nvSpPr>
        <p:spPr/>
        <p:txBody>
          <a:bodyPr/>
          <a:lstStyle>
            <a:lvl1pPr>
              <a:defRPr/>
            </a:lvl1pPr>
          </a:lstStyle>
          <a:p>
            <a:pPr>
              <a:defRPr/>
            </a:pPr>
            <a:endParaRPr lang="en-US" altLang="zh-CN"/>
          </a:p>
        </p:txBody>
      </p:sp>
      <p:sp>
        <p:nvSpPr>
          <p:cNvPr id="10" name="页脚占位符 5"/>
          <p:cNvSpPr>
            <a:spLocks noGrp="1"/>
          </p:cNvSpPr>
          <p:nvPr>
            <p:ph type="ftr" sz="quarter" idx="11"/>
          </p:nvPr>
        </p:nvSpPr>
        <p:spPr/>
        <p:txBody>
          <a:bodyPr/>
          <a:lstStyle>
            <a:lvl1pPr>
              <a:defRPr/>
            </a:lvl1pPr>
          </a:lstStyle>
          <a:p>
            <a:pPr>
              <a:defRPr/>
            </a:pPr>
            <a:endParaRPr lang="en-US" altLang="zh-CN"/>
          </a:p>
        </p:txBody>
      </p:sp>
      <p:sp>
        <p:nvSpPr>
          <p:cNvPr id="11" name="灯片编号占位符 6"/>
          <p:cNvSpPr>
            <a:spLocks noGrp="1"/>
          </p:cNvSpPr>
          <p:nvPr>
            <p:ph type="sldNum" sz="quarter" idx="12"/>
          </p:nvPr>
        </p:nvSpPr>
        <p:spPr>
          <a:xfrm>
            <a:off x="8077200" y="6356350"/>
            <a:ext cx="609600" cy="365125"/>
          </a:xfrm>
        </p:spPr>
        <p:txBody>
          <a:bodyPr/>
          <a:lstStyle>
            <a:lvl1pPr>
              <a:defRPr/>
            </a:lvl1pPr>
          </a:lstStyle>
          <a:p>
            <a:pPr>
              <a:defRPr/>
            </a:pPr>
            <a:fld id="{1320CCD7-6899-411D-BBCC-7CD9CA99451D}" type="slidenum">
              <a:rPr lang="en-US" altLang="zh-CN"/>
            </a:fld>
            <a:endParaRPr lang="en-US" altLang="zh-CN"/>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a:p>
        </p:txBody>
      </p:sp>
      <p:sp>
        <p:nvSpPr>
          <p:cNvPr id="4" name="日期占位符 9"/>
          <p:cNvSpPr>
            <a:spLocks noGrp="1"/>
          </p:cNvSpPr>
          <p:nvPr>
            <p:ph type="dt" sz="half" idx="10"/>
          </p:nvPr>
        </p:nvSpPr>
        <p:spPr/>
        <p:txBody>
          <a:bodyPr/>
          <a:lstStyle>
            <a:lvl1pPr>
              <a:defRPr/>
            </a:lvl1pPr>
          </a:lstStyle>
          <a:p>
            <a:pPr>
              <a:defRPr/>
            </a:pPr>
            <a:endParaRPr lang="en-US" altLang="zh-CN"/>
          </a:p>
        </p:txBody>
      </p:sp>
      <p:sp>
        <p:nvSpPr>
          <p:cNvPr id="5" name="页脚占位符 21"/>
          <p:cNvSpPr>
            <a:spLocks noGrp="1"/>
          </p:cNvSpPr>
          <p:nvPr>
            <p:ph type="ftr" sz="quarter" idx="11"/>
          </p:nvPr>
        </p:nvSpPr>
        <p:spPr/>
        <p:txBody>
          <a:bodyPr/>
          <a:lstStyle>
            <a:lvl1pPr>
              <a:defRPr/>
            </a:lvl1pPr>
          </a:lstStyle>
          <a:p>
            <a:pPr>
              <a:defRPr/>
            </a:pPr>
            <a:endParaRPr lang="en-US" altLang="zh-CN"/>
          </a:p>
        </p:txBody>
      </p:sp>
      <p:sp>
        <p:nvSpPr>
          <p:cNvPr id="6" name="灯片编号占位符 17"/>
          <p:cNvSpPr>
            <a:spLocks noGrp="1"/>
          </p:cNvSpPr>
          <p:nvPr>
            <p:ph type="sldNum" sz="quarter" idx="12"/>
          </p:nvPr>
        </p:nvSpPr>
        <p:spPr/>
        <p:txBody>
          <a:bodyPr/>
          <a:lstStyle>
            <a:lvl1pPr>
              <a:defRPr/>
            </a:lvl1pPr>
          </a:lstStyle>
          <a:p>
            <a:pPr>
              <a:defRPr/>
            </a:pPr>
            <a:fld id="{1549329E-55D4-4791-A543-155CA47E3F54}" type="slidenum">
              <a:rPr lang="en-US" altLang="zh-CN"/>
            </a:fld>
            <a:endParaRPr lang="en-US" altLang="zh-CN"/>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914401"/>
            <a:ext cx="2057400" cy="5211763"/>
          </a:xfrm>
        </p:spPr>
        <p:txBody>
          <a:bodyPr vert="eaVert"/>
          <a:lstStyle/>
          <a:p>
            <a:r>
              <a:rPr lang="zh-CN" altLang="en-US"/>
              <a:t>单击此处编辑母版标题样式</a:t>
            </a:r>
            <a:endParaRPr lang="en-US"/>
          </a:p>
        </p:txBody>
      </p:sp>
      <p:sp>
        <p:nvSpPr>
          <p:cNvPr id="3" name="竖排文字占位符 2"/>
          <p:cNvSpPr>
            <a:spLocks noGrp="1"/>
          </p:cNvSpPr>
          <p:nvPr>
            <p:ph type="body" orient="vert" idx="1"/>
          </p:nvPr>
        </p:nvSpPr>
        <p:spPr>
          <a:xfrm>
            <a:off x="457200" y="914401"/>
            <a:ext cx="6019800" cy="5211763"/>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a:p>
        </p:txBody>
      </p:sp>
      <p:sp>
        <p:nvSpPr>
          <p:cNvPr id="4" name="日期占位符 9"/>
          <p:cNvSpPr>
            <a:spLocks noGrp="1"/>
          </p:cNvSpPr>
          <p:nvPr>
            <p:ph type="dt" sz="half" idx="10"/>
          </p:nvPr>
        </p:nvSpPr>
        <p:spPr/>
        <p:txBody>
          <a:bodyPr/>
          <a:lstStyle>
            <a:lvl1pPr>
              <a:defRPr/>
            </a:lvl1pPr>
          </a:lstStyle>
          <a:p>
            <a:pPr>
              <a:defRPr/>
            </a:pPr>
            <a:endParaRPr lang="en-US" altLang="zh-CN"/>
          </a:p>
        </p:txBody>
      </p:sp>
      <p:sp>
        <p:nvSpPr>
          <p:cNvPr id="5" name="页脚占位符 21"/>
          <p:cNvSpPr>
            <a:spLocks noGrp="1"/>
          </p:cNvSpPr>
          <p:nvPr>
            <p:ph type="ftr" sz="quarter" idx="11"/>
          </p:nvPr>
        </p:nvSpPr>
        <p:spPr/>
        <p:txBody>
          <a:bodyPr/>
          <a:lstStyle>
            <a:lvl1pPr>
              <a:defRPr/>
            </a:lvl1pPr>
          </a:lstStyle>
          <a:p>
            <a:pPr>
              <a:defRPr/>
            </a:pPr>
            <a:endParaRPr lang="en-US" altLang="zh-CN"/>
          </a:p>
        </p:txBody>
      </p:sp>
      <p:sp>
        <p:nvSpPr>
          <p:cNvPr id="6" name="灯片编号占位符 17"/>
          <p:cNvSpPr>
            <a:spLocks noGrp="1"/>
          </p:cNvSpPr>
          <p:nvPr>
            <p:ph type="sldNum" sz="quarter" idx="12"/>
          </p:nvPr>
        </p:nvSpPr>
        <p:spPr/>
        <p:txBody>
          <a:bodyPr/>
          <a:lstStyle>
            <a:lvl1pPr>
              <a:defRPr/>
            </a:lvl1pPr>
          </a:lstStyle>
          <a:p>
            <a:pPr>
              <a:defRPr/>
            </a:pPr>
            <a:fld id="{16E0DC78-1F11-4736-BD11-3191F1C07D70}" type="slidenum">
              <a:rPr lang="en-US" altLang="zh-CN"/>
            </a:fld>
            <a:endParaRPr lang="en-US" altLang="zh-CN"/>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标题幻灯片">
    <p:bg>
      <p:bgRef idx="1002">
        <a:schemeClr val="bg2"/>
      </p:bgRef>
    </p:bg>
    <p:spTree>
      <p:nvGrpSpPr>
        <p:cNvPr id="1" name=""/>
        <p:cNvGrpSpPr/>
        <p:nvPr/>
      </p:nvGrpSpPr>
      <p:grpSpPr>
        <a:xfrm>
          <a:off x="0" y="0"/>
          <a:ext cx="0" cy="0"/>
          <a:chOff x="0" y="0"/>
          <a:chExt cx="0" cy="0"/>
        </a:xfrm>
      </p:grpSpPr>
      <p:sp>
        <p:nvSpPr>
          <p:cNvPr id="9" name="标题 8"/>
          <p:cNvSpPr>
            <a:spLocks noGrp="1"/>
          </p:cNvSpPr>
          <p:nvPr>
            <p:ph type="ctrTitle"/>
          </p:nvPr>
        </p:nvSpPr>
        <p:spPr>
          <a:xfrm>
            <a:off x="533400" y="1371600"/>
            <a:ext cx="7851648" cy="1828800"/>
          </a:xfrm>
          <a:ln>
            <a:noFill/>
          </a:ln>
        </p:spPr>
        <p:txBody>
          <a:bodyPr tIns="0" rIns="18288">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lang="zh-CN" altLang="en-US"/>
              <a:t>单击此处编辑母版标题样式</a:t>
            </a:r>
            <a:endParaRPr lang="en-US"/>
          </a:p>
        </p:txBody>
      </p:sp>
      <p:sp>
        <p:nvSpPr>
          <p:cNvPr id="17" name="副标题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zh-CN" altLang="en-US"/>
              <a:t>单击此处编辑母版副标题样式</a:t>
            </a:r>
            <a:endParaRPr lang="en-US"/>
          </a:p>
        </p:txBody>
      </p:sp>
      <p:sp>
        <p:nvSpPr>
          <p:cNvPr id="4" name="日期占位符 29"/>
          <p:cNvSpPr>
            <a:spLocks noGrp="1"/>
          </p:cNvSpPr>
          <p:nvPr>
            <p:ph type="dt" sz="half" idx="10"/>
          </p:nvPr>
        </p:nvSpPr>
        <p:spPr/>
        <p:txBody>
          <a:bodyPr/>
          <a:lstStyle>
            <a:lvl1pPr>
              <a:defRPr/>
            </a:lvl1pPr>
          </a:lstStyle>
          <a:p>
            <a:pPr>
              <a:defRPr/>
            </a:pPr>
            <a:endParaRPr lang="en-US" altLang="zh-CN"/>
          </a:p>
        </p:txBody>
      </p:sp>
      <p:sp>
        <p:nvSpPr>
          <p:cNvPr id="5" name="页脚占位符 18"/>
          <p:cNvSpPr>
            <a:spLocks noGrp="1"/>
          </p:cNvSpPr>
          <p:nvPr>
            <p:ph type="ftr" sz="quarter" idx="11"/>
          </p:nvPr>
        </p:nvSpPr>
        <p:spPr/>
        <p:txBody>
          <a:bodyPr/>
          <a:lstStyle>
            <a:lvl1pPr>
              <a:defRPr/>
            </a:lvl1pPr>
          </a:lstStyle>
          <a:p>
            <a:pPr>
              <a:defRPr/>
            </a:pPr>
            <a:r>
              <a:rPr lang="en-US" altLang="zh-CN"/>
              <a:t>An Introduction to Database System</a:t>
            </a:r>
            <a:endParaRPr lang="en-US" altLang="zh-CN"/>
          </a:p>
        </p:txBody>
      </p:sp>
      <p:sp>
        <p:nvSpPr>
          <p:cNvPr id="6" name="灯片编号占位符 26"/>
          <p:cNvSpPr>
            <a:spLocks noGrp="1"/>
          </p:cNvSpPr>
          <p:nvPr>
            <p:ph type="sldNum" sz="quarter" idx="12"/>
          </p:nvPr>
        </p:nvSpPr>
        <p:spPr/>
        <p:txBody>
          <a:bodyPr/>
          <a:lstStyle>
            <a:lvl1pPr>
              <a:defRPr/>
            </a:lvl1pPr>
          </a:lstStyle>
          <a:p>
            <a:pPr>
              <a:defRPr/>
            </a:pPr>
            <a:fld id="{300A4924-8AF7-42C8-9F1B-0872AAA134B9}" type="slidenum">
              <a:rPr lang="en-US" altLang="zh-CN" smtClean="0"/>
            </a:fld>
            <a:endParaRPr lang="en-US" altLang="zh-CN"/>
          </a:p>
        </p:txBody>
      </p:sp>
    </p:spTree>
  </p:cSld>
  <p:clrMapOvr>
    <a:overrideClrMapping bg1="dk1" tx1="lt1" bg2="dk2" tx2="lt2" accent1="accent1" accent2="accent2" accent3="accent3" accent4="accent4" accent5="accent5" accent6="accent6" hlink="hlink" folHlink="folHlink"/>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en-US"/>
          </a:p>
        </p:txBody>
      </p:sp>
      <p:sp>
        <p:nvSpPr>
          <p:cNvPr id="3" name="内容占位符 2"/>
          <p:cNvSpPr>
            <a:spLocks noGrp="1"/>
          </p:cNvSpPr>
          <p:nvPr>
            <p:ph idx="1" hasCustomPrompt="1"/>
          </p:nvPr>
        </p:nvSpPr>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a:p>
        </p:txBody>
      </p:sp>
      <p:sp>
        <p:nvSpPr>
          <p:cNvPr id="6" name="灯片编号占位符 17"/>
          <p:cNvSpPr>
            <a:spLocks noGrp="1"/>
          </p:cNvSpPr>
          <p:nvPr>
            <p:ph type="sldNum" sz="quarter" idx="12"/>
          </p:nvPr>
        </p:nvSpPr>
        <p:spPr/>
        <p:txBody>
          <a:bodyPr/>
          <a:lstStyle>
            <a:lvl1pPr>
              <a:defRPr/>
            </a:lvl1pPr>
          </a:lstStyle>
          <a:p>
            <a:pPr>
              <a:defRPr/>
            </a:pPr>
            <a:fld id="{7857D0F3-F592-4CF3-8C02-97B8F416BEB2}" type="slidenum">
              <a:rPr lang="en-US" altLang="zh-CN" smtClean="0"/>
            </a:fld>
            <a:endParaRPr lang="en-US" altLang="zh-CN"/>
          </a:p>
        </p:txBody>
      </p:sp>
      <p:sp>
        <p:nvSpPr>
          <p:cNvPr id="7" name="TextBox 6"/>
          <p:cNvSpPr txBox="1"/>
          <p:nvPr/>
        </p:nvSpPr>
        <p:spPr>
          <a:xfrm>
            <a:off x="6665436" y="0"/>
            <a:ext cx="2478564" cy="461665"/>
          </a:xfrm>
          <a:prstGeom prst="rect">
            <a:avLst/>
          </a:prstGeom>
          <a:noFill/>
        </p:spPr>
        <p:txBody>
          <a:bodyPr wrap="none" rtlCol="0">
            <a:spAutoFit/>
          </a:bodyPr>
          <a:lstStyle>
            <a:defPPr>
              <a:defRPr lang="zh-CN"/>
            </a:defPPr>
            <a:lvl1pPr algn="l" rtl="0" fontAlgn="base">
              <a:spcBef>
                <a:spcPct val="0"/>
              </a:spcBef>
              <a:spcAft>
                <a:spcPct val="0"/>
              </a:spcAft>
              <a:defRPr kumimoji="1" sz="2400" kern="1200">
                <a:solidFill>
                  <a:schemeClr val="tx1"/>
                </a:solidFill>
                <a:latin typeface="Verdana" panose="020B0804030504040204" pitchFamily="34" charset="0"/>
                <a:ea typeface="宋体" pitchFamily="2" charset="-122"/>
                <a:cs typeface="+mn-cs"/>
              </a:defRPr>
            </a:lvl1pPr>
            <a:lvl2pPr marL="457200" algn="l" rtl="0" fontAlgn="base">
              <a:spcBef>
                <a:spcPct val="0"/>
              </a:spcBef>
              <a:spcAft>
                <a:spcPct val="0"/>
              </a:spcAft>
              <a:defRPr kumimoji="1" sz="2400" kern="1200">
                <a:solidFill>
                  <a:schemeClr val="tx1"/>
                </a:solidFill>
                <a:latin typeface="Verdana" panose="020B0804030504040204" pitchFamily="34" charset="0"/>
                <a:ea typeface="宋体" pitchFamily="2" charset="-122"/>
                <a:cs typeface="+mn-cs"/>
              </a:defRPr>
            </a:lvl2pPr>
            <a:lvl3pPr marL="914400" algn="l" rtl="0" fontAlgn="base">
              <a:spcBef>
                <a:spcPct val="0"/>
              </a:spcBef>
              <a:spcAft>
                <a:spcPct val="0"/>
              </a:spcAft>
              <a:defRPr kumimoji="1" sz="2400" kern="1200">
                <a:solidFill>
                  <a:schemeClr val="tx1"/>
                </a:solidFill>
                <a:latin typeface="Verdana" panose="020B0804030504040204" pitchFamily="34" charset="0"/>
                <a:ea typeface="宋体" pitchFamily="2" charset="-122"/>
                <a:cs typeface="+mn-cs"/>
              </a:defRPr>
            </a:lvl3pPr>
            <a:lvl4pPr marL="1371600" algn="l" rtl="0" fontAlgn="base">
              <a:spcBef>
                <a:spcPct val="0"/>
              </a:spcBef>
              <a:spcAft>
                <a:spcPct val="0"/>
              </a:spcAft>
              <a:defRPr kumimoji="1" sz="2400" kern="1200">
                <a:solidFill>
                  <a:schemeClr val="tx1"/>
                </a:solidFill>
                <a:latin typeface="Verdana" panose="020B0804030504040204" pitchFamily="34" charset="0"/>
                <a:ea typeface="宋体" pitchFamily="2" charset="-122"/>
                <a:cs typeface="+mn-cs"/>
              </a:defRPr>
            </a:lvl4pPr>
            <a:lvl5pPr marL="1828800" algn="l" rtl="0" fontAlgn="base">
              <a:spcBef>
                <a:spcPct val="0"/>
              </a:spcBef>
              <a:spcAft>
                <a:spcPct val="0"/>
              </a:spcAft>
              <a:defRPr kumimoji="1" sz="2400" kern="1200">
                <a:solidFill>
                  <a:schemeClr val="tx1"/>
                </a:solidFill>
                <a:latin typeface="Verdana" panose="020B0804030504040204" pitchFamily="34" charset="0"/>
                <a:ea typeface="宋体" pitchFamily="2" charset="-122"/>
                <a:cs typeface="+mn-cs"/>
              </a:defRPr>
            </a:lvl5pPr>
            <a:lvl6pPr marL="2286000" algn="l" defTabSz="914400" rtl="0" eaLnBrk="1" latinLnBrk="0" hangingPunct="1">
              <a:defRPr kumimoji="1" sz="2400" kern="1200">
                <a:solidFill>
                  <a:schemeClr val="tx1"/>
                </a:solidFill>
                <a:latin typeface="Verdana" panose="020B0804030504040204" pitchFamily="34" charset="0"/>
                <a:ea typeface="宋体" pitchFamily="2" charset="-122"/>
                <a:cs typeface="+mn-cs"/>
              </a:defRPr>
            </a:lvl6pPr>
            <a:lvl7pPr marL="2743200" algn="l" defTabSz="914400" rtl="0" eaLnBrk="1" latinLnBrk="0" hangingPunct="1">
              <a:defRPr kumimoji="1" sz="2400" kern="1200">
                <a:solidFill>
                  <a:schemeClr val="tx1"/>
                </a:solidFill>
                <a:latin typeface="Verdana" panose="020B0804030504040204" pitchFamily="34" charset="0"/>
                <a:ea typeface="宋体" pitchFamily="2" charset="-122"/>
                <a:cs typeface="+mn-cs"/>
              </a:defRPr>
            </a:lvl7pPr>
            <a:lvl8pPr marL="3200400" algn="l" defTabSz="914400" rtl="0" eaLnBrk="1" latinLnBrk="0" hangingPunct="1">
              <a:defRPr kumimoji="1" sz="2400" kern="1200">
                <a:solidFill>
                  <a:schemeClr val="tx1"/>
                </a:solidFill>
                <a:latin typeface="Verdana" panose="020B0804030504040204" pitchFamily="34" charset="0"/>
                <a:ea typeface="宋体" pitchFamily="2" charset="-122"/>
                <a:cs typeface="+mn-cs"/>
              </a:defRPr>
            </a:lvl8pPr>
            <a:lvl9pPr marL="3657600" algn="l" defTabSz="914400" rtl="0" eaLnBrk="1" latinLnBrk="0" hangingPunct="1">
              <a:defRPr kumimoji="1" sz="2400" kern="1200">
                <a:solidFill>
                  <a:schemeClr val="tx1"/>
                </a:solidFill>
                <a:latin typeface="Verdana" panose="020B0804030504040204" pitchFamily="34" charset="0"/>
                <a:ea typeface="宋体" pitchFamily="2" charset="-122"/>
                <a:cs typeface="+mn-cs"/>
              </a:defRPr>
            </a:lvl9pPr>
          </a:lstStyle>
          <a:p>
            <a:r>
              <a:rPr lang="zh-CN" altLang="en-US" i="1" dirty="0">
                <a:solidFill>
                  <a:srgbClr val="66CCFF"/>
                </a:solidFill>
                <a:effectLst>
                  <a:outerShdw blurRad="38100" dist="38100" dir="2700000" algn="tl">
                    <a:srgbClr val="000000">
                      <a:alpha val="43137"/>
                    </a:srgbClr>
                  </a:outerShdw>
                </a:effectLst>
              </a:rPr>
              <a:t>引自</a:t>
            </a:r>
            <a:r>
              <a:rPr lang="en-US" altLang="zh-CN" i="1" dirty="0">
                <a:solidFill>
                  <a:srgbClr val="66CCFF"/>
                </a:solidFill>
                <a:effectLst>
                  <a:outerShdw blurRad="38100" dist="38100" dir="2700000" algn="tl">
                    <a:srgbClr val="000000">
                      <a:alpha val="43137"/>
                    </a:srgbClr>
                  </a:outerShdw>
                </a:effectLst>
              </a:rPr>
              <a:t>CMU15445</a:t>
            </a:r>
            <a:endParaRPr lang="zh-CN" altLang="en-US" i="1" dirty="0">
              <a:solidFill>
                <a:srgbClr val="66CCFF"/>
              </a:solidFill>
              <a:effectLst>
                <a:outerShdw blurRad="38100" dist="38100" dir="2700000" algn="tl">
                  <a:srgbClr val="000000">
                    <a:alpha val="43137"/>
                  </a:srgbClr>
                </a:outerShdw>
              </a:effectLst>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节标题">
    <p:bg>
      <p:bgRef idx="1002">
        <a:schemeClr val="bg2"/>
      </p:bgRef>
    </p:bg>
    <p:spTree>
      <p:nvGrpSpPr>
        <p:cNvPr id="1" name=""/>
        <p:cNvGrpSpPr/>
        <p:nvPr/>
      </p:nvGrpSpPr>
      <p:grpSpPr>
        <a:xfrm>
          <a:off x="0" y="0"/>
          <a:ext cx="0" cy="0"/>
          <a:chOff x="0" y="0"/>
          <a:chExt cx="0" cy="0"/>
        </a:xfrm>
      </p:grpSpPr>
      <p:sp>
        <p:nvSpPr>
          <p:cNvPr id="2" name="标题 1"/>
          <p:cNvSpPr>
            <a:spLocks noGrp="1"/>
          </p:cNvSpPr>
          <p:nvPr>
            <p:ph type="title"/>
          </p:nvPr>
        </p:nvSpPr>
        <p:spPr>
          <a:xfrm>
            <a:off x="530352" y="1316736"/>
            <a:ext cx="7772400" cy="1362456"/>
          </a:xfrm>
          <a:ln>
            <a:noFill/>
          </a:ln>
        </p:spPr>
        <p:txBody>
          <a:bodyPr tIns="0">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lang="zh-CN" altLang="en-US"/>
              <a:t>单击此处编辑母版标题样式</a:t>
            </a:r>
            <a:endParaRPr lang="en-US"/>
          </a:p>
        </p:txBody>
      </p:sp>
      <p:sp>
        <p:nvSpPr>
          <p:cNvPr id="3" name="文本占位符 2"/>
          <p:cNvSpPr>
            <a:spLocks noGrp="1"/>
          </p:cNvSpPr>
          <p:nvPr>
            <p:ph type="body" idx="1" hasCustomPrompt="1"/>
          </p:nvPr>
        </p:nvSpPr>
        <p:spPr>
          <a:xfrm>
            <a:off x="530352" y="2704664"/>
            <a:ext cx="7772400" cy="1509712"/>
          </a:xfrm>
        </p:spPr>
        <p:txBody>
          <a:bodyPr lIns="45720" rIns="45720"/>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zh-CN" altLang="en-US"/>
              <a:t>编辑母版文本样式</a:t>
            </a:r>
            <a:endParaRPr lang="zh-CN" altLang="en-US"/>
          </a:p>
        </p:txBody>
      </p:sp>
      <p:sp>
        <p:nvSpPr>
          <p:cNvPr id="4" name="日期占位符 3"/>
          <p:cNvSpPr>
            <a:spLocks noGrp="1"/>
          </p:cNvSpPr>
          <p:nvPr>
            <p:ph type="dt" sz="half" idx="10"/>
          </p:nvPr>
        </p:nvSpPr>
        <p:spPr/>
        <p:txBody>
          <a:bodyPr/>
          <a:lstStyle>
            <a:lvl1pPr>
              <a:defRPr/>
            </a:lvl1pPr>
          </a:lstStyle>
          <a:p>
            <a:pPr>
              <a:defRPr/>
            </a:pPr>
            <a:endParaRPr lang="en-US" altLang="zh-CN"/>
          </a:p>
        </p:txBody>
      </p:sp>
      <p:sp>
        <p:nvSpPr>
          <p:cNvPr id="5" name="页脚占位符 4"/>
          <p:cNvSpPr>
            <a:spLocks noGrp="1"/>
          </p:cNvSpPr>
          <p:nvPr>
            <p:ph type="ftr" sz="quarter" idx="11"/>
          </p:nvPr>
        </p:nvSpPr>
        <p:spPr/>
        <p:txBody>
          <a:bodyPr/>
          <a:lstStyle>
            <a:lvl1pPr>
              <a:defRPr/>
            </a:lvl1pPr>
          </a:lstStyle>
          <a:p>
            <a:pPr>
              <a:defRPr/>
            </a:pPr>
            <a:r>
              <a:rPr lang="en-US" altLang="zh-CN"/>
              <a:t>An Introduction to Database System</a:t>
            </a:r>
            <a:endParaRPr lang="en-US" altLang="zh-CN"/>
          </a:p>
        </p:txBody>
      </p:sp>
      <p:sp>
        <p:nvSpPr>
          <p:cNvPr id="6" name="灯片编号占位符 5"/>
          <p:cNvSpPr>
            <a:spLocks noGrp="1"/>
          </p:cNvSpPr>
          <p:nvPr>
            <p:ph type="sldNum" sz="quarter" idx="12"/>
          </p:nvPr>
        </p:nvSpPr>
        <p:spPr/>
        <p:txBody>
          <a:bodyPr/>
          <a:lstStyle>
            <a:lvl1pPr>
              <a:defRPr/>
            </a:lvl1pPr>
          </a:lstStyle>
          <a:p>
            <a:pPr>
              <a:defRPr/>
            </a:pPr>
            <a:fld id="{A40F243E-47D6-48A4-83BE-B1556AE1D48D}" type="slidenum">
              <a:rPr lang="en-US" altLang="zh-CN" smtClean="0"/>
            </a:fld>
            <a:endParaRPr lang="en-US" altLang="zh-CN"/>
          </a:p>
        </p:txBody>
      </p:sp>
    </p:spTree>
  </p:cSld>
  <p:clrMapOvr>
    <a:overrideClrMapping bg1="dk1" tx1="lt1" bg2="dk2" tx2="lt2" accent1="accent1" accent2="accent2" accent3="accent3" accent4="accent4" accent5="accent5" accent6="accent6" hlink="hlink" folHlink="folHlink"/>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704088"/>
            <a:ext cx="8229600" cy="1143000"/>
          </a:xfrm>
        </p:spPr>
        <p:txBody>
          <a:bodyPr/>
          <a:lstStyle/>
          <a:p>
            <a:r>
              <a:rPr lang="zh-CN" altLang="en-US"/>
              <a:t>单击此处编辑母版标题样式</a:t>
            </a:r>
            <a:endParaRPr lang="en-US"/>
          </a:p>
        </p:txBody>
      </p:sp>
      <p:sp>
        <p:nvSpPr>
          <p:cNvPr id="3" name="内容占位符 2"/>
          <p:cNvSpPr>
            <a:spLocks noGrp="1"/>
          </p:cNvSpPr>
          <p:nvPr>
            <p:ph sz="half" idx="1" hasCustomPrompt="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a:p>
        </p:txBody>
      </p:sp>
      <p:sp>
        <p:nvSpPr>
          <p:cNvPr id="4" name="内容占位符 3"/>
          <p:cNvSpPr>
            <a:spLocks noGrp="1"/>
          </p:cNvSpPr>
          <p:nvPr>
            <p:ph sz="half" idx="2" hasCustomPrompt="1"/>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a:p>
        </p:txBody>
      </p:sp>
      <p:sp>
        <p:nvSpPr>
          <p:cNvPr id="5" name="日期占位符 9"/>
          <p:cNvSpPr>
            <a:spLocks noGrp="1"/>
          </p:cNvSpPr>
          <p:nvPr>
            <p:ph type="dt" sz="half" idx="10"/>
          </p:nvPr>
        </p:nvSpPr>
        <p:spPr/>
        <p:txBody>
          <a:bodyPr/>
          <a:lstStyle>
            <a:lvl1pPr>
              <a:defRPr/>
            </a:lvl1pPr>
          </a:lstStyle>
          <a:p>
            <a:pPr>
              <a:defRPr/>
            </a:pPr>
            <a:endParaRPr lang="en-US" altLang="zh-CN"/>
          </a:p>
        </p:txBody>
      </p:sp>
      <p:sp>
        <p:nvSpPr>
          <p:cNvPr id="6" name="页脚占位符 21"/>
          <p:cNvSpPr>
            <a:spLocks noGrp="1"/>
          </p:cNvSpPr>
          <p:nvPr>
            <p:ph type="ftr" sz="quarter" idx="11"/>
          </p:nvPr>
        </p:nvSpPr>
        <p:spPr/>
        <p:txBody>
          <a:bodyPr/>
          <a:lstStyle>
            <a:lvl1pPr>
              <a:defRPr/>
            </a:lvl1pPr>
          </a:lstStyle>
          <a:p>
            <a:pPr>
              <a:defRPr/>
            </a:pPr>
            <a:r>
              <a:rPr lang="en-US" altLang="zh-CN"/>
              <a:t>An Introduction to Database System</a:t>
            </a:r>
            <a:endParaRPr lang="en-US" altLang="zh-CN"/>
          </a:p>
        </p:txBody>
      </p:sp>
      <p:sp>
        <p:nvSpPr>
          <p:cNvPr id="7" name="灯片编号占位符 17"/>
          <p:cNvSpPr>
            <a:spLocks noGrp="1"/>
          </p:cNvSpPr>
          <p:nvPr>
            <p:ph type="sldNum" sz="quarter" idx="12"/>
          </p:nvPr>
        </p:nvSpPr>
        <p:spPr/>
        <p:txBody>
          <a:bodyPr/>
          <a:lstStyle>
            <a:lvl1pPr>
              <a:defRPr/>
            </a:lvl1pPr>
          </a:lstStyle>
          <a:p>
            <a:pPr>
              <a:defRPr/>
            </a:pPr>
            <a:fld id="{8C1CAA8F-6BC5-456B-BE95-5B472A4BEE81}" type="slidenum">
              <a:rPr lang="en-US" altLang="zh-CN" smtClean="0"/>
            </a:fld>
            <a:endParaRPr lang="en-US" altLang="zh-CN"/>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704088"/>
            <a:ext cx="8229600" cy="1143000"/>
          </a:xfrm>
        </p:spPr>
        <p:txBody>
          <a:bodyPr/>
          <a:lstStyle>
            <a:lvl1pPr>
              <a:defRPr/>
            </a:lvl1pPr>
          </a:lstStyle>
          <a:p>
            <a:r>
              <a:rPr lang="zh-CN" altLang="en-US"/>
              <a:t>单击此处编辑母版标题样式</a:t>
            </a:r>
            <a:endParaRPr lang="en-US"/>
          </a:p>
        </p:txBody>
      </p:sp>
      <p:sp>
        <p:nvSpPr>
          <p:cNvPr id="3" name="文本占位符 2"/>
          <p:cNvSpPr>
            <a:spLocks noGrp="1"/>
          </p:cNvSpPr>
          <p:nvPr>
            <p:ph type="body" idx="1" hasCustomPrompt="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a:r>
              <a:rPr lang="zh-CN" altLang="en-US"/>
              <a:t>编辑母版文本样式</a:t>
            </a:r>
            <a:endParaRPr lang="zh-CN" altLang="en-US"/>
          </a:p>
        </p:txBody>
      </p:sp>
      <p:sp>
        <p:nvSpPr>
          <p:cNvPr id="4" name="文本占位符 3"/>
          <p:cNvSpPr>
            <a:spLocks noGrp="1"/>
          </p:cNvSpPr>
          <p:nvPr>
            <p:ph type="body" sz="half" idx="3" hasCustomPrompt="1"/>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a:r>
              <a:rPr lang="zh-CN" altLang="en-US"/>
              <a:t>编辑母版文本样式</a:t>
            </a:r>
            <a:endParaRPr lang="zh-CN" altLang="en-US"/>
          </a:p>
        </p:txBody>
      </p:sp>
      <p:sp>
        <p:nvSpPr>
          <p:cNvPr id="5" name="内容占位符 4"/>
          <p:cNvSpPr>
            <a:spLocks noGrp="1"/>
          </p:cNvSpPr>
          <p:nvPr>
            <p:ph sz="quarter" idx="2" hasCustomPrompt="1"/>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a:p>
        </p:txBody>
      </p:sp>
      <p:sp>
        <p:nvSpPr>
          <p:cNvPr id="6" name="内容占位符 5"/>
          <p:cNvSpPr>
            <a:spLocks noGrp="1"/>
          </p:cNvSpPr>
          <p:nvPr>
            <p:ph sz="quarter" idx="4" hasCustomPrompt="1"/>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a:p>
        </p:txBody>
      </p:sp>
      <p:sp>
        <p:nvSpPr>
          <p:cNvPr id="7" name="日期占位符 9"/>
          <p:cNvSpPr>
            <a:spLocks noGrp="1"/>
          </p:cNvSpPr>
          <p:nvPr>
            <p:ph type="dt" sz="half" idx="10"/>
          </p:nvPr>
        </p:nvSpPr>
        <p:spPr/>
        <p:txBody>
          <a:bodyPr/>
          <a:lstStyle>
            <a:lvl1pPr>
              <a:defRPr/>
            </a:lvl1pPr>
          </a:lstStyle>
          <a:p>
            <a:pPr>
              <a:defRPr/>
            </a:pPr>
            <a:endParaRPr lang="en-US" altLang="zh-CN"/>
          </a:p>
        </p:txBody>
      </p:sp>
      <p:sp>
        <p:nvSpPr>
          <p:cNvPr id="8" name="页脚占位符 21"/>
          <p:cNvSpPr>
            <a:spLocks noGrp="1"/>
          </p:cNvSpPr>
          <p:nvPr>
            <p:ph type="ftr" sz="quarter" idx="11"/>
          </p:nvPr>
        </p:nvSpPr>
        <p:spPr/>
        <p:txBody>
          <a:bodyPr/>
          <a:lstStyle>
            <a:lvl1pPr>
              <a:defRPr/>
            </a:lvl1pPr>
          </a:lstStyle>
          <a:p>
            <a:pPr>
              <a:defRPr/>
            </a:pPr>
            <a:r>
              <a:rPr lang="en-US" altLang="zh-CN"/>
              <a:t>An Introduction to Database System</a:t>
            </a:r>
            <a:endParaRPr lang="en-US" altLang="zh-CN"/>
          </a:p>
        </p:txBody>
      </p:sp>
      <p:sp>
        <p:nvSpPr>
          <p:cNvPr id="9" name="灯片编号占位符 17"/>
          <p:cNvSpPr>
            <a:spLocks noGrp="1"/>
          </p:cNvSpPr>
          <p:nvPr>
            <p:ph type="sldNum" sz="quarter" idx="12"/>
          </p:nvPr>
        </p:nvSpPr>
        <p:spPr/>
        <p:txBody>
          <a:bodyPr/>
          <a:lstStyle>
            <a:lvl1pPr>
              <a:defRPr/>
            </a:lvl1pPr>
          </a:lstStyle>
          <a:p>
            <a:pPr>
              <a:defRPr/>
            </a:pPr>
            <a:fld id="{44C31D89-CC5C-428F-A489-B56931E02943}" type="slidenum">
              <a:rPr lang="en-US" altLang="zh-CN" smtClean="0"/>
            </a:fld>
            <a:endParaRPr lang="en-US" altLang="zh-CN"/>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704088"/>
            <a:ext cx="8305800" cy="1143000"/>
          </a:xfrm>
        </p:spPr>
        <p:txBody>
          <a:bodyPr>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lang="zh-CN" altLang="en-US"/>
              <a:t>单击此处编辑母版标题样式</a:t>
            </a:r>
            <a:endParaRPr lang="en-US"/>
          </a:p>
        </p:txBody>
      </p:sp>
      <p:sp>
        <p:nvSpPr>
          <p:cNvPr id="3" name="日期占位符 9"/>
          <p:cNvSpPr>
            <a:spLocks noGrp="1"/>
          </p:cNvSpPr>
          <p:nvPr>
            <p:ph type="dt" sz="half" idx="10"/>
          </p:nvPr>
        </p:nvSpPr>
        <p:spPr/>
        <p:txBody>
          <a:bodyPr/>
          <a:lstStyle>
            <a:lvl1pPr>
              <a:defRPr/>
            </a:lvl1pPr>
          </a:lstStyle>
          <a:p>
            <a:pPr>
              <a:defRPr/>
            </a:pPr>
            <a:endParaRPr lang="en-US" altLang="zh-CN"/>
          </a:p>
        </p:txBody>
      </p:sp>
      <p:sp>
        <p:nvSpPr>
          <p:cNvPr id="4" name="页脚占位符 21"/>
          <p:cNvSpPr>
            <a:spLocks noGrp="1"/>
          </p:cNvSpPr>
          <p:nvPr>
            <p:ph type="ftr" sz="quarter" idx="11"/>
          </p:nvPr>
        </p:nvSpPr>
        <p:spPr/>
        <p:txBody>
          <a:bodyPr/>
          <a:lstStyle>
            <a:lvl1pPr>
              <a:defRPr/>
            </a:lvl1pPr>
          </a:lstStyle>
          <a:p>
            <a:pPr>
              <a:defRPr/>
            </a:pPr>
            <a:r>
              <a:rPr lang="en-US" altLang="zh-CN"/>
              <a:t>An Introduction to Database System</a:t>
            </a:r>
            <a:endParaRPr lang="en-US" altLang="zh-CN"/>
          </a:p>
        </p:txBody>
      </p:sp>
      <p:sp>
        <p:nvSpPr>
          <p:cNvPr id="5" name="灯片编号占位符 17"/>
          <p:cNvSpPr>
            <a:spLocks noGrp="1"/>
          </p:cNvSpPr>
          <p:nvPr>
            <p:ph type="sldNum" sz="quarter" idx="12"/>
          </p:nvPr>
        </p:nvSpPr>
        <p:spPr/>
        <p:txBody>
          <a:bodyPr/>
          <a:lstStyle>
            <a:lvl1pPr>
              <a:defRPr/>
            </a:lvl1pPr>
          </a:lstStyle>
          <a:p>
            <a:pPr>
              <a:defRPr/>
            </a:pPr>
            <a:fld id="{8DA8EAF1-4C3C-41B0-A4C7-23EA98179FEF}" type="slidenum">
              <a:rPr lang="en-US" altLang="zh-CN" smtClean="0"/>
            </a:fld>
            <a:endParaRPr lang="en-US" altLang="zh-CN"/>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9"/>
          <p:cNvSpPr>
            <a:spLocks noGrp="1"/>
          </p:cNvSpPr>
          <p:nvPr>
            <p:ph type="dt" sz="half" idx="10"/>
          </p:nvPr>
        </p:nvSpPr>
        <p:spPr/>
        <p:txBody>
          <a:bodyPr/>
          <a:lstStyle>
            <a:lvl1pPr>
              <a:defRPr/>
            </a:lvl1pPr>
          </a:lstStyle>
          <a:p>
            <a:pPr>
              <a:defRPr/>
            </a:pPr>
            <a:endParaRPr lang="en-US" altLang="zh-CN"/>
          </a:p>
        </p:txBody>
      </p:sp>
      <p:sp>
        <p:nvSpPr>
          <p:cNvPr id="3" name="页脚占位符 21"/>
          <p:cNvSpPr>
            <a:spLocks noGrp="1"/>
          </p:cNvSpPr>
          <p:nvPr>
            <p:ph type="ftr" sz="quarter" idx="11"/>
          </p:nvPr>
        </p:nvSpPr>
        <p:spPr/>
        <p:txBody>
          <a:bodyPr/>
          <a:lstStyle>
            <a:lvl1pPr>
              <a:defRPr/>
            </a:lvl1pPr>
          </a:lstStyle>
          <a:p>
            <a:pPr>
              <a:defRPr/>
            </a:pPr>
            <a:r>
              <a:rPr lang="en-US" altLang="zh-CN"/>
              <a:t>An Introduction to Database System</a:t>
            </a:r>
            <a:endParaRPr lang="en-US" altLang="zh-CN"/>
          </a:p>
        </p:txBody>
      </p:sp>
      <p:sp>
        <p:nvSpPr>
          <p:cNvPr id="4" name="灯片编号占位符 17"/>
          <p:cNvSpPr>
            <a:spLocks noGrp="1"/>
          </p:cNvSpPr>
          <p:nvPr>
            <p:ph type="sldNum" sz="quarter" idx="12"/>
          </p:nvPr>
        </p:nvSpPr>
        <p:spPr/>
        <p:txBody>
          <a:bodyPr/>
          <a:lstStyle>
            <a:lvl1pPr>
              <a:defRPr/>
            </a:lvl1pPr>
          </a:lstStyle>
          <a:p>
            <a:pPr>
              <a:defRPr/>
            </a:pPr>
            <a:fld id="{A5D9D66A-5E7A-4ECB-93EB-44001B56075F}" type="slidenum">
              <a:rPr lang="en-US" altLang="zh-CN" smtClean="0"/>
            </a:fld>
            <a:endParaRPr lang="en-US" altLang="zh-CN"/>
          </a:p>
        </p:txBody>
      </p:sp>
      <p:sp>
        <p:nvSpPr>
          <p:cNvPr id="5" name="TextBox 6"/>
          <p:cNvSpPr txBox="1"/>
          <p:nvPr/>
        </p:nvSpPr>
        <p:spPr>
          <a:xfrm>
            <a:off x="5438755" y="-17999"/>
            <a:ext cx="3705245" cy="461665"/>
          </a:xfrm>
          <a:prstGeom prst="rect">
            <a:avLst/>
          </a:prstGeom>
          <a:noFill/>
        </p:spPr>
        <p:txBody>
          <a:bodyPr wrap="none" rtlCol="0">
            <a:spAutoFit/>
          </a:bodyPr>
          <a:lstStyle>
            <a:defPPr>
              <a:defRPr lang="zh-CN"/>
            </a:defPPr>
            <a:lvl1pPr algn="l" rtl="0" fontAlgn="base">
              <a:spcBef>
                <a:spcPct val="0"/>
              </a:spcBef>
              <a:spcAft>
                <a:spcPct val="0"/>
              </a:spcAft>
              <a:defRPr kumimoji="1" sz="2400" kern="1200">
                <a:solidFill>
                  <a:schemeClr val="tx1"/>
                </a:solidFill>
                <a:latin typeface="Verdana" panose="020B0804030504040204" pitchFamily="34" charset="0"/>
                <a:ea typeface="宋体" pitchFamily="2" charset="-122"/>
                <a:cs typeface="+mn-cs"/>
              </a:defRPr>
            </a:lvl1pPr>
            <a:lvl2pPr marL="457200" algn="l" rtl="0" fontAlgn="base">
              <a:spcBef>
                <a:spcPct val="0"/>
              </a:spcBef>
              <a:spcAft>
                <a:spcPct val="0"/>
              </a:spcAft>
              <a:defRPr kumimoji="1" sz="2400" kern="1200">
                <a:solidFill>
                  <a:schemeClr val="tx1"/>
                </a:solidFill>
                <a:latin typeface="Verdana" panose="020B0804030504040204" pitchFamily="34" charset="0"/>
                <a:ea typeface="宋体" pitchFamily="2" charset="-122"/>
                <a:cs typeface="+mn-cs"/>
              </a:defRPr>
            </a:lvl2pPr>
            <a:lvl3pPr marL="914400" algn="l" rtl="0" fontAlgn="base">
              <a:spcBef>
                <a:spcPct val="0"/>
              </a:spcBef>
              <a:spcAft>
                <a:spcPct val="0"/>
              </a:spcAft>
              <a:defRPr kumimoji="1" sz="2400" kern="1200">
                <a:solidFill>
                  <a:schemeClr val="tx1"/>
                </a:solidFill>
                <a:latin typeface="Verdana" panose="020B0804030504040204" pitchFamily="34" charset="0"/>
                <a:ea typeface="宋体" pitchFamily="2" charset="-122"/>
                <a:cs typeface="+mn-cs"/>
              </a:defRPr>
            </a:lvl3pPr>
            <a:lvl4pPr marL="1371600" algn="l" rtl="0" fontAlgn="base">
              <a:spcBef>
                <a:spcPct val="0"/>
              </a:spcBef>
              <a:spcAft>
                <a:spcPct val="0"/>
              </a:spcAft>
              <a:defRPr kumimoji="1" sz="2400" kern="1200">
                <a:solidFill>
                  <a:schemeClr val="tx1"/>
                </a:solidFill>
                <a:latin typeface="Verdana" panose="020B0804030504040204" pitchFamily="34" charset="0"/>
                <a:ea typeface="宋体" pitchFamily="2" charset="-122"/>
                <a:cs typeface="+mn-cs"/>
              </a:defRPr>
            </a:lvl4pPr>
            <a:lvl5pPr marL="1828800" algn="l" rtl="0" fontAlgn="base">
              <a:spcBef>
                <a:spcPct val="0"/>
              </a:spcBef>
              <a:spcAft>
                <a:spcPct val="0"/>
              </a:spcAft>
              <a:defRPr kumimoji="1" sz="2400" kern="1200">
                <a:solidFill>
                  <a:schemeClr val="tx1"/>
                </a:solidFill>
                <a:latin typeface="Verdana" panose="020B0804030504040204" pitchFamily="34" charset="0"/>
                <a:ea typeface="宋体" pitchFamily="2" charset="-122"/>
                <a:cs typeface="+mn-cs"/>
              </a:defRPr>
            </a:lvl5pPr>
            <a:lvl6pPr marL="2286000" algn="l" defTabSz="914400" rtl="0" eaLnBrk="1" latinLnBrk="0" hangingPunct="1">
              <a:defRPr kumimoji="1" sz="2400" kern="1200">
                <a:solidFill>
                  <a:schemeClr val="tx1"/>
                </a:solidFill>
                <a:latin typeface="Verdana" panose="020B0804030504040204" pitchFamily="34" charset="0"/>
                <a:ea typeface="宋体" pitchFamily="2" charset="-122"/>
                <a:cs typeface="+mn-cs"/>
              </a:defRPr>
            </a:lvl6pPr>
            <a:lvl7pPr marL="2743200" algn="l" defTabSz="914400" rtl="0" eaLnBrk="1" latinLnBrk="0" hangingPunct="1">
              <a:defRPr kumimoji="1" sz="2400" kern="1200">
                <a:solidFill>
                  <a:schemeClr val="tx1"/>
                </a:solidFill>
                <a:latin typeface="Verdana" panose="020B0804030504040204" pitchFamily="34" charset="0"/>
                <a:ea typeface="宋体" pitchFamily="2" charset="-122"/>
                <a:cs typeface="+mn-cs"/>
              </a:defRPr>
            </a:lvl7pPr>
            <a:lvl8pPr marL="3200400" algn="l" defTabSz="914400" rtl="0" eaLnBrk="1" latinLnBrk="0" hangingPunct="1">
              <a:defRPr kumimoji="1" sz="2400" kern="1200">
                <a:solidFill>
                  <a:schemeClr val="tx1"/>
                </a:solidFill>
                <a:latin typeface="Verdana" panose="020B0804030504040204" pitchFamily="34" charset="0"/>
                <a:ea typeface="宋体" pitchFamily="2" charset="-122"/>
                <a:cs typeface="+mn-cs"/>
              </a:defRPr>
            </a:lvl8pPr>
            <a:lvl9pPr marL="3657600" algn="l" defTabSz="914400" rtl="0" eaLnBrk="1" latinLnBrk="0" hangingPunct="1">
              <a:defRPr kumimoji="1" sz="2400" kern="1200">
                <a:solidFill>
                  <a:schemeClr val="tx1"/>
                </a:solidFill>
                <a:latin typeface="Verdana" panose="020B0804030504040204" pitchFamily="34" charset="0"/>
                <a:ea typeface="宋体" pitchFamily="2" charset="-122"/>
                <a:cs typeface="+mn-cs"/>
              </a:defRPr>
            </a:lvl9pPr>
          </a:lstStyle>
          <a:p>
            <a:r>
              <a:rPr lang="en-US" altLang="zh-CN" i="1" dirty="0">
                <a:solidFill>
                  <a:srgbClr val="66CCFF"/>
                </a:solidFill>
                <a:effectLst>
                  <a:outerShdw blurRad="38100" dist="38100" dir="2700000" algn="tl">
                    <a:srgbClr val="000000">
                      <a:alpha val="43137"/>
                    </a:srgbClr>
                  </a:outerShdw>
                </a:effectLst>
              </a:rPr>
              <a:t>HUST-CS      PANPENG</a:t>
            </a:r>
            <a:endParaRPr lang="zh-CN" altLang="en-US" i="1" dirty="0">
              <a:solidFill>
                <a:srgbClr val="66CCFF"/>
              </a:solidFill>
              <a:effectLst>
                <a:outerShdw blurRad="38100" dist="38100" dir="2700000" algn="tl">
                  <a:srgbClr val="000000">
                    <a:alpha val="43137"/>
                  </a:srgbClr>
                </a:outerShdw>
              </a:effectLst>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85800" y="514352"/>
            <a:ext cx="2743200" cy="1162050"/>
          </a:xfrm>
        </p:spPr>
        <p:txBody>
          <a:bodyPr>
            <a:noAutofit/>
          </a:bodyPr>
          <a:lstStyle>
            <a:lvl1pPr algn="l" rtl="0">
              <a:spcBef>
                <a:spcPct val="0"/>
              </a:spcBef>
              <a:buNone/>
              <a:defRPr sz="2600" b="0">
                <a:ln>
                  <a:noFill/>
                </a:ln>
                <a:solidFill>
                  <a:schemeClr val="tx2"/>
                </a:solidFill>
                <a:effectLst/>
                <a:latin typeface="+mj-lt"/>
                <a:ea typeface="+mj-ea"/>
                <a:cs typeface="+mj-cs"/>
              </a:defRPr>
            </a:lvl1pPr>
          </a:lstStyle>
          <a:p>
            <a:r>
              <a:rPr lang="zh-CN" altLang="en-US"/>
              <a:t>单击此处编辑母版标题样式</a:t>
            </a:r>
            <a:endParaRPr lang="en-US"/>
          </a:p>
        </p:txBody>
      </p:sp>
      <p:sp>
        <p:nvSpPr>
          <p:cNvPr id="3" name="文本占位符 2"/>
          <p:cNvSpPr>
            <a:spLocks noGrp="1"/>
          </p:cNvSpPr>
          <p:nvPr>
            <p:ph type="body" idx="2" hasCustomPrompt="1"/>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a:r>
              <a:rPr lang="zh-CN" altLang="en-US"/>
              <a:t>编辑母版文本样式</a:t>
            </a:r>
            <a:endParaRPr lang="zh-CN" altLang="en-US"/>
          </a:p>
        </p:txBody>
      </p:sp>
      <p:sp>
        <p:nvSpPr>
          <p:cNvPr id="4" name="内容占位符 3"/>
          <p:cNvSpPr>
            <a:spLocks noGrp="1"/>
          </p:cNvSpPr>
          <p:nvPr>
            <p:ph sz="half" idx="1" hasCustomPrompt="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a:p>
        </p:txBody>
      </p:sp>
      <p:sp>
        <p:nvSpPr>
          <p:cNvPr id="5" name="日期占位符 9"/>
          <p:cNvSpPr>
            <a:spLocks noGrp="1"/>
          </p:cNvSpPr>
          <p:nvPr>
            <p:ph type="dt" sz="half" idx="10"/>
          </p:nvPr>
        </p:nvSpPr>
        <p:spPr/>
        <p:txBody>
          <a:bodyPr/>
          <a:lstStyle>
            <a:lvl1pPr>
              <a:defRPr/>
            </a:lvl1pPr>
          </a:lstStyle>
          <a:p>
            <a:pPr>
              <a:defRPr/>
            </a:pPr>
            <a:endParaRPr lang="en-US" altLang="zh-CN"/>
          </a:p>
        </p:txBody>
      </p:sp>
      <p:sp>
        <p:nvSpPr>
          <p:cNvPr id="6" name="页脚占位符 21"/>
          <p:cNvSpPr>
            <a:spLocks noGrp="1"/>
          </p:cNvSpPr>
          <p:nvPr>
            <p:ph type="ftr" sz="quarter" idx="11"/>
          </p:nvPr>
        </p:nvSpPr>
        <p:spPr/>
        <p:txBody>
          <a:bodyPr/>
          <a:lstStyle>
            <a:lvl1pPr>
              <a:defRPr/>
            </a:lvl1pPr>
          </a:lstStyle>
          <a:p>
            <a:pPr>
              <a:defRPr/>
            </a:pPr>
            <a:r>
              <a:rPr lang="en-US" altLang="zh-CN"/>
              <a:t>An Introduction to Database System</a:t>
            </a:r>
            <a:endParaRPr lang="en-US" altLang="zh-CN"/>
          </a:p>
        </p:txBody>
      </p:sp>
      <p:sp>
        <p:nvSpPr>
          <p:cNvPr id="7" name="灯片编号占位符 17"/>
          <p:cNvSpPr>
            <a:spLocks noGrp="1"/>
          </p:cNvSpPr>
          <p:nvPr>
            <p:ph type="sldNum" sz="quarter" idx="12"/>
          </p:nvPr>
        </p:nvSpPr>
        <p:spPr/>
        <p:txBody>
          <a:bodyPr/>
          <a:lstStyle>
            <a:lvl1pPr>
              <a:defRPr/>
            </a:lvl1pPr>
          </a:lstStyle>
          <a:p>
            <a:pPr>
              <a:defRPr/>
            </a:pPr>
            <a:fld id="{E956B7E7-9791-45A3-B090-F6C95358C277}" type="slidenum">
              <a:rPr lang="en-US" altLang="zh-CN" smtClean="0"/>
            </a:fld>
            <a:endParaRPr lang="en-US" altLang="zh-CN"/>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showMasterSp="0">
  <p:cSld name="图片与标题">
    <p:spTree>
      <p:nvGrpSpPr>
        <p:cNvPr id="1" name=""/>
        <p:cNvGrpSpPr/>
        <p:nvPr/>
      </p:nvGrpSpPr>
      <p:grpSpPr>
        <a:xfrm>
          <a:off x="0" y="0"/>
          <a:ext cx="0" cy="0"/>
          <a:chOff x="0" y="0"/>
          <a:chExt cx="0" cy="0"/>
        </a:xfrm>
      </p:grpSpPr>
      <p:sp>
        <p:nvSpPr>
          <p:cNvPr id="5" name="单圆角矩形 4"/>
          <p:cNvSpPr/>
          <p:nvPr/>
        </p:nvSpPr>
        <p:spPr>
          <a:xfrm rot="420000" flipV="1">
            <a:off x="3165475" y="1108075"/>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anchor="ctr"/>
          <a:lstStyle/>
          <a:p>
            <a:pPr algn="ctr">
              <a:defRPr/>
            </a:pPr>
            <a:endParaRPr kumimoji="0" lang="en-US"/>
          </a:p>
        </p:txBody>
      </p:sp>
      <p:sp>
        <p:nvSpPr>
          <p:cNvPr id="6" name="直角三角形 5"/>
          <p:cNvSpPr/>
          <p:nvPr/>
        </p:nvSpPr>
        <p:spPr>
          <a:xfrm rot="420000" flipV="1">
            <a:off x="8004175" y="5359400"/>
            <a:ext cx="155575" cy="155575"/>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anchor="ctr"/>
          <a:lstStyle/>
          <a:p>
            <a:pPr algn="ctr">
              <a:defRPr/>
            </a:pPr>
            <a:endParaRPr kumimoji="0" lang="en-US"/>
          </a:p>
        </p:txBody>
      </p:sp>
      <p:sp>
        <p:nvSpPr>
          <p:cNvPr id="7" name="任意多边形 6"/>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a:lstStyle/>
          <a:p>
            <a:pPr>
              <a:defRPr/>
            </a:pPr>
            <a:endParaRPr kumimoji="0" lang="en-US">
              <a:latin typeface="+mn-lt"/>
              <a:ea typeface="+mn-ea"/>
            </a:endParaRPr>
          </a:p>
        </p:txBody>
      </p:sp>
      <p:sp>
        <p:nvSpPr>
          <p:cNvPr id="8" name="任意多边形 7"/>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a:lstStyle/>
          <a:p>
            <a:pPr>
              <a:defRPr/>
            </a:pPr>
            <a:endParaRPr kumimoji="0" lang="en-US">
              <a:latin typeface="+mn-lt"/>
              <a:ea typeface="+mn-ea"/>
            </a:endParaRPr>
          </a:p>
        </p:txBody>
      </p:sp>
      <p:sp>
        <p:nvSpPr>
          <p:cNvPr id="2" name="标题 1"/>
          <p:cNvSpPr>
            <a:spLocks noGrp="1"/>
          </p:cNvSpPr>
          <p:nvPr>
            <p:ph type="title"/>
          </p:nvPr>
        </p:nvSpPr>
        <p:spPr>
          <a:xfrm>
            <a:off x="609600" y="1176996"/>
            <a:ext cx="2212848" cy="1582621"/>
          </a:xfrm>
        </p:spPr>
        <p:txBody>
          <a:bodyPr lIns="45720" rIns="45720" bIns="45720"/>
          <a:lstStyle>
            <a:lvl1pPr algn="l">
              <a:buNone/>
              <a:defRPr sz="2000" b="1">
                <a:solidFill>
                  <a:schemeClr val="tx2"/>
                </a:solidFill>
              </a:defRPr>
            </a:lvl1pPr>
          </a:lstStyle>
          <a:p>
            <a:r>
              <a:rPr lang="zh-CN" altLang="en-US"/>
              <a:t>单击此处编辑母版标题样式</a:t>
            </a:r>
            <a:endParaRPr lang="en-US"/>
          </a:p>
        </p:txBody>
      </p:sp>
      <p:sp>
        <p:nvSpPr>
          <p:cNvPr id="4" name="文本占位符 3"/>
          <p:cNvSpPr>
            <a:spLocks noGrp="1"/>
          </p:cNvSpPr>
          <p:nvPr>
            <p:ph type="body" sz="half" idx="2" hasCustomPrompt="1"/>
          </p:nvPr>
        </p:nvSpPr>
        <p:spPr>
          <a:xfrm>
            <a:off x="609600" y="2828785"/>
            <a:ext cx="2209800" cy="2179320"/>
          </a:xfrm>
        </p:spPr>
        <p:txBody>
          <a:bodyPr lIns="64008" rIns="45720"/>
          <a:lstStyle>
            <a:lvl1pPr marL="0" indent="0" algn="l">
              <a:spcBef>
                <a:spcPts val="250"/>
              </a:spcBef>
              <a:buFontTx/>
              <a:buNone/>
              <a:defRPr sz="1300"/>
            </a:lvl1pPr>
            <a:lvl2pPr>
              <a:defRPr sz="1200"/>
            </a:lvl2pPr>
            <a:lvl3pPr>
              <a:defRPr sz="1000"/>
            </a:lvl3pPr>
            <a:lvl4pPr>
              <a:defRPr sz="900"/>
            </a:lvl4pPr>
            <a:lvl5pPr>
              <a:defRPr sz="900"/>
            </a:lvl5pPr>
          </a:lstStyle>
          <a:p>
            <a:pPr lvl="0"/>
            <a:r>
              <a:rPr lang="zh-CN" altLang="en-US"/>
              <a:t>编辑母版文本样式</a:t>
            </a:r>
            <a:endParaRPr lang="zh-CN" altLang="en-US"/>
          </a:p>
        </p:txBody>
      </p:sp>
      <p:sp>
        <p:nvSpPr>
          <p:cNvPr id="3" name="图片占位符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normAutofit/>
          </a:bodyPr>
          <a:lstStyle>
            <a:lvl1pPr marL="0" indent="0">
              <a:buNone/>
              <a:defRPr sz="3200"/>
            </a:lvl1pPr>
          </a:lstStyle>
          <a:p>
            <a:pPr lvl="0"/>
            <a:r>
              <a:rPr lang="zh-CN" altLang="en-US" noProof="0"/>
              <a:t>单击图标添加图片</a:t>
            </a:r>
            <a:endParaRPr lang="en-US" noProof="0" dirty="0"/>
          </a:p>
        </p:txBody>
      </p:sp>
      <p:sp>
        <p:nvSpPr>
          <p:cNvPr id="9" name="日期占位符 4"/>
          <p:cNvSpPr>
            <a:spLocks noGrp="1"/>
          </p:cNvSpPr>
          <p:nvPr>
            <p:ph type="dt" sz="half" idx="10"/>
          </p:nvPr>
        </p:nvSpPr>
        <p:spPr/>
        <p:txBody>
          <a:bodyPr/>
          <a:lstStyle>
            <a:lvl1pPr>
              <a:defRPr/>
            </a:lvl1pPr>
          </a:lstStyle>
          <a:p>
            <a:pPr>
              <a:defRPr/>
            </a:pPr>
            <a:endParaRPr lang="en-US" altLang="zh-CN"/>
          </a:p>
        </p:txBody>
      </p:sp>
      <p:sp>
        <p:nvSpPr>
          <p:cNvPr id="10" name="页脚占位符 5"/>
          <p:cNvSpPr>
            <a:spLocks noGrp="1"/>
          </p:cNvSpPr>
          <p:nvPr>
            <p:ph type="ftr" sz="quarter" idx="11"/>
          </p:nvPr>
        </p:nvSpPr>
        <p:spPr/>
        <p:txBody>
          <a:bodyPr/>
          <a:lstStyle>
            <a:lvl1pPr>
              <a:defRPr/>
            </a:lvl1pPr>
          </a:lstStyle>
          <a:p>
            <a:pPr>
              <a:defRPr/>
            </a:pPr>
            <a:r>
              <a:rPr lang="en-US" altLang="zh-CN"/>
              <a:t>An Introduction to Database System</a:t>
            </a:r>
            <a:endParaRPr lang="en-US" altLang="zh-CN"/>
          </a:p>
        </p:txBody>
      </p:sp>
      <p:sp>
        <p:nvSpPr>
          <p:cNvPr id="11" name="灯片编号占位符 6"/>
          <p:cNvSpPr>
            <a:spLocks noGrp="1"/>
          </p:cNvSpPr>
          <p:nvPr>
            <p:ph type="sldNum" sz="quarter" idx="12"/>
          </p:nvPr>
        </p:nvSpPr>
        <p:spPr>
          <a:xfrm>
            <a:off x="8077200" y="6356350"/>
            <a:ext cx="609600" cy="365125"/>
          </a:xfrm>
        </p:spPr>
        <p:txBody>
          <a:bodyPr/>
          <a:lstStyle>
            <a:lvl1pPr>
              <a:defRPr/>
            </a:lvl1pPr>
          </a:lstStyle>
          <a:p>
            <a:pPr>
              <a:defRPr/>
            </a:pPr>
            <a:fld id="{CF2E1A84-5A2A-472D-B5D9-296044547FAE}" type="slidenum">
              <a:rPr lang="en-US" altLang="zh-CN" smtClean="0"/>
            </a:fld>
            <a:endParaRPr lang="en-US" altLang="zh-CN"/>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en-US"/>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a:p>
        </p:txBody>
      </p:sp>
      <p:sp>
        <p:nvSpPr>
          <p:cNvPr id="4" name="日期占位符 9"/>
          <p:cNvSpPr>
            <a:spLocks noGrp="1"/>
          </p:cNvSpPr>
          <p:nvPr>
            <p:ph type="dt" sz="half" idx="10"/>
          </p:nvPr>
        </p:nvSpPr>
        <p:spPr/>
        <p:txBody>
          <a:bodyPr/>
          <a:lstStyle>
            <a:lvl1pPr>
              <a:defRPr/>
            </a:lvl1pPr>
          </a:lstStyle>
          <a:p>
            <a:pPr>
              <a:defRPr/>
            </a:pPr>
            <a:endParaRPr lang="en-US" altLang="zh-CN"/>
          </a:p>
        </p:txBody>
      </p:sp>
      <p:sp>
        <p:nvSpPr>
          <p:cNvPr id="5" name="页脚占位符 21"/>
          <p:cNvSpPr>
            <a:spLocks noGrp="1"/>
          </p:cNvSpPr>
          <p:nvPr>
            <p:ph type="ftr" sz="quarter" idx="11"/>
          </p:nvPr>
        </p:nvSpPr>
        <p:spPr/>
        <p:txBody>
          <a:bodyPr/>
          <a:lstStyle>
            <a:lvl1pPr>
              <a:defRPr/>
            </a:lvl1pPr>
          </a:lstStyle>
          <a:p>
            <a:pPr>
              <a:defRPr/>
            </a:pPr>
            <a:r>
              <a:rPr lang="en-US" altLang="zh-CN"/>
              <a:t>An Introduction to Database System</a:t>
            </a:r>
            <a:endParaRPr lang="en-US" altLang="zh-CN"/>
          </a:p>
        </p:txBody>
      </p:sp>
      <p:sp>
        <p:nvSpPr>
          <p:cNvPr id="6" name="灯片编号占位符 17"/>
          <p:cNvSpPr>
            <a:spLocks noGrp="1"/>
          </p:cNvSpPr>
          <p:nvPr>
            <p:ph type="sldNum" sz="quarter" idx="12"/>
          </p:nvPr>
        </p:nvSpPr>
        <p:spPr/>
        <p:txBody>
          <a:bodyPr/>
          <a:lstStyle>
            <a:lvl1pPr>
              <a:defRPr/>
            </a:lvl1pPr>
          </a:lstStyle>
          <a:p>
            <a:pPr>
              <a:defRPr/>
            </a:pPr>
            <a:fld id="{06726256-9756-4387-BAA7-7250C4E9013B}" type="slidenum">
              <a:rPr lang="en-US" altLang="zh-CN" smtClean="0"/>
            </a:fld>
            <a:endParaRPr lang="en-US" altLang="zh-CN"/>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914401"/>
            <a:ext cx="2057400" cy="5211763"/>
          </a:xfrm>
        </p:spPr>
        <p:txBody>
          <a:bodyPr vert="eaVert"/>
          <a:lstStyle/>
          <a:p>
            <a:r>
              <a:rPr lang="zh-CN" altLang="en-US"/>
              <a:t>单击此处编辑母版标题样式</a:t>
            </a:r>
            <a:endParaRPr lang="en-US"/>
          </a:p>
        </p:txBody>
      </p:sp>
      <p:sp>
        <p:nvSpPr>
          <p:cNvPr id="3" name="竖排文字占位符 2"/>
          <p:cNvSpPr>
            <a:spLocks noGrp="1"/>
          </p:cNvSpPr>
          <p:nvPr>
            <p:ph type="body" orient="vert" idx="1" hasCustomPrompt="1"/>
          </p:nvPr>
        </p:nvSpPr>
        <p:spPr>
          <a:xfrm>
            <a:off x="457200" y="914401"/>
            <a:ext cx="6019800" cy="5211763"/>
          </a:xfr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a:p>
        </p:txBody>
      </p:sp>
      <p:sp>
        <p:nvSpPr>
          <p:cNvPr id="4" name="日期占位符 9"/>
          <p:cNvSpPr>
            <a:spLocks noGrp="1"/>
          </p:cNvSpPr>
          <p:nvPr>
            <p:ph type="dt" sz="half" idx="10"/>
          </p:nvPr>
        </p:nvSpPr>
        <p:spPr/>
        <p:txBody>
          <a:bodyPr/>
          <a:lstStyle>
            <a:lvl1pPr>
              <a:defRPr/>
            </a:lvl1pPr>
          </a:lstStyle>
          <a:p>
            <a:pPr>
              <a:defRPr/>
            </a:pPr>
            <a:endParaRPr lang="en-US" altLang="zh-CN"/>
          </a:p>
        </p:txBody>
      </p:sp>
      <p:sp>
        <p:nvSpPr>
          <p:cNvPr id="5" name="页脚占位符 21"/>
          <p:cNvSpPr>
            <a:spLocks noGrp="1"/>
          </p:cNvSpPr>
          <p:nvPr>
            <p:ph type="ftr" sz="quarter" idx="11"/>
          </p:nvPr>
        </p:nvSpPr>
        <p:spPr/>
        <p:txBody>
          <a:bodyPr/>
          <a:lstStyle>
            <a:lvl1pPr>
              <a:defRPr/>
            </a:lvl1pPr>
          </a:lstStyle>
          <a:p>
            <a:pPr>
              <a:defRPr/>
            </a:pPr>
            <a:r>
              <a:rPr lang="en-US" altLang="zh-CN"/>
              <a:t>An Introduction to Database System</a:t>
            </a:r>
            <a:endParaRPr lang="en-US" altLang="zh-CN"/>
          </a:p>
        </p:txBody>
      </p:sp>
      <p:sp>
        <p:nvSpPr>
          <p:cNvPr id="6" name="灯片编号占位符 17"/>
          <p:cNvSpPr>
            <a:spLocks noGrp="1"/>
          </p:cNvSpPr>
          <p:nvPr>
            <p:ph type="sldNum" sz="quarter" idx="12"/>
          </p:nvPr>
        </p:nvSpPr>
        <p:spPr/>
        <p:txBody>
          <a:bodyPr/>
          <a:lstStyle>
            <a:lvl1pPr>
              <a:defRPr/>
            </a:lvl1pPr>
          </a:lstStyle>
          <a:p>
            <a:pPr>
              <a:defRPr/>
            </a:pPr>
            <a:fld id="{3B70038E-C435-423C-83CE-A6E1B856F872}" type="slidenum">
              <a:rPr lang="en-US" altLang="zh-CN" smtClean="0"/>
            </a:fld>
            <a:endParaRPr lang="en-US" altLang="zh-CN"/>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914400" y="685800"/>
            <a:ext cx="7391400" cy="563563"/>
          </a:xfrm>
        </p:spPr>
        <p:txBody>
          <a:bodyPr/>
          <a:lstStyle/>
          <a:p>
            <a:r>
              <a:rPr lang="zh-CN" altLang="en-US"/>
              <a:t>单击此处编辑母版标题样式</a:t>
            </a:r>
            <a:endParaRPr lang="zh-CN" altLang="en-US"/>
          </a:p>
        </p:txBody>
      </p:sp>
      <p:sp>
        <p:nvSpPr>
          <p:cNvPr id="3" name="文本占位符 2"/>
          <p:cNvSpPr>
            <a:spLocks noGrp="1"/>
          </p:cNvSpPr>
          <p:nvPr>
            <p:ph type="body" sz="half" idx="1"/>
          </p:nvPr>
        </p:nvSpPr>
        <p:spPr>
          <a:xfrm>
            <a:off x="457200" y="1828800"/>
            <a:ext cx="4038600" cy="44958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48200" y="1828800"/>
            <a:ext cx="4038600" cy="44958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Rectangle 15"/>
          <p:cNvSpPr>
            <a:spLocks noGrp="1" noChangeArrowheads="1"/>
          </p:cNvSpPr>
          <p:nvPr>
            <p:ph type="dt" sz="half" idx="10"/>
          </p:nvPr>
        </p:nvSpPr>
        <p:spPr/>
        <p:txBody>
          <a:bodyPr/>
          <a:lstStyle>
            <a:lvl1pPr>
              <a:defRPr/>
            </a:lvl1pPr>
          </a:lstStyle>
          <a:p>
            <a:pPr>
              <a:defRPr/>
            </a:pPr>
            <a:endParaRPr lang="en-US" altLang="zh-CN"/>
          </a:p>
        </p:txBody>
      </p:sp>
      <p:sp>
        <p:nvSpPr>
          <p:cNvPr id="6" name="Rectangle 16"/>
          <p:cNvSpPr>
            <a:spLocks noGrp="1" noChangeArrowheads="1"/>
          </p:cNvSpPr>
          <p:nvPr>
            <p:ph type="ftr" sz="quarter" idx="11"/>
          </p:nvPr>
        </p:nvSpPr>
        <p:spPr/>
        <p:txBody>
          <a:bodyPr/>
          <a:lstStyle>
            <a:lvl1pPr>
              <a:defRPr/>
            </a:lvl1pPr>
          </a:lstStyle>
          <a:p>
            <a:pPr>
              <a:defRPr/>
            </a:pPr>
            <a:r>
              <a:rPr lang="en-US" altLang="zh-CN"/>
              <a:t>An Introduction to Database System</a:t>
            </a:r>
            <a:endParaRPr lang="en-US" altLang="zh-CN"/>
          </a:p>
        </p:txBody>
      </p:sp>
    </p:spTree>
  </p:cSld>
  <p:clrMapOvr>
    <a:masterClrMapping/>
  </p:clrMapOvr>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type="tbl">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706437"/>
          </a:xfrm>
        </p:spPr>
        <p:txBody>
          <a:bodyPr/>
          <a:lstStyle/>
          <a:p>
            <a:r>
              <a:rPr lang="zh-CN" altLang="en-US"/>
              <a:t>单击此处编辑母版标题样式</a:t>
            </a:r>
            <a:endParaRPr lang="zh-CN" altLang="en-US"/>
          </a:p>
        </p:txBody>
      </p:sp>
      <p:sp>
        <p:nvSpPr>
          <p:cNvPr id="3" name="表格占位符 2"/>
          <p:cNvSpPr>
            <a:spLocks noGrp="1"/>
          </p:cNvSpPr>
          <p:nvPr>
            <p:ph type="tbl" idx="1" hasCustomPrompt="1"/>
          </p:nvPr>
        </p:nvSpPr>
        <p:spPr>
          <a:xfrm>
            <a:off x="250825" y="1160463"/>
            <a:ext cx="8137525" cy="4965700"/>
          </a:xfrm>
        </p:spPr>
        <p:txBody>
          <a:bodyPr/>
          <a:lstStyle/>
          <a:p>
            <a:pPr lvl="0"/>
            <a:r>
              <a:rPr lang="zh-CN" altLang="en-US" noProof="0"/>
              <a:t>单击图标添加表格</a:t>
            </a:r>
            <a:endParaRPr lang="zh-CN" altLang="en-US" noProof="0"/>
          </a:p>
        </p:txBody>
      </p:sp>
      <p:sp>
        <p:nvSpPr>
          <p:cNvPr id="4" name="Rectangle 4"/>
          <p:cNvSpPr>
            <a:spLocks noGrp="1" noChangeArrowheads="1"/>
          </p:cNvSpPr>
          <p:nvPr>
            <p:ph type="dt" sz="half" idx="10"/>
          </p:nvPr>
        </p:nvSpPr>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r>
              <a:rPr lang="en-US" altLang="zh-CN"/>
              <a:t>An Introduction to Database System</a:t>
            </a:r>
            <a:endParaRPr lang="en-US" altLang="zh-CN"/>
          </a:p>
        </p:txBody>
      </p:sp>
      <p:sp>
        <p:nvSpPr>
          <p:cNvPr id="6" name="Rectangle 6"/>
          <p:cNvSpPr>
            <a:spLocks noGrp="1" noChangeArrowheads="1"/>
          </p:cNvSpPr>
          <p:nvPr>
            <p:ph type="sldNum" sz="quarter" idx="12"/>
          </p:nvPr>
        </p:nvSpPr>
        <p:spPr/>
        <p:txBody>
          <a:bodyPr/>
          <a:lstStyle>
            <a:lvl1pPr>
              <a:defRPr/>
            </a:lvl1pPr>
          </a:lstStyle>
          <a:p>
            <a:pPr>
              <a:defRPr/>
            </a:pPr>
            <a:fld id="{142034E6-D108-4402-8096-2E16876FF1BE}" type="slidenum">
              <a:rPr lang="en-US" altLang="zh-CN"/>
            </a:fld>
            <a:endParaRPr lang="en-US" altLang="zh-CN"/>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obj" showMasterSp="0">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600" b="1" i="0">
                <a:solidFill>
                  <a:srgbClr val="585858"/>
                </a:solidFill>
                <a:latin typeface="Arial" panose="020B0604020202090204"/>
                <a:cs typeface="Arial" panose="020B0604020202090204"/>
              </a:defRPr>
            </a:lvl1pPr>
          </a:lstStyle>
          <a:p/>
        </p:txBody>
      </p:sp>
      <p:sp>
        <p:nvSpPr>
          <p:cNvPr id="3" name="Holder 3"/>
          <p:cNvSpPr>
            <a:spLocks noGrp="1"/>
          </p:cNvSpPr>
          <p:nvPr>
            <p:ph sz="half" idx="2"/>
          </p:nvPr>
        </p:nvSpPr>
        <p:spPr>
          <a:xfrm>
            <a:off x="457200" y="1577340"/>
            <a:ext cx="3977640" cy="430887"/>
          </a:xfrm>
          <a:prstGeom prst="rect">
            <a:avLst/>
          </a:prstGeom>
        </p:spPr>
        <p:txBody>
          <a:bodyPr lIns="0" tIns="0" rIns="0" bIns="0">
            <a:spAutoFit/>
          </a:bodyPr>
          <a:lstStyle>
            <a:lvl1pPr>
              <a:defRPr/>
            </a:lvl1pPr>
          </a:lstStyle>
          <a:p/>
        </p:txBody>
      </p:sp>
      <p:sp>
        <p:nvSpPr>
          <p:cNvPr id="4" name="Holder 4"/>
          <p:cNvSpPr>
            <a:spLocks noGrp="1"/>
          </p:cNvSpPr>
          <p:nvPr>
            <p:ph sz="half" idx="3"/>
          </p:nvPr>
        </p:nvSpPr>
        <p:spPr>
          <a:xfrm>
            <a:off x="4709159" y="1577340"/>
            <a:ext cx="3977640" cy="430887"/>
          </a:xfrm>
          <a:prstGeom prst="rect">
            <a:avLst/>
          </a:prstGeom>
        </p:spPr>
        <p:txBody>
          <a:bodyPr lIns="0" tIns="0" rIns="0" bIns="0">
            <a:spAutoFit/>
          </a:bodyPr>
          <a:lstStyle>
            <a:lvl1pPr>
              <a:defRPr/>
            </a:lvl1pPr>
          </a:lstStyle>
          <a:p/>
        </p:txBody>
      </p:sp>
      <p:sp>
        <p:nvSpPr>
          <p:cNvPr id="10" name="Holder 5"/>
          <p:cNvSpPr>
            <a:spLocks noGrp="1"/>
          </p:cNvSpPr>
          <p:nvPr>
            <p:ph type="ftr" sz="quarter" idx="10"/>
          </p:nvPr>
        </p:nvSpPr>
        <p:spPr/>
        <p:txBody>
          <a:bodyPr lIns="0" tIns="0" rIns="0" bIns="0"/>
          <a:lstStyle>
            <a:lvl1pPr marL="12700">
              <a:defRPr sz="700" b="1" i="0" spc="-85">
                <a:solidFill>
                  <a:srgbClr val="7E7E7E"/>
                </a:solidFill>
                <a:latin typeface="Times New Roman" panose="02020503050405090304"/>
                <a:cs typeface="Times New Roman" panose="02020503050405090304"/>
              </a:defRPr>
            </a:lvl1pPr>
          </a:lstStyle>
          <a:p>
            <a:pPr>
              <a:defRPr/>
            </a:pPr>
            <a:r>
              <a:rPr lang="en-US"/>
              <a:t>1</a:t>
            </a:r>
            <a:r>
              <a:rPr lang="en-US" spc="-90"/>
              <a:t>5</a:t>
            </a:r>
            <a:r>
              <a:rPr lang="en-US" spc="-20"/>
              <a:t>-</a:t>
            </a:r>
            <a:r>
              <a:rPr lang="en-US" spc="-25"/>
              <a:t>4</a:t>
            </a:r>
            <a:r>
              <a:rPr lang="en-US" spc="-20"/>
              <a:t>4</a:t>
            </a:r>
            <a:r>
              <a:rPr lang="en-US" spc="-55"/>
              <a:t>5</a:t>
            </a:r>
            <a:r>
              <a:rPr lang="en-US" spc="-5"/>
              <a:t>/645</a:t>
            </a:r>
            <a:r>
              <a:rPr lang="en-US" spc="0"/>
              <a:t> </a:t>
            </a:r>
            <a:r>
              <a:rPr lang="en-US" spc="-20"/>
              <a:t>(</a:t>
            </a:r>
            <a:r>
              <a:rPr lang="en-US" spc="-60"/>
              <a:t>F</a:t>
            </a:r>
            <a:r>
              <a:rPr lang="en-US" spc="-15"/>
              <a:t>a</a:t>
            </a:r>
            <a:r>
              <a:rPr lang="en-US" spc="25"/>
              <a:t>l</a:t>
            </a:r>
            <a:r>
              <a:rPr lang="en-US" spc="30"/>
              <a:t>l</a:t>
            </a:r>
            <a:r>
              <a:rPr lang="en-US" spc="-35"/>
              <a:t> </a:t>
            </a:r>
            <a:r>
              <a:rPr lang="en-US" spc="-30"/>
              <a:t>2</a:t>
            </a:r>
            <a:r>
              <a:rPr lang="en-US" spc="-5"/>
              <a:t>0</a:t>
            </a:r>
            <a:r>
              <a:rPr lang="en-US" spc="-20"/>
              <a:t>20)</a:t>
            </a:r>
            <a:endParaRPr lang="en-US" spc="-20" dirty="0"/>
          </a:p>
        </p:txBody>
      </p:sp>
      <p:sp>
        <p:nvSpPr>
          <p:cNvPr id="11" name="Holder 6"/>
          <p:cNvSpPr>
            <a:spLocks noGrp="1"/>
          </p:cNvSpPr>
          <p:nvPr>
            <p:ph type="dt" sz="half" idx="11"/>
          </p:nvPr>
        </p:nvSpPr>
        <p:spPr/>
        <p:txBody>
          <a:bodyPr lIns="0" tIns="0" rIns="0" bIns="0"/>
          <a:lstStyle>
            <a:lvl1pPr algn="l">
              <a:defRPr>
                <a:solidFill>
                  <a:schemeClr val="tx1">
                    <a:tint val="75000"/>
                  </a:schemeClr>
                </a:solidFill>
              </a:defRPr>
            </a:lvl1pPr>
          </a:lstStyle>
          <a:p>
            <a:pPr>
              <a:defRPr/>
            </a:pPr>
            <a:fld id="{BDD0354A-34A5-4D75-8847-8E73A25C2E7A}" type="datetimeFigureOut">
              <a:rPr lang="en-US"/>
            </a:fld>
            <a:endParaRPr lang="en-US"/>
          </a:p>
        </p:txBody>
      </p:sp>
      <p:sp>
        <p:nvSpPr>
          <p:cNvPr id="12" name="Holder 7"/>
          <p:cNvSpPr>
            <a:spLocks noGrp="1"/>
          </p:cNvSpPr>
          <p:nvPr>
            <p:ph type="sldNum" sz="quarter" idx="12"/>
          </p:nvPr>
        </p:nvSpPr>
        <p:spPr/>
        <p:txBody>
          <a:bodyPr lIns="0" tIns="0" rIns="0" bIns="0"/>
          <a:lstStyle>
            <a:lvl1pPr algn="r">
              <a:defRPr>
                <a:solidFill>
                  <a:schemeClr val="tx1">
                    <a:tint val="75000"/>
                  </a:schemeClr>
                </a:solidFill>
              </a:defRPr>
            </a:lvl1pPr>
          </a:lstStyle>
          <a:p>
            <a:pPr>
              <a:defRPr/>
            </a:pPr>
            <a:fld id="{F2668A67-7239-4673-AA71-84417CBF90D7}" type="slidenum">
              <a:rPr/>
            </a:fld>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itle" preserve="1">
  <p:cSld name="标题幻灯片">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9" name="标题 8"/>
          <p:cNvSpPr>
            <a:spLocks noGrp="1"/>
          </p:cNvSpPr>
          <p:nvPr>
            <p:ph type="ctrTitle"/>
          </p:nvPr>
        </p:nvSpPr>
        <p:spPr>
          <a:xfrm>
            <a:off x="533400" y="1371600"/>
            <a:ext cx="7851648" cy="1828800"/>
          </a:xfrm>
          <a:ln>
            <a:noFill/>
          </a:ln>
        </p:spPr>
        <p:txBody>
          <a:bodyPr tIns="0" rIns="18288">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lang="zh-CN" altLang="en-US"/>
              <a:t>单击此处编辑母版标题样式</a:t>
            </a:r>
            <a:endParaRPr lang="en-US"/>
          </a:p>
        </p:txBody>
      </p:sp>
      <p:sp>
        <p:nvSpPr>
          <p:cNvPr id="17" name="副标题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zh-CN" altLang="en-US"/>
              <a:t>单击此处编辑母版副标题样式</a:t>
            </a:r>
            <a:endParaRPr lang="en-US"/>
          </a:p>
        </p:txBody>
      </p:sp>
      <p:sp>
        <p:nvSpPr>
          <p:cNvPr id="4" name="日期占位符 29"/>
          <p:cNvSpPr>
            <a:spLocks noGrp="1"/>
          </p:cNvSpPr>
          <p:nvPr>
            <p:ph type="dt" sz="half" idx="10"/>
          </p:nvPr>
        </p:nvSpPr>
        <p:spPr/>
        <p:txBody>
          <a:bodyPr/>
          <a:lstStyle>
            <a:lvl1pPr>
              <a:defRPr/>
            </a:lvl1pPr>
          </a:lstStyle>
          <a:p>
            <a:pPr>
              <a:defRPr/>
            </a:pPr>
            <a:endParaRPr lang="en-US" altLang="zh-CN"/>
          </a:p>
        </p:txBody>
      </p:sp>
      <p:sp>
        <p:nvSpPr>
          <p:cNvPr id="5" name="页脚占位符 18"/>
          <p:cNvSpPr>
            <a:spLocks noGrp="1"/>
          </p:cNvSpPr>
          <p:nvPr>
            <p:ph type="ftr" sz="quarter" idx="11"/>
          </p:nvPr>
        </p:nvSpPr>
        <p:spPr/>
        <p:txBody>
          <a:bodyPr/>
          <a:lstStyle>
            <a:lvl1pPr>
              <a:defRPr/>
            </a:lvl1pPr>
          </a:lstStyle>
          <a:p>
            <a:pPr>
              <a:defRPr/>
            </a:pPr>
            <a:r>
              <a:rPr lang="en-US" altLang="zh-CN"/>
              <a:t>An Introduction to Database System</a:t>
            </a:r>
            <a:endParaRPr lang="en-US" altLang="zh-CN"/>
          </a:p>
        </p:txBody>
      </p:sp>
      <p:sp>
        <p:nvSpPr>
          <p:cNvPr id="6" name="灯片编号占位符 26"/>
          <p:cNvSpPr>
            <a:spLocks noGrp="1"/>
          </p:cNvSpPr>
          <p:nvPr>
            <p:ph type="sldNum" sz="quarter" idx="12"/>
          </p:nvPr>
        </p:nvSpPr>
        <p:spPr/>
        <p:txBody>
          <a:bodyPr/>
          <a:lstStyle>
            <a:lvl1pPr>
              <a:defRPr smtClean="0"/>
            </a:lvl1pPr>
          </a:lstStyle>
          <a:p>
            <a:pPr>
              <a:defRPr/>
            </a:pPr>
            <a:fld id="{31AD1B00-4DB4-4D11-98A7-3F453E220A22}" type="slidenum">
              <a:rPr lang="en-US" altLang="zh-CN"/>
            </a:fld>
            <a:endParaRPr lang="en-US" altLang="zh-CN"/>
          </a:p>
        </p:txBody>
      </p:sp>
    </p:spTree>
  </p:cSld>
  <p:clrMapOvr>
    <a:overrideClrMapping bg1="dk1" tx1="lt1" bg2="dk2" tx2="lt2" accent1="accent1" accent2="accent2" accent3="accent3" accent4="accent4" accent5="accent5" accent6="accent6" hlink="hlink" folHlink="folHlink"/>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4" name="TextBox 6"/>
          <p:cNvSpPr txBox="1"/>
          <p:nvPr/>
        </p:nvSpPr>
        <p:spPr>
          <a:xfrm>
            <a:off x="6665913" y="0"/>
            <a:ext cx="2478087" cy="461963"/>
          </a:xfrm>
          <a:prstGeom prst="rect">
            <a:avLst/>
          </a:prstGeom>
          <a:noFill/>
        </p:spPr>
        <p:txBody>
          <a:bodyPr wrap="none">
            <a:spAutoFit/>
          </a:bodyPr>
          <a:lstStyle>
            <a:defPPr>
              <a:defRPr lang="zh-CN"/>
            </a:defPPr>
            <a:lvl1pPr algn="l" rtl="0" fontAlgn="base">
              <a:spcBef>
                <a:spcPct val="0"/>
              </a:spcBef>
              <a:spcAft>
                <a:spcPct val="0"/>
              </a:spcAft>
              <a:defRPr kumimoji="1" sz="2400" kern="1200">
                <a:solidFill>
                  <a:schemeClr val="tx1"/>
                </a:solidFill>
                <a:latin typeface="Verdana" panose="020B0804030504040204" pitchFamily="34" charset="0"/>
                <a:ea typeface="宋体" pitchFamily="2" charset="-122"/>
                <a:cs typeface="+mn-cs"/>
              </a:defRPr>
            </a:lvl1pPr>
            <a:lvl2pPr marL="457200" algn="l" rtl="0" fontAlgn="base">
              <a:spcBef>
                <a:spcPct val="0"/>
              </a:spcBef>
              <a:spcAft>
                <a:spcPct val="0"/>
              </a:spcAft>
              <a:defRPr kumimoji="1" sz="2400" kern="1200">
                <a:solidFill>
                  <a:schemeClr val="tx1"/>
                </a:solidFill>
                <a:latin typeface="Verdana" panose="020B0804030504040204" pitchFamily="34" charset="0"/>
                <a:ea typeface="宋体" pitchFamily="2" charset="-122"/>
                <a:cs typeface="+mn-cs"/>
              </a:defRPr>
            </a:lvl2pPr>
            <a:lvl3pPr marL="914400" algn="l" rtl="0" fontAlgn="base">
              <a:spcBef>
                <a:spcPct val="0"/>
              </a:spcBef>
              <a:spcAft>
                <a:spcPct val="0"/>
              </a:spcAft>
              <a:defRPr kumimoji="1" sz="2400" kern="1200">
                <a:solidFill>
                  <a:schemeClr val="tx1"/>
                </a:solidFill>
                <a:latin typeface="Verdana" panose="020B0804030504040204" pitchFamily="34" charset="0"/>
                <a:ea typeface="宋体" pitchFamily="2" charset="-122"/>
                <a:cs typeface="+mn-cs"/>
              </a:defRPr>
            </a:lvl3pPr>
            <a:lvl4pPr marL="1371600" algn="l" rtl="0" fontAlgn="base">
              <a:spcBef>
                <a:spcPct val="0"/>
              </a:spcBef>
              <a:spcAft>
                <a:spcPct val="0"/>
              </a:spcAft>
              <a:defRPr kumimoji="1" sz="2400" kern="1200">
                <a:solidFill>
                  <a:schemeClr val="tx1"/>
                </a:solidFill>
                <a:latin typeface="Verdana" panose="020B0804030504040204" pitchFamily="34" charset="0"/>
                <a:ea typeface="宋体" pitchFamily="2" charset="-122"/>
                <a:cs typeface="+mn-cs"/>
              </a:defRPr>
            </a:lvl4pPr>
            <a:lvl5pPr marL="1828800" algn="l" rtl="0" fontAlgn="base">
              <a:spcBef>
                <a:spcPct val="0"/>
              </a:spcBef>
              <a:spcAft>
                <a:spcPct val="0"/>
              </a:spcAft>
              <a:defRPr kumimoji="1" sz="2400" kern="1200">
                <a:solidFill>
                  <a:schemeClr val="tx1"/>
                </a:solidFill>
                <a:latin typeface="Verdana" panose="020B0804030504040204" pitchFamily="34" charset="0"/>
                <a:ea typeface="宋体" pitchFamily="2" charset="-122"/>
                <a:cs typeface="+mn-cs"/>
              </a:defRPr>
            </a:lvl5pPr>
            <a:lvl6pPr marL="2286000" algn="l" defTabSz="914400" rtl="0" eaLnBrk="1" latinLnBrk="0" hangingPunct="1">
              <a:defRPr kumimoji="1" sz="2400" kern="1200">
                <a:solidFill>
                  <a:schemeClr val="tx1"/>
                </a:solidFill>
                <a:latin typeface="Verdana" panose="020B0804030504040204" pitchFamily="34" charset="0"/>
                <a:ea typeface="宋体" pitchFamily="2" charset="-122"/>
                <a:cs typeface="+mn-cs"/>
              </a:defRPr>
            </a:lvl6pPr>
            <a:lvl7pPr marL="2743200" algn="l" defTabSz="914400" rtl="0" eaLnBrk="1" latinLnBrk="0" hangingPunct="1">
              <a:defRPr kumimoji="1" sz="2400" kern="1200">
                <a:solidFill>
                  <a:schemeClr val="tx1"/>
                </a:solidFill>
                <a:latin typeface="Verdana" panose="020B0804030504040204" pitchFamily="34" charset="0"/>
                <a:ea typeface="宋体" pitchFamily="2" charset="-122"/>
                <a:cs typeface="+mn-cs"/>
              </a:defRPr>
            </a:lvl7pPr>
            <a:lvl8pPr marL="3200400" algn="l" defTabSz="914400" rtl="0" eaLnBrk="1" latinLnBrk="0" hangingPunct="1">
              <a:defRPr kumimoji="1" sz="2400" kern="1200">
                <a:solidFill>
                  <a:schemeClr val="tx1"/>
                </a:solidFill>
                <a:latin typeface="Verdana" panose="020B0804030504040204" pitchFamily="34" charset="0"/>
                <a:ea typeface="宋体" pitchFamily="2" charset="-122"/>
                <a:cs typeface="+mn-cs"/>
              </a:defRPr>
            </a:lvl8pPr>
            <a:lvl9pPr marL="3657600" algn="l" defTabSz="914400" rtl="0" eaLnBrk="1" latinLnBrk="0" hangingPunct="1">
              <a:defRPr kumimoji="1" sz="2400" kern="1200">
                <a:solidFill>
                  <a:schemeClr val="tx1"/>
                </a:solidFill>
                <a:latin typeface="Verdana" panose="020B0804030504040204" pitchFamily="34" charset="0"/>
                <a:ea typeface="宋体" pitchFamily="2" charset="-122"/>
                <a:cs typeface="+mn-cs"/>
              </a:defRPr>
            </a:lvl9pPr>
          </a:lstStyle>
          <a:p>
            <a:pPr eaLnBrk="1" hangingPunct="1">
              <a:defRPr/>
            </a:pPr>
            <a:r>
              <a:rPr lang="zh-CN" altLang="en-US" i="1" dirty="0">
                <a:solidFill>
                  <a:srgbClr val="66CCFF"/>
                </a:solidFill>
                <a:effectLst>
                  <a:outerShdw blurRad="38100" dist="38100" dir="2700000" algn="tl">
                    <a:srgbClr val="000000">
                      <a:alpha val="43137"/>
                    </a:srgbClr>
                  </a:outerShdw>
                </a:effectLst>
              </a:rPr>
              <a:t>引自</a:t>
            </a:r>
            <a:r>
              <a:rPr lang="en-US" altLang="zh-CN" i="1" dirty="0">
                <a:solidFill>
                  <a:srgbClr val="66CCFF"/>
                </a:solidFill>
                <a:effectLst>
                  <a:outerShdw blurRad="38100" dist="38100" dir="2700000" algn="tl">
                    <a:srgbClr val="000000">
                      <a:alpha val="43137"/>
                    </a:srgbClr>
                  </a:outerShdw>
                </a:effectLst>
              </a:rPr>
              <a:t>CMU15445</a:t>
            </a:r>
            <a:endParaRPr lang="zh-CN" altLang="en-US" i="1" dirty="0">
              <a:solidFill>
                <a:srgbClr val="66CCFF"/>
              </a:solidFill>
              <a:effectLst>
                <a:outerShdw blurRad="38100" dist="38100" dir="2700000" algn="tl">
                  <a:srgbClr val="000000">
                    <a:alpha val="43137"/>
                  </a:srgbClr>
                </a:outerShdw>
              </a:effectLst>
            </a:endParaRPr>
          </a:p>
        </p:txBody>
      </p:sp>
      <p:sp>
        <p:nvSpPr>
          <p:cNvPr id="2" name="标题 1"/>
          <p:cNvSpPr>
            <a:spLocks noGrp="1"/>
          </p:cNvSpPr>
          <p:nvPr>
            <p:ph type="title"/>
          </p:nvPr>
        </p:nvSpPr>
        <p:spPr/>
        <p:txBody>
          <a:bodyPr/>
          <a:lstStyle/>
          <a:p>
            <a:r>
              <a:rPr lang="zh-CN" altLang="en-US"/>
              <a:t>单击此处编辑母版标题样式</a:t>
            </a:r>
            <a:endParaRPr lang="en-US"/>
          </a:p>
        </p:txBody>
      </p:sp>
      <p:sp>
        <p:nvSpPr>
          <p:cNvPr id="3" name="内容占位符 2"/>
          <p:cNvSpPr>
            <a:spLocks noGrp="1"/>
          </p:cNvSpPr>
          <p:nvPr>
            <p:ph idx="1" hasCustomPrompt="1"/>
          </p:nvPr>
        </p:nvSpPr>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a:p>
        </p:txBody>
      </p:sp>
      <p:sp>
        <p:nvSpPr>
          <p:cNvPr id="5" name="灯片编号占位符 17"/>
          <p:cNvSpPr>
            <a:spLocks noGrp="1"/>
          </p:cNvSpPr>
          <p:nvPr>
            <p:ph type="sldNum" sz="quarter" idx="10"/>
          </p:nvPr>
        </p:nvSpPr>
        <p:spPr/>
        <p:txBody>
          <a:bodyPr/>
          <a:lstStyle>
            <a:lvl1pPr>
              <a:defRPr smtClean="0"/>
            </a:lvl1pPr>
          </a:lstStyle>
          <a:p>
            <a:pPr>
              <a:defRPr/>
            </a:pPr>
            <a:fld id="{F42D83F3-EEA0-4273-867A-F98D74A92A0B}" type="slidenum">
              <a:rPr lang="en-US" altLang="zh-CN"/>
            </a:fld>
            <a:endParaRPr lang="en-US" altLang="zh-CN"/>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secHead" preserve="1">
  <p:cSld name="节标题">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530352" y="1316736"/>
            <a:ext cx="7772400" cy="1362456"/>
          </a:xfrm>
          <a:ln>
            <a:noFill/>
          </a:ln>
        </p:spPr>
        <p:txBody>
          <a:bodyPr tIns="0">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lang="zh-CN" altLang="en-US"/>
              <a:t>单击此处编辑母版标题样式</a:t>
            </a:r>
            <a:endParaRPr lang="en-US"/>
          </a:p>
        </p:txBody>
      </p:sp>
      <p:sp>
        <p:nvSpPr>
          <p:cNvPr id="3" name="文本占位符 2"/>
          <p:cNvSpPr>
            <a:spLocks noGrp="1"/>
          </p:cNvSpPr>
          <p:nvPr>
            <p:ph type="body" idx="1" hasCustomPrompt="1"/>
          </p:nvPr>
        </p:nvSpPr>
        <p:spPr>
          <a:xfrm>
            <a:off x="530352" y="2704664"/>
            <a:ext cx="7772400" cy="1509712"/>
          </a:xfrm>
        </p:spPr>
        <p:txBody>
          <a:bodyPr lIns="45720" rIns="45720"/>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zh-CN" altLang="en-US"/>
              <a:t>编辑母版文本样式</a:t>
            </a:r>
            <a:endParaRPr lang="zh-CN" altLang="en-US"/>
          </a:p>
        </p:txBody>
      </p:sp>
      <p:sp>
        <p:nvSpPr>
          <p:cNvPr id="4" name="日期占位符 3"/>
          <p:cNvSpPr>
            <a:spLocks noGrp="1"/>
          </p:cNvSpPr>
          <p:nvPr>
            <p:ph type="dt" sz="half" idx="10"/>
          </p:nvPr>
        </p:nvSpPr>
        <p:spPr/>
        <p:txBody>
          <a:bodyPr/>
          <a:lstStyle>
            <a:lvl1pPr>
              <a:defRPr/>
            </a:lvl1pPr>
          </a:lstStyle>
          <a:p>
            <a:pPr>
              <a:defRPr/>
            </a:pPr>
            <a:endParaRPr lang="en-US" altLang="zh-CN"/>
          </a:p>
        </p:txBody>
      </p:sp>
      <p:sp>
        <p:nvSpPr>
          <p:cNvPr id="5" name="页脚占位符 4"/>
          <p:cNvSpPr>
            <a:spLocks noGrp="1"/>
          </p:cNvSpPr>
          <p:nvPr>
            <p:ph type="ftr" sz="quarter" idx="11"/>
          </p:nvPr>
        </p:nvSpPr>
        <p:spPr/>
        <p:txBody>
          <a:bodyPr/>
          <a:lstStyle>
            <a:lvl1pPr>
              <a:defRPr/>
            </a:lvl1pPr>
          </a:lstStyle>
          <a:p>
            <a:pPr>
              <a:defRPr/>
            </a:pPr>
            <a:r>
              <a:rPr lang="en-US" altLang="zh-CN"/>
              <a:t>An Introduction to Database System</a:t>
            </a:r>
            <a:endParaRPr lang="en-US" altLang="zh-CN"/>
          </a:p>
        </p:txBody>
      </p:sp>
      <p:sp>
        <p:nvSpPr>
          <p:cNvPr id="6" name="灯片编号占位符 5"/>
          <p:cNvSpPr>
            <a:spLocks noGrp="1"/>
          </p:cNvSpPr>
          <p:nvPr>
            <p:ph type="sldNum" sz="quarter" idx="12"/>
          </p:nvPr>
        </p:nvSpPr>
        <p:spPr/>
        <p:txBody>
          <a:bodyPr/>
          <a:lstStyle>
            <a:lvl1pPr>
              <a:defRPr smtClean="0"/>
            </a:lvl1pPr>
          </a:lstStyle>
          <a:p>
            <a:pPr>
              <a:defRPr/>
            </a:pPr>
            <a:fld id="{0AB97A32-7E4C-42F5-84B5-BC328DD0C86E}" type="slidenum">
              <a:rPr lang="en-US" altLang="zh-CN"/>
            </a:fld>
            <a:endParaRPr lang="en-US" altLang="zh-CN"/>
          </a:p>
        </p:txBody>
      </p:sp>
    </p:spTree>
  </p:cSld>
  <p:clrMapOvr>
    <a:overrideClrMapping bg1="dk1" tx1="lt1" bg2="dk2" tx2="lt2" accent1="accent1" accent2="accent2" accent3="accent3" accent4="accent4" accent5="accent5" accent6="accent6" hlink="hlink" folHlink="folHlink"/>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704088"/>
            <a:ext cx="8229600" cy="1143000"/>
          </a:xfrm>
        </p:spPr>
        <p:txBody>
          <a:bodyPr/>
          <a:lstStyle/>
          <a:p>
            <a:r>
              <a:rPr lang="zh-CN" altLang="en-US"/>
              <a:t>单击此处编辑母版标题样式</a:t>
            </a:r>
            <a:endParaRPr lang="en-US"/>
          </a:p>
        </p:txBody>
      </p:sp>
      <p:sp>
        <p:nvSpPr>
          <p:cNvPr id="3" name="内容占位符 2"/>
          <p:cNvSpPr>
            <a:spLocks noGrp="1"/>
          </p:cNvSpPr>
          <p:nvPr>
            <p:ph sz="half" idx="1" hasCustomPrompt="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a:p>
        </p:txBody>
      </p:sp>
      <p:sp>
        <p:nvSpPr>
          <p:cNvPr id="4" name="内容占位符 3"/>
          <p:cNvSpPr>
            <a:spLocks noGrp="1"/>
          </p:cNvSpPr>
          <p:nvPr>
            <p:ph sz="half" idx="2" hasCustomPrompt="1"/>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a:p>
        </p:txBody>
      </p:sp>
      <p:sp>
        <p:nvSpPr>
          <p:cNvPr id="5" name="日期占位符 9"/>
          <p:cNvSpPr>
            <a:spLocks noGrp="1"/>
          </p:cNvSpPr>
          <p:nvPr>
            <p:ph type="dt" sz="half" idx="10"/>
          </p:nvPr>
        </p:nvSpPr>
        <p:spPr/>
        <p:txBody>
          <a:bodyPr/>
          <a:lstStyle>
            <a:lvl1pPr>
              <a:defRPr/>
            </a:lvl1pPr>
          </a:lstStyle>
          <a:p>
            <a:pPr>
              <a:defRPr/>
            </a:pPr>
            <a:endParaRPr lang="en-US" altLang="zh-CN"/>
          </a:p>
        </p:txBody>
      </p:sp>
      <p:sp>
        <p:nvSpPr>
          <p:cNvPr id="6" name="页脚占位符 21"/>
          <p:cNvSpPr>
            <a:spLocks noGrp="1"/>
          </p:cNvSpPr>
          <p:nvPr>
            <p:ph type="ftr" sz="quarter" idx="11"/>
          </p:nvPr>
        </p:nvSpPr>
        <p:spPr/>
        <p:txBody>
          <a:bodyPr/>
          <a:lstStyle>
            <a:lvl1pPr>
              <a:defRPr/>
            </a:lvl1pPr>
          </a:lstStyle>
          <a:p>
            <a:pPr>
              <a:defRPr/>
            </a:pPr>
            <a:r>
              <a:rPr lang="en-US" altLang="zh-CN"/>
              <a:t>An Introduction to Database System</a:t>
            </a:r>
            <a:endParaRPr lang="en-US" altLang="zh-CN"/>
          </a:p>
        </p:txBody>
      </p:sp>
      <p:sp>
        <p:nvSpPr>
          <p:cNvPr id="7" name="灯片编号占位符 17"/>
          <p:cNvSpPr>
            <a:spLocks noGrp="1"/>
          </p:cNvSpPr>
          <p:nvPr>
            <p:ph type="sldNum" sz="quarter" idx="12"/>
          </p:nvPr>
        </p:nvSpPr>
        <p:spPr/>
        <p:txBody>
          <a:bodyPr/>
          <a:lstStyle>
            <a:lvl1pPr>
              <a:defRPr/>
            </a:lvl1pPr>
          </a:lstStyle>
          <a:p>
            <a:pPr>
              <a:defRPr/>
            </a:pPr>
            <a:fld id="{4FFAC6FC-9195-4F73-BE89-5FCF36B6D4A0}" type="slidenum">
              <a:rPr lang="en-US" altLang="zh-CN"/>
            </a:fld>
            <a:endParaRPr lang="en-US" altLang="zh-CN"/>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704088"/>
            <a:ext cx="8229600" cy="1143000"/>
          </a:xfrm>
        </p:spPr>
        <p:txBody>
          <a:bodyPr/>
          <a:lstStyle>
            <a:lvl1pPr>
              <a:defRPr/>
            </a:lvl1pPr>
          </a:lstStyle>
          <a:p>
            <a:r>
              <a:rPr lang="zh-CN" altLang="en-US"/>
              <a:t>单击此处编辑母版标题样式</a:t>
            </a:r>
            <a:endParaRPr lang="en-US"/>
          </a:p>
        </p:txBody>
      </p:sp>
      <p:sp>
        <p:nvSpPr>
          <p:cNvPr id="3" name="文本占位符 2"/>
          <p:cNvSpPr>
            <a:spLocks noGrp="1"/>
          </p:cNvSpPr>
          <p:nvPr>
            <p:ph type="body" idx="1" hasCustomPrompt="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a:r>
              <a:rPr lang="zh-CN" altLang="en-US"/>
              <a:t>编辑母版文本样式</a:t>
            </a:r>
            <a:endParaRPr lang="zh-CN" altLang="en-US"/>
          </a:p>
        </p:txBody>
      </p:sp>
      <p:sp>
        <p:nvSpPr>
          <p:cNvPr id="4" name="文本占位符 3"/>
          <p:cNvSpPr>
            <a:spLocks noGrp="1"/>
          </p:cNvSpPr>
          <p:nvPr>
            <p:ph type="body" sz="half" idx="3" hasCustomPrompt="1"/>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a:r>
              <a:rPr lang="zh-CN" altLang="en-US"/>
              <a:t>编辑母版文本样式</a:t>
            </a:r>
            <a:endParaRPr lang="zh-CN" altLang="en-US"/>
          </a:p>
        </p:txBody>
      </p:sp>
      <p:sp>
        <p:nvSpPr>
          <p:cNvPr id="5" name="内容占位符 4"/>
          <p:cNvSpPr>
            <a:spLocks noGrp="1"/>
          </p:cNvSpPr>
          <p:nvPr>
            <p:ph sz="quarter" idx="2" hasCustomPrompt="1"/>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a:p>
        </p:txBody>
      </p:sp>
      <p:sp>
        <p:nvSpPr>
          <p:cNvPr id="6" name="内容占位符 5"/>
          <p:cNvSpPr>
            <a:spLocks noGrp="1"/>
          </p:cNvSpPr>
          <p:nvPr>
            <p:ph sz="quarter" idx="4" hasCustomPrompt="1"/>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a:p>
        </p:txBody>
      </p:sp>
      <p:sp>
        <p:nvSpPr>
          <p:cNvPr id="7" name="日期占位符 9"/>
          <p:cNvSpPr>
            <a:spLocks noGrp="1"/>
          </p:cNvSpPr>
          <p:nvPr>
            <p:ph type="dt" sz="half" idx="10"/>
          </p:nvPr>
        </p:nvSpPr>
        <p:spPr/>
        <p:txBody>
          <a:bodyPr/>
          <a:lstStyle>
            <a:lvl1pPr>
              <a:defRPr/>
            </a:lvl1pPr>
          </a:lstStyle>
          <a:p>
            <a:pPr>
              <a:defRPr/>
            </a:pPr>
            <a:endParaRPr lang="en-US" altLang="zh-CN"/>
          </a:p>
        </p:txBody>
      </p:sp>
      <p:sp>
        <p:nvSpPr>
          <p:cNvPr id="8" name="页脚占位符 21"/>
          <p:cNvSpPr>
            <a:spLocks noGrp="1"/>
          </p:cNvSpPr>
          <p:nvPr>
            <p:ph type="ftr" sz="quarter" idx="11"/>
          </p:nvPr>
        </p:nvSpPr>
        <p:spPr/>
        <p:txBody>
          <a:bodyPr/>
          <a:lstStyle>
            <a:lvl1pPr>
              <a:defRPr/>
            </a:lvl1pPr>
          </a:lstStyle>
          <a:p>
            <a:pPr>
              <a:defRPr/>
            </a:pPr>
            <a:r>
              <a:rPr lang="en-US" altLang="zh-CN"/>
              <a:t>An Introduction to Database System</a:t>
            </a:r>
            <a:endParaRPr lang="en-US" altLang="zh-CN"/>
          </a:p>
        </p:txBody>
      </p:sp>
      <p:sp>
        <p:nvSpPr>
          <p:cNvPr id="9" name="灯片编号占位符 17"/>
          <p:cNvSpPr>
            <a:spLocks noGrp="1"/>
          </p:cNvSpPr>
          <p:nvPr>
            <p:ph type="sldNum" sz="quarter" idx="12"/>
          </p:nvPr>
        </p:nvSpPr>
        <p:spPr/>
        <p:txBody>
          <a:bodyPr/>
          <a:lstStyle>
            <a:lvl1pPr>
              <a:defRPr/>
            </a:lvl1pPr>
          </a:lstStyle>
          <a:p>
            <a:pPr>
              <a:defRPr/>
            </a:pPr>
            <a:fld id="{1CA9A6AB-5EF5-4613-9203-BD7302F11B8C}" type="slidenum">
              <a:rPr lang="en-US" altLang="zh-CN"/>
            </a:fld>
            <a:endParaRPr lang="en-US" altLang="zh-CN"/>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704088"/>
            <a:ext cx="8305800" cy="1143000"/>
          </a:xfrm>
        </p:spPr>
        <p:txBody>
          <a:bodyPr>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lang="zh-CN" altLang="en-US"/>
              <a:t>单击此处编辑母版标题样式</a:t>
            </a:r>
            <a:endParaRPr lang="en-US"/>
          </a:p>
        </p:txBody>
      </p:sp>
      <p:sp>
        <p:nvSpPr>
          <p:cNvPr id="3" name="日期占位符 9"/>
          <p:cNvSpPr>
            <a:spLocks noGrp="1"/>
          </p:cNvSpPr>
          <p:nvPr>
            <p:ph type="dt" sz="half" idx="10"/>
          </p:nvPr>
        </p:nvSpPr>
        <p:spPr/>
        <p:txBody>
          <a:bodyPr/>
          <a:lstStyle>
            <a:lvl1pPr>
              <a:defRPr/>
            </a:lvl1pPr>
          </a:lstStyle>
          <a:p>
            <a:pPr>
              <a:defRPr/>
            </a:pPr>
            <a:endParaRPr lang="en-US" altLang="zh-CN"/>
          </a:p>
        </p:txBody>
      </p:sp>
      <p:sp>
        <p:nvSpPr>
          <p:cNvPr id="4" name="页脚占位符 21"/>
          <p:cNvSpPr>
            <a:spLocks noGrp="1"/>
          </p:cNvSpPr>
          <p:nvPr>
            <p:ph type="ftr" sz="quarter" idx="11"/>
          </p:nvPr>
        </p:nvSpPr>
        <p:spPr/>
        <p:txBody>
          <a:bodyPr/>
          <a:lstStyle>
            <a:lvl1pPr>
              <a:defRPr/>
            </a:lvl1pPr>
          </a:lstStyle>
          <a:p>
            <a:pPr>
              <a:defRPr/>
            </a:pPr>
            <a:r>
              <a:rPr lang="en-US" altLang="zh-CN"/>
              <a:t>An Introduction to Database System</a:t>
            </a:r>
            <a:endParaRPr lang="en-US" altLang="zh-CN"/>
          </a:p>
        </p:txBody>
      </p:sp>
      <p:sp>
        <p:nvSpPr>
          <p:cNvPr id="5" name="灯片编号占位符 17"/>
          <p:cNvSpPr>
            <a:spLocks noGrp="1"/>
          </p:cNvSpPr>
          <p:nvPr>
            <p:ph type="sldNum" sz="quarter" idx="12"/>
          </p:nvPr>
        </p:nvSpPr>
        <p:spPr/>
        <p:txBody>
          <a:bodyPr/>
          <a:lstStyle>
            <a:lvl1pPr>
              <a:defRPr/>
            </a:lvl1pPr>
          </a:lstStyle>
          <a:p>
            <a:pPr>
              <a:defRPr/>
            </a:pPr>
            <a:fld id="{FAD2C146-C6D0-4906-B385-9B3DB3A15FC5}" type="slidenum">
              <a:rPr lang="en-US" altLang="zh-CN"/>
            </a:fld>
            <a:endParaRPr lang="en-US" altLang="zh-CN"/>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TextBox 6"/>
          <p:cNvSpPr txBox="1"/>
          <p:nvPr/>
        </p:nvSpPr>
        <p:spPr>
          <a:xfrm>
            <a:off x="5438775" y="-17463"/>
            <a:ext cx="3705225" cy="460376"/>
          </a:xfrm>
          <a:prstGeom prst="rect">
            <a:avLst/>
          </a:prstGeom>
          <a:noFill/>
        </p:spPr>
        <p:txBody>
          <a:bodyPr wrap="none">
            <a:spAutoFit/>
          </a:bodyPr>
          <a:lstStyle>
            <a:defPPr>
              <a:defRPr lang="zh-CN"/>
            </a:defPPr>
            <a:lvl1pPr algn="l" rtl="0" fontAlgn="base">
              <a:spcBef>
                <a:spcPct val="0"/>
              </a:spcBef>
              <a:spcAft>
                <a:spcPct val="0"/>
              </a:spcAft>
              <a:defRPr kumimoji="1" sz="2400" kern="1200">
                <a:solidFill>
                  <a:schemeClr val="tx1"/>
                </a:solidFill>
                <a:latin typeface="Verdana" panose="020B0804030504040204" pitchFamily="34" charset="0"/>
                <a:ea typeface="宋体" pitchFamily="2" charset="-122"/>
                <a:cs typeface="+mn-cs"/>
              </a:defRPr>
            </a:lvl1pPr>
            <a:lvl2pPr marL="457200" algn="l" rtl="0" fontAlgn="base">
              <a:spcBef>
                <a:spcPct val="0"/>
              </a:spcBef>
              <a:spcAft>
                <a:spcPct val="0"/>
              </a:spcAft>
              <a:defRPr kumimoji="1" sz="2400" kern="1200">
                <a:solidFill>
                  <a:schemeClr val="tx1"/>
                </a:solidFill>
                <a:latin typeface="Verdana" panose="020B0804030504040204" pitchFamily="34" charset="0"/>
                <a:ea typeface="宋体" pitchFamily="2" charset="-122"/>
                <a:cs typeface="+mn-cs"/>
              </a:defRPr>
            </a:lvl2pPr>
            <a:lvl3pPr marL="914400" algn="l" rtl="0" fontAlgn="base">
              <a:spcBef>
                <a:spcPct val="0"/>
              </a:spcBef>
              <a:spcAft>
                <a:spcPct val="0"/>
              </a:spcAft>
              <a:defRPr kumimoji="1" sz="2400" kern="1200">
                <a:solidFill>
                  <a:schemeClr val="tx1"/>
                </a:solidFill>
                <a:latin typeface="Verdana" panose="020B0804030504040204" pitchFamily="34" charset="0"/>
                <a:ea typeface="宋体" pitchFamily="2" charset="-122"/>
                <a:cs typeface="+mn-cs"/>
              </a:defRPr>
            </a:lvl3pPr>
            <a:lvl4pPr marL="1371600" algn="l" rtl="0" fontAlgn="base">
              <a:spcBef>
                <a:spcPct val="0"/>
              </a:spcBef>
              <a:spcAft>
                <a:spcPct val="0"/>
              </a:spcAft>
              <a:defRPr kumimoji="1" sz="2400" kern="1200">
                <a:solidFill>
                  <a:schemeClr val="tx1"/>
                </a:solidFill>
                <a:latin typeface="Verdana" panose="020B0804030504040204" pitchFamily="34" charset="0"/>
                <a:ea typeface="宋体" pitchFamily="2" charset="-122"/>
                <a:cs typeface="+mn-cs"/>
              </a:defRPr>
            </a:lvl4pPr>
            <a:lvl5pPr marL="1828800" algn="l" rtl="0" fontAlgn="base">
              <a:spcBef>
                <a:spcPct val="0"/>
              </a:spcBef>
              <a:spcAft>
                <a:spcPct val="0"/>
              </a:spcAft>
              <a:defRPr kumimoji="1" sz="2400" kern="1200">
                <a:solidFill>
                  <a:schemeClr val="tx1"/>
                </a:solidFill>
                <a:latin typeface="Verdana" panose="020B0804030504040204" pitchFamily="34" charset="0"/>
                <a:ea typeface="宋体" pitchFamily="2" charset="-122"/>
                <a:cs typeface="+mn-cs"/>
              </a:defRPr>
            </a:lvl5pPr>
            <a:lvl6pPr marL="2286000" algn="l" defTabSz="914400" rtl="0" eaLnBrk="1" latinLnBrk="0" hangingPunct="1">
              <a:defRPr kumimoji="1" sz="2400" kern="1200">
                <a:solidFill>
                  <a:schemeClr val="tx1"/>
                </a:solidFill>
                <a:latin typeface="Verdana" panose="020B0804030504040204" pitchFamily="34" charset="0"/>
                <a:ea typeface="宋体" pitchFamily="2" charset="-122"/>
                <a:cs typeface="+mn-cs"/>
              </a:defRPr>
            </a:lvl6pPr>
            <a:lvl7pPr marL="2743200" algn="l" defTabSz="914400" rtl="0" eaLnBrk="1" latinLnBrk="0" hangingPunct="1">
              <a:defRPr kumimoji="1" sz="2400" kern="1200">
                <a:solidFill>
                  <a:schemeClr val="tx1"/>
                </a:solidFill>
                <a:latin typeface="Verdana" panose="020B0804030504040204" pitchFamily="34" charset="0"/>
                <a:ea typeface="宋体" pitchFamily="2" charset="-122"/>
                <a:cs typeface="+mn-cs"/>
              </a:defRPr>
            </a:lvl7pPr>
            <a:lvl8pPr marL="3200400" algn="l" defTabSz="914400" rtl="0" eaLnBrk="1" latinLnBrk="0" hangingPunct="1">
              <a:defRPr kumimoji="1" sz="2400" kern="1200">
                <a:solidFill>
                  <a:schemeClr val="tx1"/>
                </a:solidFill>
                <a:latin typeface="Verdana" panose="020B0804030504040204" pitchFamily="34" charset="0"/>
                <a:ea typeface="宋体" pitchFamily="2" charset="-122"/>
                <a:cs typeface="+mn-cs"/>
              </a:defRPr>
            </a:lvl8pPr>
            <a:lvl9pPr marL="3657600" algn="l" defTabSz="914400" rtl="0" eaLnBrk="1" latinLnBrk="0" hangingPunct="1">
              <a:defRPr kumimoji="1" sz="2400" kern="1200">
                <a:solidFill>
                  <a:schemeClr val="tx1"/>
                </a:solidFill>
                <a:latin typeface="Verdana" panose="020B0804030504040204" pitchFamily="34" charset="0"/>
                <a:ea typeface="宋体" pitchFamily="2" charset="-122"/>
                <a:cs typeface="+mn-cs"/>
              </a:defRPr>
            </a:lvl9pPr>
          </a:lstStyle>
          <a:p>
            <a:pPr eaLnBrk="1" hangingPunct="1">
              <a:defRPr/>
            </a:pPr>
            <a:r>
              <a:rPr lang="en-US" altLang="zh-CN" i="1" dirty="0">
                <a:solidFill>
                  <a:srgbClr val="66CCFF"/>
                </a:solidFill>
                <a:effectLst>
                  <a:outerShdw blurRad="38100" dist="38100" dir="2700000" algn="tl">
                    <a:srgbClr val="000000">
                      <a:alpha val="43137"/>
                    </a:srgbClr>
                  </a:outerShdw>
                </a:effectLst>
              </a:rPr>
              <a:t>HUST-CS      PANPENG</a:t>
            </a:r>
            <a:endParaRPr lang="zh-CN" altLang="en-US" i="1" dirty="0">
              <a:solidFill>
                <a:srgbClr val="66CCFF"/>
              </a:solidFill>
              <a:effectLst>
                <a:outerShdw blurRad="38100" dist="38100" dir="2700000" algn="tl">
                  <a:srgbClr val="000000">
                    <a:alpha val="43137"/>
                  </a:srgbClr>
                </a:outerShdw>
              </a:effectLst>
            </a:endParaRPr>
          </a:p>
        </p:txBody>
      </p:sp>
      <p:sp>
        <p:nvSpPr>
          <p:cNvPr id="3" name="日期占位符 9"/>
          <p:cNvSpPr>
            <a:spLocks noGrp="1"/>
          </p:cNvSpPr>
          <p:nvPr>
            <p:ph type="dt" sz="half" idx="10"/>
          </p:nvPr>
        </p:nvSpPr>
        <p:spPr/>
        <p:txBody>
          <a:bodyPr/>
          <a:lstStyle>
            <a:lvl1pPr>
              <a:defRPr/>
            </a:lvl1pPr>
          </a:lstStyle>
          <a:p>
            <a:pPr>
              <a:defRPr/>
            </a:pPr>
            <a:endParaRPr lang="en-US" altLang="zh-CN"/>
          </a:p>
        </p:txBody>
      </p:sp>
      <p:sp>
        <p:nvSpPr>
          <p:cNvPr id="4" name="页脚占位符 21"/>
          <p:cNvSpPr>
            <a:spLocks noGrp="1"/>
          </p:cNvSpPr>
          <p:nvPr>
            <p:ph type="ftr" sz="quarter" idx="11"/>
          </p:nvPr>
        </p:nvSpPr>
        <p:spPr/>
        <p:txBody>
          <a:bodyPr/>
          <a:lstStyle>
            <a:lvl1pPr>
              <a:defRPr/>
            </a:lvl1pPr>
          </a:lstStyle>
          <a:p>
            <a:pPr>
              <a:defRPr/>
            </a:pPr>
            <a:r>
              <a:rPr lang="en-US" altLang="zh-CN"/>
              <a:t>An Introduction to Database System</a:t>
            </a:r>
            <a:endParaRPr lang="en-US" altLang="zh-CN"/>
          </a:p>
        </p:txBody>
      </p:sp>
      <p:sp>
        <p:nvSpPr>
          <p:cNvPr id="5" name="灯片编号占位符 17"/>
          <p:cNvSpPr>
            <a:spLocks noGrp="1"/>
          </p:cNvSpPr>
          <p:nvPr>
            <p:ph type="sldNum" sz="quarter" idx="12"/>
          </p:nvPr>
        </p:nvSpPr>
        <p:spPr/>
        <p:txBody>
          <a:bodyPr/>
          <a:lstStyle>
            <a:lvl1pPr>
              <a:defRPr smtClean="0"/>
            </a:lvl1pPr>
          </a:lstStyle>
          <a:p>
            <a:pPr>
              <a:defRPr/>
            </a:pPr>
            <a:fld id="{C1A2A79B-E0B7-4485-9721-7CDA3758E23B}" type="slidenum">
              <a:rPr lang="en-US" altLang="zh-CN"/>
            </a:fld>
            <a:endParaRPr lang="en-US" altLang="zh-CN"/>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85800" y="514352"/>
            <a:ext cx="2743200" cy="1162050"/>
          </a:xfrm>
        </p:spPr>
        <p:txBody>
          <a:bodyPr>
            <a:noAutofit/>
          </a:bodyPr>
          <a:lstStyle>
            <a:lvl1pPr algn="l" rtl="0">
              <a:spcBef>
                <a:spcPct val="0"/>
              </a:spcBef>
              <a:buNone/>
              <a:defRPr sz="2600" b="0">
                <a:ln>
                  <a:noFill/>
                </a:ln>
                <a:solidFill>
                  <a:schemeClr val="tx2"/>
                </a:solidFill>
                <a:effectLst/>
                <a:latin typeface="+mj-lt"/>
                <a:ea typeface="+mj-ea"/>
                <a:cs typeface="+mj-cs"/>
              </a:defRPr>
            </a:lvl1pPr>
          </a:lstStyle>
          <a:p>
            <a:r>
              <a:rPr lang="zh-CN" altLang="en-US"/>
              <a:t>单击此处编辑母版标题样式</a:t>
            </a:r>
            <a:endParaRPr lang="en-US"/>
          </a:p>
        </p:txBody>
      </p:sp>
      <p:sp>
        <p:nvSpPr>
          <p:cNvPr id="3" name="文本占位符 2"/>
          <p:cNvSpPr>
            <a:spLocks noGrp="1"/>
          </p:cNvSpPr>
          <p:nvPr>
            <p:ph type="body" idx="2" hasCustomPrompt="1"/>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a:r>
              <a:rPr lang="zh-CN" altLang="en-US"/>
              <a:t>编辑母版文本样式</a:t>
            </a:r>
            <a:endParaRPr lang="zh-CN" altLang="en-US"/>
          </a:p>
        </p:txBody>
      </p:sp>
      <p:sp>
        <p:nvSpPr>
          <p:cNvPr id="4" name="内容占位符 3"/>
          <p:cNvSpPr>
            <a:spLocks noGrp="1"/>
          </p:cNvSpPr>
          <p:nvPr>
            <p:ph sz="half" idx="1" hasCustomPrompt="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a:p>
        </p:txBody>
      </p:sp>
      <p:sp>
        <p:nvSpPr>
          <p:cNvPr id="5" name="日期占位符 9"/>
          <p:cNvSpPr>
            <a:spLocks noGrp="1"/>
          </p:cNvSpPr>
          <p:nvPr>
            <p:ph type="dt" sz="half" idx="10"/>
          </p:nvPr>
        </p:nvSpPr>
        <p:spPr/>
        <p:txBody>
          <a:bodyPr/>
          <a:lstStyle>
            <a:lvl1pPr>
              <a:defRPr/>
            </a:lvl1pPr>
          </a:lstStyle>
          <a:p>
            <a:pPr>
              <a:defRPr/>
            </a:pPr>
            <a:endParaRPr lang="en-US" altLang="zh-CN"/>
          </a:p>
        </p:txBody>
      </p:sp>
      <p:sp>
        <p:nvSpPr>
          <p:cNvPr id="6" name="页脚占位符 21"/>
          <p:cNvSpPr>
            <a:spLocks noGrp="1"/>
          </p:cNvSpPr>
          <p:nvPr>
            <p:ph type="ftr" sz="quarter" idx="11"/>
          </p:nvPr>
        </p:nvSpPr>
        <p:spPr/>
        <p:txBody>
          <a:bodyPr/>
          <a:lstStyle>
            <a:lvl1pPr>
              <a:defRPr/>
            </a:lvl1pPr>
          </a:lstStyle>
          <a:p>
            <a:pPr>
              <a:defRPr/>
            </a:pPr>
            <a:r>
              <a:rPr lang="en-US" altLang="zh-CN"/>
              <a:t>An Introduction to Database System</a:t>
            </a:r>
            <a:endParaRPr lang="en-US" altLang="zh-CN"/>
          </a:p>
        </p:txBody>
      </p:sp>
      <p:sp>
        <p:nvSpPr>
          <p:cNvPr id="7" name="灯片编号占位符 17"/>
          <p:cNvSpPr>
            <a:spLocks noGrp="1"/>
          </p:cNvSpPr>
          <p:nvPr>
            <p:ph type="sldNum" sz="quarter" idx="12"/>
          </p:nvPr>
        </p:nvSpPr>
        <p:spPr/>
        <p:txBody>
          <a:bodyPr/>
          <a:lstStyle>
            <a:lvl1pPr>
              <a:defRPr/>
            </a:lvl1pPr>
          </a:lstStyle>
          <a:p>
            <a:pPr>
              <a:defRPr/>
            </a:pPr>
            <a:fld id="{5A68FC7E-9624-4908-A524-41E595465C5E}" type="slidenum">
              <a:rPr lang="en-US" altLang="zh-CN"/>
            </a:fld>
            <a:endParaRPr lang="en-US" altLang="zh-CN"/>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picTx" preserve="1" showMasterSp="0">
  <p:cSld name="图片与标题">
    <p:spTree>
      <p:nvGrpSpPr>
        <p:cNvPr id="1" name=""/>
        <p:cNvGrpSpPr/>
        <p:nvPr/>
      </p:nvGrpSpPr>
      <p:grpSpPr>
        <a:xfrm>
          <a:off x="0" y="0"/>
          <a:ext cx="0" cy="0"/>
          <a:chOff x="0" y="0"/>
          <a:chExt cx="0" cy="0"/>
        </a:xfrm>
      </p:grpSpPr>
      <p:sp>
        <p:nvSpPr>
          <p:cNvPr id="5" name="单圆角矩形 4"/>
          <p:cNvSpPr/>
          <p:nvPr/>
        </p:nvSpPr>
        <p:spPr>
          <a:xfrm rot="420000" flipV="1">
            <a:off x="3165475" y="1108075"/>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anchor="ctr"/>
          <a:lstStyle/>
          <a:p>
            <a:pPr algn="ctr" eaLnBrk="1" hangingPunct="1">
              <a:defRPr/>
            </a:pPr>
            <a:endParaRPr kumimoji="0" lang="en-US"/>
          </a:p>
        </p:txBody>
      </p:sp>
      <p:sp>
        <p:nvSpPr>
          <p:cNvPr id="6" name="直角三角形 5"/>
          <p:cNvSpPr/>
          <p:nvPr/>
        </p:nvSpPr>
        <p:spPr>
          <a:xfrm rot="420000" flipV="1">
            <a:off x="8004175" y="5359400"/>
            <a:ext cx="155575" cy="155575"/>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anchor="ctr"/>
          <a:lstStyle/>
          <a:p>
            <a:pPr algn="ctr" eaLnBrk="1" hangingPunct="1">
              <a:defRPr/>
            </a:pPr>
            <a:endParaRPr kumimoji="0" lang="en-US"/>
          </a:p>
        </p:txBody>
      </p:sp>
      <p:sp>
        <p:nvSpPr>
          <p:cNvPr id="7" name="任意多边形 6"/>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a:lstStyle/>
          <a:p>
            <a:pPr eaLnBrk="1" hangingPunct="1">
              <a:defRPr/>
            </a:pPr>
            <a:endParaRPr kumimoji="0" lang="en-US">
              <a:latin typeface="+mn-lt"/>
              <a:ea typeface="+mn-ea"/>
            </a:endParaRPr>
          </a:p>
        </p:txBody>
      </p:sp>
      <p:sp>
        <p:nvSpPr>
          <p:cNvPr id="8" name="任意多边形 7"/>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a:lstStyle/>
          <a:p>
            <a:pPr eaLnBrk="1" hangingPunct="1">
              <a:defRPr/>
            </a:pPr>
            <a:endParaRPr kumimoji="0" lang="en-US">
              <a:latin typeface="+mn-lt"/>
              <a:ea typeface="+mn-ea"/>
            </a:endParaRPr>
          </a:p>
        </p:txBody>
      </p:sp>
      <p:sp>
        <p:nvSpPr>
          <p:cNvPr id="2" name="标题 1"/>
          <p:cNvSpPr>
            <a:spLocks noGrp="1"/>
          </p:cNvSpPr>
          <p:nvPr>
            <p:ph type="title"/>
          </p:nvPr>
        </p:nvSpPr>
        <p:spPr>
          <a:xfrm>
            <a:off x="609600" y="1176996"/>
            <a:ext cx="2212848" cy="1582621"/>
          </a:xfrm>
        </p:spPr>
        <p:txBody>
          <a:bodyPr lIns="45720" rIns="45720" bIns="45720"/>
          <a:lstStyle>
            <a:lvl1pPr algn="l">
              <a:buNone/>
              <a:defRPr sz="2000" b="1">
                <a:solidFill>
                  <a:schemeClr val="tx2"/>
                </a:solidFill>
              </a:defRPr>
            </a:lvl1pPr>
          </a:lstStyle>
          <a:p>
            <a:r>
              <a:rPr lang="zh-CN" altLang="en-US"/>
              <a:t>单击此处编辑母版标题样式</a:t>
            </a:r>
            <a:endParaRPr lang="en-US"/>
          </a:p>
        </p:txBody>
      </p:sp>
      <p:sp>
        <p:nvSpPr>
          <p:cNvPr id="4" name="文本占位符 3"/>
          <p:cNvSpPr>
            <a:spLocks noGrp="1"/>
          </p:cNvSpPr>
          <p:nvPr>
            <p:ph type="body" sz="half" idx="2" hasCustomPrompt="1"/>
          </p:nvPr>
        </p:nvSpPr>
        <p:spPr>
          <a:xfrm>
            <a:off x="609600" y="2828785"/>
            <a:ext cx="2209800" cy="2179320"/>
          </a:xfrm>
        </p:spPr>
        <p:txBody>
          <a:bodyPr lIns="64008" rIns="45720"/>
          <a:lstStyle>
            <a:lvl1pPr marL="0" indent="0" algn="l">
              <a:spcBef>
                <a:spcPts val="250"/>
              </a:spcBef>
              <a:buFontTx/>
              <a:buNone/>
              <a:defRPr sz="1300"/>
            </a:lvl1pPr>
            <a:lvl2pPr>
              <a:defRPr sz="1200"/>
            </a:lvl2pPr>
            <a:lvl3pPr>
              <a:defRPr sz="1000"/>
            </a:lvl3pPr>
            <a:lvl4pPr>
              <a:defRPr sz="900"/>
            </a:lvl4pPr>
            <a:lvl5pPr>
              <a:defRPr sz="900"/>
            </a:lvl5pPr>
          </a:lstStyle>
          <a:p>
            <a:pPr lvl="0"/>
            <a:r>
              <a:rPr lang="zh-CN" altLang="en-US"/>
              <a:t>编辑母版文本样式</a:t>
            </a:r>
            <a:endParaRPr lang="zh-CN" altLang="en-US"/>
          </a:p>
        </p:txBody>
      </p:sp>
      <p:sp>
        <p:nvSpPr>
          <p:cNvPr id="3" name="图片占位符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normAutofit/>
          </a:bodyPr>
          <a:lstStyle>
            <a:lvl1pPr marL="0" indent="0">
              <a:buNone/>
              <a:defRPr sz="3200"/>
            </a:lvl1pPr>
          </a:lstStyle>
          <a:p>
            <a:pPr lvl="0"/>
            <a:r>
              <a:rPr lang="zh-CN" altLang="en-US" noProof="0"/>
              <a:t>单击图标添加图片</a:t>
            </a:r>
            <a:endParaRPr lang="en-US" noProof="0" dirty="0"/>
          </a:p>
        </p:txBody>
      </p:sp>
      <p:sp>
        <p:nvSpPr>
          <p:cNvPr id="9" name="日期占位符 4"/>
          <p:cNvSpPr>
            <a:spLocks noGrp="1"/>
          </p:cNvSpPr>
          <p:nvPr>
            <p:ph type="dt" sz="half" idx="10"/>
          </p:nvPr>
        </p:nvSpPr>
        <p:spPr/>
        <p:txBody>
          <a:bodyPr/>
          <a:lstStyle>
            <a:lvl1pPr>
              <a:defRPr/>
            </a:lvl1pPr>
          </a:lstStyle>
          <a:p>
            <a:pPr>
              <a:defRPr/>
            </a:pPr>
            <a:endParaRPr lang="en-US" altLang="zh-CN"/>
          </a:p>
        </p:txBody>
      </p:sp>
      <p:sp>
        <p:nvSpPr>
          <p:cNvPr id="10" name="页脚占位符 5"/>
          <p:cNvSpPr>
            <a:spLocks noGrp="1"/>
          </p:cNvSpPr>
          <p:nvPr>
            <p:ph type="ftr" sz="quarter" idx="11"/>
          </p:nvPr>
        </p:nvSpPr>
        <p:spPr/>
        <p:txBody>
          <a:bodyPr/>
          <a:lstStyle>
            <a:lvl1pPr>
              <a:defRPr/>
            </a:lvl1pPr>
          </a:lstStyle>
          <a:p>
            <a:pPr>
              <a:defRPr/>
            </a:pPr>
            <a:r>
              <a:rPr lang="en-US" altLang="zh-CN"/>
              <a:t>An Introduction to Database System</a:t>
            </a:r>
            <a:endParaRPr lang="en-US" altLang="zh-CN"/>
          </a:p>
        </p:txBody>
      </p:sp>
      <p:sp>
        <p:nvSpPr>
          <p:cNvPr id="11" name="灯片编号占位符 6"/>
          <p:cNvSpPr>
            <a:spLocks noGrp="1"/>
          </p:cNvSpPr>
          <p:nvPr>
            <p:ph type="sldNum" sz="quarter" idx="12"/>
          </p:nvPr>
        </p:nvSpPr>
        <p:spPr>
          <a:xfrm>
            <a:off x="8077200" y="6356350"/>
            <a:ext cx="609600" cy="365125"/>
          </a:xfrm>
        </p:spPr>
        <p:txBody>
          <a:bodyPr/>
          <a:lstStyle>
            <a:lvl1pPr>
              <a:defRPr smtClean="0"/>
            </a:lvl1pPr>
          </a:lstStyle>
          <a:p>
            <a:pPr>
              <a:defRPr/>
            </a:pPr>
            <a:fld id="{779E19A2-4411-49AA-BAC0-BA73B63998E2}" type="slidenum">
              <a:rPr lang="en-US" altLang="zh-CN"/>
            </a:fld>
            <a:endParaRPr lang="en-US" altLang="zh-CN"/>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en-US"/>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a:p>
        </p:txBody>
      </p:sp>
      <p:sp>
        <p:nvSpPr>
          <p:cNvPr id="4" name="日期占位符 9"/>
          <p:cNvSpPr>
            <a:spLocks noGrp="1"/>
          </p:cNvSpPr>
          <p:nvPr>
            <p:ph type="dt" sz="half" idx="10"/>
          </p:nvPr>
        </p:nvSpPr>
        <p:spPr/>
        <p:txBody>
          <a:bodyPr/>
          <a:lstStyle>
            <a:lvl1pPr>
              <a:defRPr/>
            </a:lvl1pPr>
          </a:lstStyle>
          <a:p>
            <a:pPr>
              <a:defRPr/>
            </a:pPr>
            <a:endParaRPr lang="en-US" altLang="zh-CN"/>
          </a:p>
        </p:txBody>
      </p:sp>
      <p:sp>
        <p:nvSpPr>
          <p:cNvPr id="5" name="页脚占位符 21"/>
          <p:cNvSpPr>
            <a:spLocks noGrp="1"/>
          </p:cNvSpPr>
          <p:nvPr>
            <p:ph type="ftr" sz="quarter" idx="11"/>
          </p:nvPr>
        </p:nvSpPr>
        <p:spPr/>
        <p:txBody>
          <a:bodyPr/>
          <a:lstStyle>
            <a:lvl1pPr>
              <a:defRPr/>
            </a:lvl1pPr>
          </a:lstStyle>
          <a:p>
            <a:pPr>
              <a:defRPr/>
            </a:pPr>
            <a:r>
              <a:rPr lang="en-US" altLang="zh-CN"/>
              <a:t>An Introduction to Database System</a:t>
            </a:r>
            <a:endParaRPr lang="en-US" altLang="zh-CN"/>
          </a:p>
        </p:txBody>
      </p:sp>
      <p:sp>
        <p:nvSpPr>
          <p:cNvPr id="6" name="灯片编号占位符 17"/>
          <p:cNvSpPr>
            <a:spLocks noGrp="1"/>
          </p:cNvSpPr>
          <p:nvPr>
            <p:ph type="sldNum" sz="quarter" idx="12"/>
          </p:nvPr>
        </p:nvSpPr>
        <p:spPr/>
        <p:txBody>
          <a:bodyPr/>
          <a:lstStyle>
            <a:lvl1pPr>
              <a:defRPr/>
            </a:lvl1pPr>
          </a:lstStyle>
          <a:p>
            <a:pPr>
              <a:defRPr/>
            </a:pPr>
            <a:fld id="{3608F168-8D85-4483-A557-056CA4B479FA}" type="slidenum">
              <a:rPr lang="en-US" altLang="zh-CN"/>
            </a:fld>
            <a:endParaRPr lang="en-US" altLang="zh-CN"/>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914401"/>
            <a:ext cx="2057400" cy="5211763"/>
          </a:xfrm>
        </p:spPr>
        <p:txBody>
          <a:bodyPr vert="eaVert"/>
          <a:lstStyle/>
          <a:p>
            <a:r>
              <a:rPr lang="zh-CN" altLang="en-US"/>
              <a:t>单击此处编辑母版标题样式</a:t>
            </a:r>
            <a:endParaRPr lang="en-US"/>
          </a:p>
        </p:txBody>
      </p:sp>
      <p:sp>
        <p:nvSpPr>
          <p:cNvPr id="3" name="竖排文字占位符 2"/>
          <p:cNvSpPr>
            <a:spLocks noGrp="1"/>
          </p:cNvSpPr>
          <p:nvPr>
            <p:ph type="body" orient="vert" idx="1" hasCustomPrompt="1"/>
          </p:nvPr>
        </p:nvSpPr>
        <p:spPr>
          <a:xfrm>
            <a:off x="457200" y="914401"/>
            <a:ext cx="6019800" cy="5211763"/>
          </a:xfr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a:p>
        </p:txBody>
      </p:sp>
      <p:sp>
        <p:nvSpPr>
          <p:cNvPr id="4" name="日期占位符 9"/>
          <p:cNvSpPr>
            <a:spLocks noGrp="1"/>
          </p:cNvSpPr>
          <p:nvPr>
            <p:ph type="dt" sz="half" idx="10"/>
          </p:nvPr>
        </p:nvSpPr>
        <p:spPr/>
        <p:txBody>
          <a:bodyPr/>
          <a:lstStyle>
            <a:lvl1pPr>
              <a:defRPr/>
            </a:lvl1pPr>
          </a:lstStyle>
          <a:p>
            <a:pPr>
              <a:defRPr/>
            </a:pPr>
            <a:endParaRPr lang="en-US" altLang="zh-CN"/>
          </a:p>
        </p:txBody>
      </p:sp>
      <p:sp>
        <p:nvSpPr>
          <p:cNvPr id="5" name="页脚占位符 21"/>
          <p:cNvSpPr>
            <a:spLocks noGrp="1"/>
          </p:cNvSpPr>
          <p:nvPr>
            <p:ph type="ftr" sz="quarter" idx="11"/>
          </p:nvPr>
        </p:nvSpPr>
        <p:spPr/>
        <p:txBody>
          <a:bodyPr/>
          <a:lstStyle>
            <a:lvl1pPr>
              <a:defRPr/>
            </a:lvl1pPr>
          </a:lstStyle>
          <a:p>
            <a:pPr>
              <a:defRPr/>
            </a:pPr>
            <a:r>
              <a:rPr lang="en-US" altLang="zh-CN"/>
              <a:t>An Introduction to Database System</a:t>
            </a:r>
            <a:endParaRPr lang="en-US" altLang="zh-CN"/>
          </a:p>
        </p:txBody>
      </p:sp>
      <p:sp>
        <p:nvSpPr>
          <p:cNvPr id="6" name="灯片编号占位符 17"/>
          <p:cNvSpPr>
            <a:spLocks noGrp="1"/>
          </p:cNvSpPr>
          <p:nvPr>
            <p:ph type="sldNum" sz="quarter" idx="12"/>
          </p:nvPr>
        </p:nvSpPr>
        <p:spPr/>
        <p:txBody>
          <a:bodyPr/>
          <a:lstStyle>
            <a:lvl1pPr>
              <a:defRPr/>
            </a:lvl1pPr>
          </a:lstStyle>
          <a:p>
            <a:pPr>
              <a:defRPr/>
            </a:pPr>
            <a:fld id="{E5BBA639-9E0C-4576-A0EE-5D24D974E889}" type="slidenum">
              <a:rPr lang="en-US" altLang="zh-CN"/>
            </a:fld>
            <a:endParaRPr lang="en-US" altLang="zh-CN"/>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tbl">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706437"/>
          </a:xfrm>
        </p:spPr>
        <p:txBody>
          <a:bodyPr/>
          <a:lstStyle/>
          <a:p>
            <a:r>
              <a:rPr lang="zh-CN" altLang="en-US"/>
              <a:t>单击此处编辑母版标题样式</a:t>
            </a:r>
            <a:endParaRPr lang="zh-CN" altLang="en-US"/>
          </a:p>
        </p:txBody>
      </p:sp>
      <p:sp>
        <p:nvSpPr>
          <p:cNvPr id="3" name="表格占位符 2"/>
          <p:cNvSpPr>
            <a:spLocks noGrp="1"/>
          </p:cNvSpPr>
          <p:nvPr>
            <p:ph type="tbl" idx="1" hasCustomPrompt="1"/>
          </p:nvPr>
        </p:nvSpPr>
        <p:spPr>
          <a:xfrm>
            <a:off x="250825" y="1160463"/>
            <a:ext cx="8137525" cy="4965700"/>
          </a:xfrm>
        </p:spPr>
        <p:txBody>
          <a:bodyPr/>
          <a:lstStyle/>
          <a:p>
            <a:pPr lvl="0"/>
            <a:r>
              <a:rPr lang="zh-CN" altLang="en-US" noProof="0"/>
              <a:t>单击图标添加表格</a:t>
            </a:r>
            <a:endParaRPr lang="zh-CN" altLang="en-US" noProof="0"/>
          </a:p>
        </p:txBody>
      </p:sp>
      <p:sp>
        <p:nvSpPr>
          <p:cNvPr id="4" name="Rectangle 4"/>
          <p:cNvSpPr>
            <a:spLocks noGrp="1" noChangeArrowheads="1"/>
          </p:cNvSpPr>
          <p:nvPr>
            <p:ph type="dt" sz="half" idx="10"/>
          </p:nvPr>
        </p:nvSpPr>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r>
              <a:rPr lang="en-US" altLang="zh-CN"/>
              <a:t>An Introduction to Database System</a:t>
            </a:r>
            <a:endParaRPr lang="en-US" altLang="zh-CN"/>
          </a:p>
        </p:txBody>
      </p:sp>
      <p:sp>
        <p:nvSpPr>
          <p:cNvPr id="6" name="Rectangle 6"/>
          <p:cNvSpPr>
            <a:spLocks noGrp="1" noChangeArrowheads="1"/>
          </p:cNvSpPr>
          <p:nvPr>
            <p:ph type="sldNum" sz="quarter" idx="12"/>
          </p:nvPr>
        </p:nvSpPr>
        <p:spPr/>
        <p:txBody>
          <a:bodyPr/>
          <a:lstStyle>
            <a:lvl1pPr>
              <a:defRPr/>
            </a:lvl1pPr>
          </a:lstStyle>
          <a:p>
            <a:pPr>
              <a:defRPr/>
            </a:pPr>
            <a:fld id="{070E7D03-CCFB-4229-95C0-09102D7D1774}" type="slidenum">
              <a:rPr lang="en-US" altLang="zh-CN"/>
            </a:fld>
            <a:endParaRPr lang="en-US" altLang="zh-CN"/>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itle" preserve="1">
  <p:cSld name="标题幻灯片">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9" name="标题 8"/>
          <p:cNvSpPr>
            <a:spLocks noGrp="1"/>
          </p:cNvSpPr>
          <p:nvPr>
            <p:ph type="ctrTitle"/>
          </p:nvPr>
        </p:nvSpPr>
        <p:spPr>
          <a:xfrm>
            <a:off x="533400" y="1371600"/>
            <a:ext cx="7851648" cy="1828800"/>
          </a:xfrm>
          <a:ln>
            <a:noFill/>
          </a:ln>
        </p:spPr>
        <p:txBody>
          <a:bodyPr tIns="0" rIns="18288">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lang="zh-CN" altLang="en-US"/>
              <a:t>单击此处编辑母版标题样式</a:t>
            </a:r>
            <a:endParaRPr lang="en-US"/>
          </a:p>
        </p:txBody>
      </p:sp>
      <p:sp>
        <p:nvSpPr>
          <p:cNvPr id="17" name="副标题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zh-CN" altLang="en-US"/>
              <a:t>单击此处编辑母版副标题样式</a:t>
            </a:r>
            <a:endParaRPr lang="en-US"/>
          </a:p>
        </p:txBody>
      </p:sp>
      <p:sp>
        <p:nvSpPr>
          <p:cNvPr id="4" name="日期占位符 29"/>
          <p:cNvSpPr>
            <a:spLocks noGrp="1"/>
          </p:cNvSpPr>
          <p:nvPr>
            <p:ph type="dt" sz="half" idx="10"/>
          </p:nvPr>
        </p:nvSpPr>
        <p:spPr/>
        <p:txBody>
          <a:bodyPr/>
          <a:lstStyle>
            <a:lvl1pPr>
              <a:defRPr/>
            </a:lvl1pPr>
          </a:lstStyle>
          <a:p>
            <a:pPr>
              <a:defRPr/>
            </a:pPr>
            <a:endParaRPr lang="en-US" altLang="zh-CN"/>
          </a:p>
        </p:txBody>
      </p:sp>
      <p:sp>
        <p:nvSpPr>
          <p:cNvPr id="5" name="页脚占位符 18"/>
          <p:cNvSpPr>
            <a:spLocks noGrp="1"/>
          </p:cNvSpPr>
          <p:nvPr>
            <p:ph type="ftr" sz="quarter" idx="11"/>
          </p:nvPr>
        </p:nvSpPr>
        <p:spPr/>
        <p:txBody>
          <a:bodyPr/>
          <a:lstStyle>
            <a:lvl1pPr>
              <a:defRPr/>
            </a:lvl1pPr>
          </a:lstStyle>
          <a:p>
            <a:pPr>
              <a:defRPr/>
            </a:pPr>
            <a:r>
              <a:rPr lang="en-US" altLang="zh-CN"/>
              <a:t>An Introduction to Database System</a:t>
            </a:r>
            <a:endParaRPr lang="en-US" altLang="zh-CN"/>
          </a:p>
        </p:txBody>
      </p:sp>
      <p:sp>
        <p:nvSpPr>
          <p:cNvPr id="6" name="灯片编号占位符 26"/>
          <p:cNvSpPr>
            <a:spLocks noGrp="1"/>
          </p:cNvSpPr>
          <p:nvPr>
            <p:ph type="sldNum" sz="quarter" idx="12"/>
          </p:nvPr>
        </p:nvSpPr>
        <p:spPr/>
        <p:txBody>
          <a:bodyPr/>
          <a:lstStyle>
            <a:lvl1pPr>
              <a:defRPr smtClean="0"/>
            </a:lvl1pPr>
          </a:lstStyle>
          <a:p>
            <a:pPr>
              <a:defRPr/>
            </a:pPr>
            <a:fld id="{9EC3F0D5-5151-4BEC-B265-FDA559C67DCE}" type="slidenum">
              <a:rPr lang="en-US" altLang="zh-CN"/>
            </a:fld>
            <a:endParaRPr lang="en-US" altLang="zh-CN"/>
          </a:p>
        </p:txBody>
      </p:sp>
    </p:spTree>
  </p:cSld>
  <p:clrMapOvr>
    <a:overrideClrMapping bg1="dk1" tx1="lt1" bg2="dk2" tx2="lt2" accent1="accent1" accent2="accent2" accent3="accent3" accent4="accent4" accent5="accent5" accent6="accent6" hlink="hlink" folHlink="folHlink"/>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4" name="TextBox 6"/>
          <p:cNvSpPr txBox="1"/>
          <p:nvPr/>
        </p:nvSpPr>
        <p:spPr>
          <a:xfrm>
            <a:off x="6665913" y="0"/>
            <a:ext cx="2478087" cy="461963"/>
          </a:xfrm>
          <a:prstGeom prst="rect">
            <a:avLst/>
          </a:prstGeom>
          <a:noFill/>
        </p:spPr>
        <p:txBody>
          <a:bodyPr wrap="none">
            <a:spAutoFit/>
          </a:bodyPr>
          <a:lstStyle>
            <a:defPPr>
              <a:defRPr lang="zh-CN"/>
            </a:defPPr>
            <a:lvl1pPr algn="l" rtl="0" fontAlgn="base">
              <a:spcBef>
                <a:spcPct val="0"/>
              </a:spcBef>
              <a:spcAft>
                <a:spcPct val="0"/>
              </a:spcAft>
              <a:defRPr kumimoji="1" sz="2400" kern="1200">
                <a:solidFill>
                  <a:schemeClr val="tx1"/>
                </a:solidFill>
                <a:latin typeface="Verdana" panose="020B0804030504040204" pitchFamily="34" charset="0"/>
                <a:ea typeface="宋体" pitchFamily="2" charset="-122"/>
                <a:cs typeface="+mn-cs"/>
              </a:defRPr>
            </a:lvl1pPr>
            <a:lvl2pPr marL="457200" algn="l" rtl="0" fontAlgn="base">
              <a:spcBef>
                <a:spcPct val="0"/>
              </a:spcBef>
              <a:spcAft>
                <a:spcPct val="0"/>
              </a:spcAft>
              <a:defRPr kumimoji="1" sz="2400" kern="1200">
                <a:solidFill>
                  <a:schemeClr val="tx1"/>
                </a:solidFill>
                <a:latin typeface="Verdana" panose="020B0804030504040204" pitchFamily="34" charset="0"/>
                <a:ea typeface="宋体" pitchFamily="2" charset="-122"/>
                <a:cs typeface="+mn-cs"/>
              </a:defRPr>
            </a:lvl2pPr>
            <a:lvl3pPr marL="914400" algn="l" rtl="0" fontAlgn="base">
              <a:spcBef>
                <a:spcPct val="0"/>
              </a:spcBef>
              <a:spcAft>
                <a:spcPct val="0"/>
              </a:spcAft>
              <a:defRPr kumimoji="1" sz="2400" kern="1200">
                <a:solidFill>
                  <a:schemeClr val="tx1"/>
                </a:solidFill>
                <a:latin typeface="Verdana" panose="020B0804030504040204" pitchFamily="34" charset="0"/>
                <a:ea typeface="宋体" pitchFamily="2" charset="-122"/>
                <a:cs typeface="+mn-cs"/>
              </a:defRPr>
            </a:lvl3pPr>
            <a:lvl4pPr marL="1371600" algn="l" rtl="0" fontAlgn="base">
              <a:spcBef>
                <a:spcPct val="0"/>
              </a:spcBef>
              <a:spcAft>
                <a:spcPct val="0"/>
              </a:spcAft>
              <a:defRPr kumimoji="1" sz="2400" kern="1200">
                <a:solidFill>
                  <a:schemeClr val="tx1"/>
                </a:solidFill>
                <a:latin typeface="Verdana" panose="020B0804030504040204" pitchFamily="34" charset="0"/>
                <a:ea typeface="宋体" pitchFamily="2" charset="-122"/>
                <a:cs typeface="+mn-cs"/>
              </a:defRPr>
            </a:lvl4pPr>
            <a:lvl5pPr marL="1828800" algn="l" rtl="0" fontAlgn="base">
              <a:spcBef>
                <a:spcPct val="0"/>
              </a:spcBef>
              <a:spcAft>
                <a:spcPct val="0"/>
              </a:spcAft>
              <a:defRPr kumimoji="1" sz="2400" kern="1200">
                <a:solidFill>
                  <a:schemeClr val="tx1"/>
                </a:solidFill>
                <a:latin typeface="Verdana" panose="020B0804030504040204" pitchFamily="34" charset="0"/>
                <a:ea typeface="宋体" pitchFamily="2" charset="-122"/>
                <a:cs typeface="+mn-cs"/>
              </a:defRPr>
            </a:lvl5pPr>
            <a:lvl6pPr marL="2286000" algn="l" defTabSz="914400" rtl="0" eaLnBrk="1" latinLnBrk="0" hangingPunct="1">
              <a:defRPr kumimoji="1" sz="2400" kern="1200">
                <a:solidFill>
                  <a:schemeClr val="tx1"/>
                </a:solidFill>
                <a:latin typeface="Verdana" panose="020B0804030504040204" pitchFamily="34" charset="0"/>
                <a:ea typeface="宋体" pitchFamily="2" charset="-122"/>
                <a:cs typeface="+mn-cs"/>
              </a:defRPr>
            </a:lvl6pPr>
            <a:lvl7pPr marL="2743200" algn="l" defTabSz="914400" rtl="0" eaLnBrk="1" latinLnBrk="0" hangingPunct="1">
              <a:defRPr kumimoji="1" sz="2400" kern="1200">
                <a:solidFill>
                  <a:schemeClr val="tx1"/>
                </a:solidFill>
                <a:latin typeface="Verdana" panose="020B0804030504040204" pitchFamily="34" charset="0"/>
                <a:ea typeface="宋体" pitchFamily="2" charset="-122"/>
                <a:cs typeface="+mn-cs"/>
              </a:defRPr>
            </a:lvl7pPr>
            <a:lvl8pPr marL="3200400" algn="l" defTabSz="914400" rtl="0" eaLnBrk="1" latinLnBrk="0" hangingPunct="1">
              <a:defRPr kumimoji="1" sz="2400" kern="1200">
                <a:solidFill>
                  <a:schemeClr val="tx1"/>
                </a:solidFill>
                <a:latin typeface="Verdana" panose="020B0804030504040204" pitchFamily="34" charset="0"/>
                <a:ea typeface="宋体" pitchFamily="2" charset="-122"/>
                <a:cs typeface="+mn-cs"/>
              </a:defRPr>
            </a:lvl8pPr>
            <a:lvl9pPr marL="3657600" algn="l" defTabSz="914400" rtl="0" eaLnBrk="1" latinLnBrk="0" hangingPunct="1">
              <a:defRPr kumimoji="1" sz="2400" kern="1200">
                <a:solidFill>
                  <a:schemeClr val="tx1"/>
                </a:solidFill>
                <a:latin typeface="Verdana" panose="020B0804030504040204" pitchFamily="34" charset="0"/>
                <a:ea typeface="宋体" pitchFamily="2" charset="-122"/>
                <a:cs typeface="+mn-cs"/>
              </a:defRPr>
            </a:lvl9pPr>
          </a:lstStyle>
          <a:p>
            <a:pPr eaLnBrk="1" hangingPunct="1">
              <a:defRPr/>
            </a:pPr>
            <a:r>
              <a:rPr lang="zh-CN" altLang="en-US" i="1" dirty="0">
                <a:solidFill>
                  <a:srgbClr val="66CCFF"/>
                </a:solidFill>
                <a:effectLst>
                  <a:outerShdw blurRad="38100" dist="38100" dir="2700000" algn="tl">
                    <a:srgbClr val="000000">
                      <a:alpha val="43137"/>
                    </a:srgbClr>
                  </a:outerShdw>
                </a:effectLst>
              </a:rPr>
              <a:t>引自</a:t>
            </a:r>
            <a:r>
              <a:rPr lang="en-US" altLang="zh-CN" i="1" dirty="0">
                <a:solidFill>
                  <a:srgbClr val="66CCFF"/>
                </a:solidFill>
                <a:effectLst>
                  <a:outerShdw blurRad="38100" dist="38100" dir="2700000" algn="tl">
                    <a:srgbClr val="000000">
                      <a:alpha val="43137"/>
                    </a:srgbClr>
                  </a:outerShdw>
                </a:effectLst>
              </a:rPr>
              <a:t>CMU15445</a:t>
            </a:r>
            <a:endParaRPr lang="zh-CN" altLang="en-US" i="1" dirty="0">
              <a:solidFill>
                <a:srgbClr val="66CCFF"/>
              </a:solidFill>
              <a:effectLst>
                <a:outerShdw blurRad="38100" dist="38100" dir="2700000" algn="tl">
                  <a:srgbClr val="000000">
                    <a:alpha val="43137"/>
                  </a:srgbClr>
                </a:outerShdw>
              </a:effectLst>
            </a:endParaRPr>
          </a:p>
        </p:txBody>
      </p:sp>
      <p:sp>
        <p:nvSpPr>
          <p:cNvPr id="2" name="标题 1"/>
          <p:cNvSpPr>
            <a:spLocks noGrp="1"/>
          </p:cNvSpPr>
          <p:nvPr>
            <p:ph type="title"/>
          </p:nvPr>
        </p:nvSpPr>
        <p:spPr/>
        <p:txBody>
          <a:bodyPr/>
          <a:lstStyle/>
          <a:p>
            <a:r>
              <a:rPr lang="zh-CN" altLang="en-US"/>
              <a:t>单击此处编辑母版标题样式</a:t>
            </a:r>
            <a:endParaRPr lang="en-US"/>
          </a:p>
        </p:txBody>
      </p:sp>
      <p:sp>
        <p:nvSpPr>
          <p:cNvPr id="3" name="内容占位符 2"/>
          <p:cNvSpPr>
            <a:spLocks noGrp="1"/>
          </p:cNvSpPr>
          <p:nvPr>
            <p:ph idx="1" hasCustomPrompt="1"/>
          </p:nvPr>
        </p:nvSpPr>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a:p>
        </p:txBody>
      </p:sp>
      <p:sp>
        <p:nvSpPr>
          <p:cNvPr id="5" name="灯片编号占位符 17"/>
          <p:cNvSpPr>
            <a:spLocks noGrp="1"/>
          </p:cNvSpPr>
          <p:nvPr>
            <p:ph type="sldNum" sz="quarter" idx="10"/>
          </p:nvPr>
        </p:nvSpPr>
        <p:spPr/>
        <p:txBody>
          <a:bodyPr/>
          <a:lstStyle>
            <a:lvl1pPr>
              <a:defRPr smtClean="0"/>
            </a:lvl1pPr>
          </a:lstStyle>
          <a:p>
            <a:pPr>
              <a:defRPr/>
            </a:pPr>
            <a:fld id="{F4F04043-1C08-4BBE-97B7-003515CF2E9C}" type="slidenum">
              <a:rPr lang="en-US" altLang="zh-CN"/>
            </a:fld>
            <a:endParaRPr lang="en-US" altLang="zh-CN"/>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secHead" preserve="1">
  <p:cSld name="节标题">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530352" y="1316736"/>
            <a:ext cx="7772400" cy="1362456"/>
          </a:xfrm>
          <a:ln>
            <a:noFill/>
          </a:ln>
        </p:spPr>
        <p:txBody>
          <a:bodyPr tIns="0">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lang="zh-CN" altLang="en-US"/>
              <a:t>单击此处编辑母版标题样式</a:t>
            </a:r>
            <a:endParaRPr lang="en-US"/>
          </a:p>
        </p:txBody>
      </p:sp>
      <p:sp>
        <p:nvSpPr>
          <p:cNvPr id="3" name="文本占位符 2"/>
          <p:cNvSpPr>
            <a:spLocks noGrp="1"/>
          </p:cNvSpPr>
          <p:nvPr>
            <p:ph type="body" idx="1" hasCustomPrompt="1"/>
          </p:nvPr>
        </p:nvSpPr>
        <p:spPr>
          <a:xfrm>
            <a:off x="530352" y="2704664"/>
            <a:ext cx="7772400" cy="1509712"/>
          </a:xfrm>
        </p:spPr>
        <p:txBody>
          <a:bodyPr lIns="45720" rIns="45720"/>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zh-CN" altLang="en-US"/>
              <a:t>编辑母版文本样式</a:t>
            </a:r>
            <a:endParaRPr lang="zh-CN" altLang="en-US"/>
          </a:p>
        </p:txBody>
      </p:sp>
      <p:sp>
        <p:nvSpPr>
          <p:cNvPr id="4" name="日期占位符 3"/>
          <p:cNvSpPr>
            <a:spLocks noGrp="1"/>
          </p:cNvSpPr>
          <p:nvPr>
            <p:ph type="dt" sz="half" idx="10"/>
          </p:nvPr>
        </p:nvSpPr>
        <p:spPr/>
        <p:txBody>
          <a:bodyPr/>
          <a:lstStyle>
            <a:lvl1pPr>
              <a:defRPr/>
            </a:lvl1pPr>
          </a:lstStyle>
          <a:p>
            <a:pPr>
              <a:defRPr/>
            </a:pPr>
            <a:endParaRPr lang="en-US" altLang="zh-CN"/>
          </a:p>
        </p:txBody>
      </p:sp>
      <p:sp>
        <p:nvSpPr>
          <p:cNvPr id="5" name="页脚占位符 4"/>
          <p:cNvSpPr>
            <a:spLocks noGrp="1"/>
          </p:cNvSpPr>
          <p:nvPr>
            <p:ph type="ftr" sz="quarter" idx="11"/>
          </p:nvPr>
        </p:nvSpPr>
        <p:spPr/>
        <p:txBody>
          <a:bodyPr/>
          <a:lstStyle>
            <a:lvl1pPr>
              <a:defRPr/>
            </a:lvl1pPr>
          </a:lstStyle>
          <a:p>
            <a:pPr>
              <a:defRPr/>
            </a:pPr>
            <a:r>
              <a:rPr lang="en-US" altLang="zh-CN"/>
              <a:t>An Introduction to Database System</a:t>
            </a:r>
            <a:endParaRPr lang="en-US" altLang="zh-CN"/>
          </a:p>
        </p:txBody>
      </p:sp>
      <p:sp>
        <p:nvSpPr>
          <p:cNvPr id="6" name="灯片编号占位符 5"/>
          <p:cNvSpPr>
            <a:spLocks noGrp="1"/>
          </p:cNvSpPr>
          <p:nvPr>
            <p:ph type="sldNum" sz="quarter" idx="12"/>
          </p:nvPr>
        </p:nvSpPr>
        <p:spPr/>
        <p:txBody>
          <a:bodyPr/>
          <a:lstStyle>
            <a:lvl1pPr>
              <a:defRPr smtClean="0"/>
            </a:lvl1pPr>
          </a:lstStyle>
          <a:p>
            <a:pPr>
              <a:defRPr/>
            </a:pPr>
            <a:fld id="{C35F9E27-BBF0-4668-BA25-15218942A869}" type="slidenum">
              <a:rPr lang="en-US" altLang="zh-CN"/>
            </a:fld>
            <a:endParaRPr lang="en-US" altLang="zh-CN"/>
          </a:p>
        </p:txBody>
      </p:sp>
    </p:spTree>
  </p:cSld>
  <p:clrMapOvr>
    <a:overrideClrMapping bg1="dk1" tx1="lt1" bg2="dk2" tx2="lt2" accent1="accent1" accent2="accent2" accent3="accent3" accent4="accent4" accent5="accent5" accent6="accent6" hlink="hlink" folHlink="folHlink"/>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704088"/>
            <a:ext cx="8229600" cy="1143000"/>
          </a:xfrm>
        </p:spPr>
        <p:txBody>
          <a:bodyPr/>
          <a:lstStyle/>
          <a:p>
            <a:r>
              <a:rPr lang="zh-CN" altLang="en-US"/>
              <a:t>单击此处编辑母版标题样式</a:t>
            </a:r>
            <a:endParaRPr lang="en-US"/>
          </a:p>
        </p:txBody>
      </p:sp>
      <p:sp>
        <p:nvSpPr>
          <p:cNvPr id="3" name="内容占位符 2"/>
          <p:cNvSpPr>
            <a:spLocks noGrp="1"/>
          </p:cNvSpPr>
          <p:nvPr>
            <p:ph sz="half" idx="1" hasCustomPrompt="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a:p>
        </p:txBody>
      </p:sp>
      <p:sp>
        <p:nvSpPr>
          <p:cNvPr id="4" name="内容占位符 3"/>
          <p:cNvSpPr>
            <a:spLocks noGrp="1"/>
          </p:cNvSpPr>
          <p:nvPr>
            <p:ph sz="half" idx="2" hasCustomPrompt="1"/>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a:p>
        </p:txBody>
      </p:sp>
      <p:sp>
        <p:nvSpPr>
          <p:cNvPr id="5" name="日期占位符 9"/>
          <p:cNvSpPr>
            <a:spLocks noGrp="1"/>
          </p:cNvSpPr>
          <p:nvPr>
            <p:ph type="dt" sz="half" idx="10"/>
          </p:nvPr>
        </p:nvSpPr>
        <p:spPr/>
        <p:txBody>
          <a:bodyPr/>
          <a:lstStyle>
            <a:lvl1pPr>
              <a:defRPr/>
            </a:lvl1pPr>
          </a:lstStyle>
          <a:p>
            <a:pPr>
              <a:defRPr/>
            </a:pPr>
            <a:endParaRPr lang="en-US" altLang="zh-CN"/>
          </a:p>
        </p:txBody>
      </p:sp>
      <p:sp>
        <p:nvSpPr>
          <p:cNvPr id="6" name="页脚占位符 21"/>
          <p:cNvSpPr>
            <a:spLocks noGrp="1"/>
          </p:cNvSpPr>
          <p:nvPr>
            <p:ph type="ftr" sz="quarter" idx="11"/>
          </p:nvPr>
        </p:nvSpPr>
        <p:spPr/>
        <p:txBody>
          <a:bodyPr/>
          <a:lstStyle>
            <a:lvl1pPr>
              <a:defRPr/>
            </a:lvl1pPr>
          </a:lstStyle>
          <a:p>
            <a:pPr>
              <a:defRPr/>
            </a:pPr>
            <a:r>
              <a:rPr lang="en-US" altLang="zh-CN"/>
              <a:t>An Introduction to Database System</a:t>
            </a:r>
            <a:endParaRPr lang="en-US" altLang="zh-CN"/>
          </a:p>
        </p:txBody>
      </p:sp>
      <p:sp>
        <p:nvSpPr>
          <p:cNvPr id="7" name="灯片编号占位符 17"/>
          <p:cNvSpPr>
            <a:spLocks noGrp="1"/>
          </p:cNvSpPr>
          <p:nvPr>
            <p:ph type="sldNum" sz="quarter" idx="12"/>
          </p:nvPr>
        </p:nvSpPr>
        <p:spPr/>
        <p:txBody>
          <a:bodyPr/>
          <a:lstStyle>
            <a:lvl1pPr>
              <a:defRPr/>
            </a:lvl1pPr>
          </a:lstStyle>
          <a:p>
            <a:pPr>
              <a:defRPr/>
            </a:pPr>
            <a:fld id="{09C9FE4F-4141-4730-B3DC-BABA379B61BC}" type="slidenum">
              <a:rPr lang="en-US" altLang="zh-CN"/>
            </a:fld>
            <a:endParaRPr lang="en-US" altLang="zh-CN"/>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704088"/>
            <a:ext cx="8229600" cy="1143000"/>
          </a:xfrm>
        </p:spPr>
        <p:txBody>
          <a:bodyPr/>
          <a:lstStyle>
            <a:lvl1pPr>
              <a:defRPr/>
            </a:lvl1pPr>
          </a:lstStyle>
          <a:p>
            <a:r>
              <a:rPr lang="zh-CN" altLang="en-US"/>
              <a:t>单击此处编辑母版标题样式</a:t>
            </a:r>
            <a:endParaRPr lang="en-US"/>
          </a:p>
        </p:txBody>
      </p:sp>
      <p:sp>
        <p:nvSpPr>
          <p:cNvPr id="3" name="文本占位符 2"/>
          <p:cNvSpPr>
            <a:spLocks noGrp="1"/>
          </p:cNvSpPr>
          <p:nvPr>
            <p:ph type="body" idx="1" hasCustomPrompt="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a:r>
              <a:rPr lang="zh-CN" altLang="en-US"/>
              <a:t>编辑母版文本样式</a:t>
            </a:r>
            <a:endParaRPr lang="zh-CN" altLang="en-US"/>
          </a:p>
        </p:txBody>
      </p:sp>
      <p:sp>
        <p:nvSpPr>
          <p:cNvPr id="4" name="文本占位符 3"/>
          <p:cNvSpPr>
            <a:spLocks noGrp="1"/>
          </p:cNvSpPr>
          <p:nvPr>
            <p:ph type="body" sz="half" idx="3" hasCustomPrompt="1"/>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a:r>
              <a:rPr lang="zh-CN" altLang="en-US"/>
              <a:t>编辑母版文本样式</a:t>
            </a:r>
            <a:endParaRPr lang="zh-CN" altLang="en-US"/>
          </a:p>
        </p:txBody>
      </p:sp>
      <p:sp>
        <p:nvSpPr>
          <p:cNvPr id="5" name="内容占位符 4"/>
          <p:cNvSpPr>
            <a:spLocks noGrp="1"/>
          </p:cNvSpPr>
          <p:nvPr>
            <p:ph sz="quarter" idx="2" hasCustomPrompt="1"/>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a:p>
        </p:txBody>
      </p:sp>
      <p:sp>
        <p:nvSpPr>
          <p:cNvPr id="6" name="内容占位符 5"/>
          <p:cNvSpPr>
            <a:spLocks noGrp="1"/>
          </p:cNvSpPr>
          <p:nvPr>
            <p:ph sz="quarter" idx="4" hasCustomPrompt="1"/>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a:p>
        </p:txBody>
      </p:sp>
      <p:sp>
        <p:nvSpPr>
          <p:cNvPr id="7" name="日期占位符 9"/>
          <p:cNvSpPr>
            <a:spLocks noGrp="1"/>
          </p:cNvSpPr>
          <p:nvPr>
            <p:ph type="dt" sz="half" idx="10"/>
          </p:nvPr>
        </p:nvSpPr>
        <p:spPr/>
        <p:txBody>
          <a:bodyPr/>
          <a:lstStyle>
            <a:lvl1pPr>
              <a:defRPr/>
            </a:lvl1pPr>
          </a:lstStyle>
          <a:p>
            <a:pPr>
              <a:defRPr/>
            </a:pPr>
            <a:endParaRPr lang="en-US" altLang="zh-CN"/>
          </a:p>
        </p:txBody>
      </p:sp>
      <p:sp>
        <p:nvSpPr>
          <p:cNvPr id="8" name="页脚占位符 21"/>
          <p:cNvSpPr>
            <a:spLocks noGrp="1"/>
          </p:cNvSpPr>
          <p:nvPr>
            <p:ph type="ftr" sz="quarter" idx="11"/>
          </p:nvPr>
        </p:nvSpPr>
        <p:spPr/>
        <p:txBody>
          <a:bodyPr/>
          <a:lstStyle>
            <a:lvl1pPr>
              <a:defRPr/>
            </a:lvl1pPr>
          </a:lstStyle>
          <a:p>
            <a:pPr>
              <a:defRPr/>
            </a:pPr>
            <a:r>
              <a:rPr lang="en-US" altLang="zh-CN"/>
              <a:t>An Introduction to Database System</a:t>
            </a:r>
            <a:endParaRPr lang="en-US" altLang="zh-CN"/>
          </a:p>
        </p:txBody>
      </p:sp>
      <p:sp>
        <p:nvSpPr>
          <p:cNvPr id="9" name="灯片编号占位符 17"/>
          <p:cNvSpPr>
            <a:spLocks noGrp="1"/>
          </p:cNvSpPr>
          <p:nvPr>
            <p:ph type="sldNum" sz="quarter" idx="12"/>
          </p:nvPr>
        </p:nvSpPr>
        <p:spPr/>
        <p:txBody>
          <a:bodyPr/>
          <a:lstStyle>
            <a:lvl1pPr>
              <a:defRPr/>
            </a:lvl1pPr>
          </a:lstStyle>
          <a:p>
            <a:pPr>
              <a:defRPr/>
            </a:pPr>
            <a:fld id="{57976EC7-B65F-4D18-8FFF-3998F2A4C597}" type="slidenum">
              <a:rPr lang="en-US" altLang="zh-CN"/>
            </a:fld>
            <a:endParaRPr lang="en-US" altLang="zh-CN"/>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704088"/>
            <a:ext cx="8305800" cy="1143000"/>
          </a:xfrm>
        </p:spPr>
        <p:txBody>
          <a:bodyPr>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lang="zh-CN" altLang="en-US"/>
              <a:t>单击此处编辑母版标题样式</a:t>
            </a:r>
            <a:endParaRPr lang="en-US"/>
          </a:p>
        </p:txBody>
      </p:sp>
      <p:sp>
        <p:nvSpPr>
          <p:cNvPr id="3" name="日期占位符 9"/>
          <p:cNvSpPr>
            <a:spLocks noGrp="1"/>
          </p:cNvSpPr>
          <p:nvPr>
            <p:ph type="dt" sz="half" idx="10"/>
          </p:nvPr>
        </p:nvSpPr>
        <p:spPr/>
        <p:txBody>
          <a:bodyPr/>
          <a:lstStyle>
            <a:lvl1pPr>
              <a:defRPr/>
            </a:lvl1pPr>
          </a:lstStyle>
          <a:p>
            <a:pPr>
              <a:defRPr/>
            </a:pPr>
            <a:endParaRPr lang="en-US" altLang="zh-CN"/>
          </a:p>
        </p:txBody>
      </p:sp>
      <p:sp>
        <p:nvSpPr>
          <p:cNvPr id="4" name="页脚占位符 21"/>
          <p:cNvSpPr>
            <a:spLocks noGrp="1"/>
          </p:cNvSpPr>
          <p:nvPr>
            <p:ph type="ftr" sz="quarter" idx="11"/>
          </p:nvPr>
        </p:nvSpPr>
        <p:spPr/>
        <p:txBody>
          <a:bodyPr/>
          <a:lstStyle>
            <a:lvl1pPr>
              <a:defRPr/>
            </a:lvl1pPr>
          </a:lstStyle>
          <a:p>
            <a:pPr>
              <a:defRPr/>
            </a:pPr>
            <a:r>
              <a:rPr lang="en-US" altLang="zh-CN"/>
              <a:t>An Introduction to Database System</a:t>
            </a:r>
            <a:endParaRPr lang="en-US" altLang="zh-CN"/>
          </a:p>
        </p:txBody>
      </p:sp>
      <p:sp>
        <p:nvSpPr>
          <p:cNvPr id="5" name="灯片编号占位符 17"/>
          <p:cNvSpPr>
            <a:spLocks noGrp="1"/>
          </p:cNvSpPr>
          <p:nvPr>
            <p:ph type="sldNum" sz="quarter" idx="12"/>
          </p:nvPr>
        </p:nvSpPr>
        <p:spPr/>
        <p:txBody>
          <a:bodyPr/>
          <a:lstStyle>
            <a:lvl1pPr>
              <a:defRPr/>
            </a:lvl1pPr>
          </a:lstStyle>
          <a:p>
            <a:pPr>
              <a:defRPr/>
            </a:pPr>
            <a:fld id="{F3FABAF9-4CA9-417D-B733-0E827FF48F40}" type="slidenum">
              <a:rPr lang="en-US" altLang="zh-CN"/>
            </a:fld>
            <a:endParaRPr lang="en-US" altLang="zh-CN"/>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TextBox 6"/>
          <p:cNvSpPr txBox="1"/>
          <p:nvPr/>
        </p:nvSpPr>
        <p:spPr>
          <a:xfrm>
            <a:off x="5438775" y="-17463"/>
            <a:ext cx="3705225" cy="460376"/>
          </a:xfrm>
          <a:prstGeom prst="rect">
            <a:avLst/>
          </a:prstGeom>
          <a:noFill/>
        </p:spPr>
        <p:txBody>
          <a:bodyPr wrap="none">
            <a:spAutoFit/>
          </a:bodyPr>
          <a:lstStyle>
            <a:defPPr>
              <a:defRPr lang="zh-CN"/>
            </a:defPPr>
            <a:lvl1pPr algn="l" rtl="0" fontAlgn="base">
              <a:spcBef>
                <a:spcPct val="0"/>
              </a:spcBef>
              <a:spcAft>
                <a:spcPct val="0"/>
              </a:spcAft>
              <a:defRPr kumimoji="1" sz="2400" kern="1200">
                <a:solidFill>
                  <a:schemeClr val="tx1"/>
                </a:solidFill>
                <a:latin typeface="Verdana" panose="020B0804030504040204" pitchFamily="34" charset="0"/>
                <a:ea typeface="宋体" pitchFamily="2" charset="-122"/>
                <a:cs typeface="+mn-cs"/>
              </a:defRPr>
            </a:lvl1pPr>
            <a:lvl2pPr marL="457200" algn="l" rtl="0" fontAlgn="base">
              <a:spcBef>
                <a:spcPct val="0"/>
              </a:spcBef>
              <a:spcAft>
                <a:spcPct val="0"/>
              </a:spcAft>
              <a:defRPr kumimoji="1" sz="2400" kern="1200">
                <a:solidFill>
                  <a:schemeClr val="tx1"/>
                </a:solidFill>
                <a:latin typeface="Verdana" panose="020B0804030504040204" pitchFamily="34" charset="0"/>
                <a:ea typeface="宋体" pitchFamily="2" charset="-122"/>
                <a:cs typeface="+mn-cs"/>
              </a:defRPr>
            </a:lvl2pPr>
            <a:lvl3pPr marL="914400" algn="l" rtl="0" fontAlgn="base">
              <a:spcBef>
                <a:spcPct val="0"/>
              </a:spcBef>
              <a:spcAft>
                <a:spcPct val="0"/>
              </a:spcAft>
              <a:defRPr kumimoji="1" sz="2400" kern="1200">
                <a:solidFill>
                  <a:schemeClr val="tx1"/>
                </a:solidFill>
                <a:latin typeface="Verdana" panose="020B0804030504040204" pitchFamily="34" charset="0"/>
                <a:ea typeface="宋体" pitchFamily="2" charset="-122"/>
                <a:cs typeface="+mn-cs"/>
              </a:defRPr>
            </a:lvl3pPr>
            <a:lvl4pPr marL="1371600" algn="l" rtl="0" fontAlgn="base">
              <a:spcBef>
                <a:spcPct val="0"/>
              </a:spcBef>
              <a:spcAft>
                <a:spcPct val="0"/>
              </a:spcAft>
              <a:defRPr kumimoji="1" sz="2400" kern="1200">
                <a:solidFill>
                  <a:schemeClr val="tx1"/>
                </a:solidFill>
                <a:latin typeface="Verdana" panose="020B0804030504040204" pitchFamily="34" charset="0"/>
                <a:ea typeface="宋体" pitchFamily="2" charset="-122"/>
                <a:cs typeface="+mn-cs"/>
              </a:defRPr>
            </a:lvl4pPr>
            <a:lvl5pPr marL="1828800" algn="l" rtl="0" fontAlgn="base">
              <a:spcBef>
                <a:spcPct val="0"/>
              </a:spcBef>
              <a:spcAft>
                <a:spcPct val="0"/>
              </a:spcAft>
              <a:defRPr kumimoji="1" sz="2400" kern="1200">
                <a:solidFill>
                  <a:schemeClr val="tx1"/>
                </a:solidFill>
                <a:latin typeface="Verdana" panose="020B0804030504040204" pitchFamily="34" charset="0"/>
                <a:ea typeface="宋体" pitchFamily="2" charset="-122"/>
                <a:cs typeface="+mn-cs"/>
              </a:defRPr>
            </a:lvl5pPr>
            <a:lvl6pPr marL="2286000" algn="l" defTabSz="914400" rtl="0" eaLnBrk="1" latinLnBrk="0" hangingPunct="1">
              <a:defRPr kumimoji="1" sz="2400" kern="1200">
                <a:solidFill>
                  <a:schemeClr val="tx1"/>
                </a:solidFill>
                <a:latin typeface="Verdana" panose="020B0804030504040204" pitchFamily="34" charset="0"/>
                <a:ea typeface="宋体" pitchFamily="2" charset="-122"/>
                <a:cs typeface="+mn-cs"/>
              </a:defRPr>
            </a:lvl6pPr>
            <a:lvl7pPr marL="2743200" algn="l" defTabSz="914400" rtl="0" eaLnBrk="1" latinLnBrk="0" hangingPunct="1">
              <a:defRPr kumimoji="1" sz="2400" kern="1200">
                <a:solidFill>
                  <a:schemeClr val="tx1"/>
                </a:solidFill>
                <a:latin typeface="Verdana" panose="020B0804030504040204" pitchFamily="34" charset="0"/>
                <a:ea typeface="宋体" pitchFamily="2" charset="-122"/>
                <a:cs typeface="+mn-cs"/>
              </a:defRPr>
            </a:lvl7pPr>
            <a:lvl8pPr marL="3200400" algn="l" defTabSz="914400" rtl="0" eaLnBrk="1" latinLnBrk="0" hangingPunct="1">
              <a:defRPr kumimoji="1" sz="2400" kern="1200">
                <a:solidFill>
                  <a:schemeClr val="tx1"/>
                </a:solidFill>
                <a:latin typeface="Verdana" panose="020B0804030504040204" pitchFamily="34" charset="0"/>
                <a:ea typeface="宋体" pitchFamily="2" charset="-122"/>
                <a:cs typeface="+mn-cs"/>
              </a:defRPr>
            </a:lvl8pPr>
            <a:lvl9pPr marL="3657600" algn="l" defTabSz="914400" rtl="0" eaLnBrk="1" latinLnBrk="0" hangingPunct="1">
              <a:defRPr kumimoji="1" sz="2400" kern="1200">
                <a:solidFill>
                  <a:schemeClr val="tx1"/>
                </a:solidFill>
                <a:latin typeface="Verdana" panose="020B0804030504040204" pitchFamily="34" charset="0"/>
                <a:ea typeface="宋体" pitchFamily="2" charset="-122"/>
                <a:cs typeface="+mn-cs"/>
              </a:defRPr>
            </a:lvl9pPr>
          </a:lstStyle>
          <a:p>
            <a:pPr eaLnBrk="1" hangingPunct="1">
              <a:defRPr/>
            </a:pPr>
            <a:r>
              <a:rPr lang="en-US" altLang="zh-CN" i="1" dirty="0">
                <a:solidFill>
                  <a:srgbClr val="66CCFF"/>
                </a:solidFill>
                <a:effectLst>
                  <a:outerShdw blurRad="38100" dist="38100" dir="2700000" algn="tl">
                    <a:srgbClr val="000000">
                      <a:alpha val="43137"/>
                    </a:srgbClr>
                  </a:outerShdw>
                </a:effectLst>
              </a:rPr>
              <a:t>HUST-CS      PANPENG</a:t>
            </a:r>
            <a:endParaRPr lang="zh-CN" altLang="en-US" i="1" dirty="0">
              <a:solidFill>
                <a:srgbClr val="66CCFF"/>
              </a:solidFill>
              <a:effectLst>
                <a:outerShdw blurRad="38100" dist="38100" dir="2700000" algn="tl">
                  <a:srgbClr val="000000">
                    <a:alpha val="43137"/>
                  </a:srgbClr>
                </a:outerShdw>
              </a:effectLst>
            </a:endParaRPr>
          </a:p>
        </p:txBody>
      </p:sp>
      <p:sp>
        <p:nvSpPr>
          <p:cNvPr id="3" name="日期占位符 9"/>
          <p:cNvSpPr>
            <a:spLocks noGrp="1"/>
          </p:cNvSpPr>
          <p:nvPr>
            <p:ph type="dt" sz="half" idx="10"/>
          </p:nvPr>
        </p:nvSpPr>
        <p:spPr/>
        <p:txBody>
          <a:bodyPr/>
          <a:lstStyle>
            <a:lvl1pPr>
              <a:defRPr/>
            </a:lvl1pPr>
          </a:lstStyle>
          <a:p>
            <a:pPr>
              <a:defRPr/>
            </a:pPr>
            <a:endParaRPr lang="en-US" altLang="zh-CN"/>
          </a:p>
        </p:txBody>
      </p:sp>
      <p:sp>
        <p:nvSpPr>
          <p:cNvPr id="4" name="页脚占位符 21"/>
          <p:cNvSpPr>
            <a:spLocks noGrp="1"/>
          </p:cNvSpPr>
          <p:nvPr>
            <p:ph type="ftr" sz="quarter" idx="11"/>
          </p:nvPr>
        </p:nvSpPr>
        <p:spPr/>
        <p:txBody>
          <a:bodyPr/>
          <a:lstStyle>
            <a:lvl1pPr>
              <a:defRPr/>
            </a:lvl1pPr>
          </a:lstStyle>
          <a:p>
            <a:pPr>
              <a:defRPr/>
            </a:pPr>
            <a:r>
              <a:rPr lang="en-US" altLang="zh-CN"/>
              <a:t>An Introduction to Database System</a:t>
            </a:r>
            <a:endParaRPr lang="en-US" altLang="zh-CN"/>
          </a:p>
        </p:txBody>
      </p:sp>
      <p:sp>
        <p:nvSpPr>
          <p:cNvPr id="5" name="灯片编号占位符 17"/>
          <p:cNvSpPr>
            <a:spLocks noGrp="1"/>
          </p:cNvSpPr>
          <p:nvPr>
            <p:ph type="sldNum" sz="quarter" idx="12"/>
          </p:nvPr>
        </p:nvSpPr>
        <p:spPr/>
        <p:txBody>
          <a:bodyPr/>
          <a:lstStyle>
            <a:lvl1pPr>
              <a:defRPr smtClean="0"/>
            </a:lvl1pPr>
          </a:lstStyle>
          <a:p>
            <a:pPr>
              <a:defRPr/>
            </a:pPr>
            <a:fld id="{F26ACD25-7AF9-4E66-8A3C-D1B0B2E97092}" type="slidenum">
              <a:rPr lang="en-US" altLang="zh-CN"/>
            </a:fld>
            <a:endParaRPr lang="en-US" altLang="zh-CN"/>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85800" y="514352"/>
            <a:ext cx="2743200" cy="1162050"/>
          </a:xfrm>
        </p:spPr>
        <p:txBody>
          <a:bodyPr>
            <a:noAutofit/>
          </a:bodyPr>
          <a:lstStyle>
            <a:lvl1pPr algn="l" rtl="0">
              <a:spcBef>
                <a:spcPct val="0"/>
              </a:spcBef>
              <a:buNone/>
              <a:defRPr sz="2600" b="0">
                <a:ln>
                  <a:noFill/>
                </a:ln>
                <a:solidFill>
                  <a:schemeClr val="tx2"/>
                </a:solidFill>
                <a:effectLst/>
                <a:latin typeface="+mj-lt"/>
                <a:ea typeface="+mj-ea"/>
                <a:cs typeface="+mj-cs"/>
              </a:defRPr>
            </a:lvl1pPr>
          </a:lstStyle>
          <a:p>
            <a:r>
              <a:rPr lang="zh-CN" altLang="en-US"/>
              <a:t>单击此处编辑母版标题样式</a:t>
            </a:r>
            <a:endParaRPr lang="en-US"/>
          </a:p>
        </p:txBody>
      </p:sp>
      <p:sp>
        <p:nvSpPr>
          <p:cNvPr id="3" name="文本占位符 2"/>
          <p:cNvSpPr>
            <a:spLocks noGrp="1"/>
          </p:cNvSpPr>
          <p:nvPr>
            <p:ph type="body" idx="2" hasCustomPrompt="1"/>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a:r>
              <a:rPr lang="zh-CN" altLang="en-US"/>
              <a:t>编辑母版文本样式</a:t>
            </a:r>
            <a:endParaRPr lang="zh-CN" altLang="en-US"/>
          </a:p>
        </p:txBody>
      </p:sp>
      <p:sp>
        <p:nvSpPr>
          <p:cNvPr id="4" name="内容占位符 3"/>
          <p:cNvSpPr>
            <a:spLocks noGrp="1"/>
          </p:cNvSpPr>
          <p:nvPr>
            <p:ph sz="half" idx="1" hasCustomPrompt="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a:p>
        </p:txBody>
      </p:sp>
      <p:sp>
        <p:nvSpPr>
          <p:cNvPr id="5" name="日期占位符 9"/>
          <p:cNvSpPr>
            <a:spLocks noGrp="1"/>
          </p:cNvSpPr>
          <p:nvPr>
            <p:ph type="dt" sz="half" idx="10"/>
          </p:nvPr>
        </p:nvSpPr>
        <p:spPr/>
        <p:txBody>
          <a:bodyPr/>
          <a:lstStyle>
            <a:lvl1pPr>
              <a:defRPr/>
            </a:lvl1pPr>
          </a:lstStyle>
          <a:p>
            <a:pPr>
              <a:defRPr/>
            </a:pPr>
            <a:endParaRPr lang="en-US" altLang="zh-CN"/>
          </a:p>
        </p:txBody>
      </p:sp>
      <p:sp>
        <p:nvSpPr>
          <p:cNvPr id="6" name="页脚占位符 21"/>
          <p:cNvSpPr>
            <a:spLocks noGrp="1"/>
          </p:cNvSpPr>
          <p:nvPr>
            <p:ph type="ftr" sz="quarter" idx="11"/>
          </p:nvPr>
        </p:nvSpPr>
        <p:spPr/>
        <p:txBody>
          <a:bodyPr/>
          <a:lstStyle>
            <a:lvl1pPr>
              <a:defRPr/>
            </a:lvl1pPr>
          </a:lstStyle>
          <a:p>
            <a:pPr>
              <a:defRPr/>
            </a:pPr>
            <a:r>
              <a:rPr lang="en-US" altLang="zh-CN"/>
              <a:t>An Introduction to Database System</a:t>
            </a:r>
            <a:endParaRPr lang="en-US" altLang="zh-CN"/>
          </a:p>
        </p:txBody>
      </p:sp>
      <p:sp>
        <p:nvSpPr>
          <p:cNvPr id="7" name="灯片编号占位符 17"/>
          <p:cNvSpPr>
            <a:spLocks noGrp="1"/>
          </p:cNvSpPr>
          <p:nvPr>
            <p:ph type="sldNum" sz="quarter" idx="12"/>
          </p:nvPr>
        </p:nvSpPr>
        <p:spPr/>
        <p:txBody>
          <a:bodyPr/>
          <a:lstStyle>
            <a:lvl1pPr>
              <a:defRPr/>
            </a:lvl1pPr>
          </a:lstStyle>
          <a:p>
            <a:pPr>
              <a:defRPr/>
            </a:pPr>
            <a:fld id="{ED6790FC-7C36-4CB6-90F0-AC5E031B2245}" type="slidenum">
              <a:rPr lang="en-US" altLang="zh-CN"/>
            </a:fld>
            <a:endParaRPr lang="en-US" altLang="zh-CN"/>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picTx" preserve="1" showMasterSp="0">
  <p:cSld name="图片与标题">
    <p:spTree>
      <p:nvGrpSpPr>
        <p:cNvPr id="1" name=""/>
        <p:cNvGrpSpPr/>
        <p:nvPr/>
      </p:nvGrpSpPr>
      <p:grpSpPr>
        <a:xfrm>
          <a:off x="0" y="0"/>
          <a:ext cx="0" cy="0"/>
          <a:chOff x="0" y="0"/>
          <a:chExt cx="0" cy="0"/>
        </a:xfrm>
      </p:grpSpPr>
      <p:sp>
        <p:nvSpPr>
          <p:cNvPr id="5" name="单圆角矩形 4"/>
          <p:cNvSpPr/>
          <p:nvPr/>
        </p:nvSpPr>
        <p:spPr>
          <a:xfrm rot="420000" flipV="1">
            <a:off x="3165475" y="1108075"/>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anchor="ctr"/>
          <a:lstStyle/>
          <a:p>
            <a:pPr algn="ctr" eaLnBrk="1" hangingPunct="1">
              <a:defRPr/>
            </a:pPr>
            <a:endParaRPr kumimoji="0" lang="en-US"/>
          </a:p>
        </p:txBody>
      </p:sp>
      <p:sp>
        <p:nvSpPr>
          <p:cNvPr id="6" name="直角三角形 5"/>
          <p:cNvSpPr/>
          <p:nvPr/>
        </p:nvSpPr>
        <p:spPr>
          <a:xfrm rot="420000" flipV="1">
            <a:off x="8004175" y="5359400"/>
            <a:ext cx="155575" cy="155575"/>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anchor="ctr"/>
          <a:lstStyle/>
          <a:p>
            <a:pPr algn="ctr" eaLnBrk="1" hangingPunct="1">
              <a:defRPr/>
            </a:pPr>
            <a:endParaRPr kumimoji="0" lang="en-US"/>
          </a:p>
        </p:txBody>
      </p:sp>
      <p:sp>
        <p:nvSpPr>
          <p:cNvPr id="7" name="任意多边形 6"/>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a:lstStyle/>
          <a:p>
            <a:pPr eaLnBrk="1" hangingPunct="1">
              <a:defRPr/>
            </a:pPr>
            <a:endParaRPr kumimoji="0" lang="en-US">
              <a:latin typeface="+mn-lt"/>
              <a:ea typeface="+mn-ea"/>
            </a:endParaRPr>
          </a:p>
        </p:txBody>
      </p:sp>
      <p:sp>
        <p:nvSpPr>
          <p:cNvPr id="8" name="任意多边形 7"/>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a:lstStyle/>
          <a:p>
            <a:pPr eaLnBrk="1" hangingPunct="1">
              <a:defRPr/>
            </a:pPr>
            <a:endParaRPr kumimoji="0" lang="en-US">
              <a:latin typeface="+mn-lt"/>
              <a:ea typeface="+mn-ea"/>
            </a:endParaRPr>
          </a:p>
        </p:txBody>
      </p:sp>
      <p:sp>
        <p:nvSpPr>
          <p:cNvPr id="2" name="标题 1"/>
          <p:cNvSpPr>
            <a:spLocks noGrp="1"/>
          </p:cNvSpPr>
          <p:nvPr>
            <p:ph type="title"/>
          </p:nvPr>
        </p:nvSpPr>
        <p:spPr>
          <a:xfrm>
            <a:off x="609600" y="1176996"/>
            <a:ext cx="2212848" cy="1582621"/>
          </a:xfrm>
        </p:spPr>
        <p:txBody>
          <a:bodyPr lIns="45720" rIns="45720" bIns="45720"/>
          <a:lstStyle>
            <a:lvl1pPr algn="l">
              <a:buNone/>
              <a:defRPr sz="2000" b="1">
                <a:solidFill>
                  <a:schemeClr val="tx2"/>
                </a:solidFill>
              </a:defRPr>
            </a:lvl1pPr>
          </a:lstStyle>
          <a:p>
            <a:r>
              <a:rPr lang="zh-CN" altLang="en-US"/>
              <a:t>单击此处编辑母版标题样式</a:t>
            </a:r>
            <a:endParaRPr lang="en-US"/>
          </a:p>
        </p:txBody>
      </p:sp>
      <p:sp>
        <p:nvSpPr>
          <p:cNvPr id="4" name="文本占位符 3"/>
          <p:cNvSpPr>
            <a:spLocks noGrp="1"/>
          </p:cNvSpPr>
          <p:nvPr>
            <p:ph type="body" sz="half" idx="2" hasCustomPrompt="1"/>
          </p:nvPr>
        </p:nvSpPr>
        <p:spPr>
          <a:xfrm>
            <a:off x="609600" y="2828785"/>
            <a:ext cx="2209800" cy="2179320"/>
          </a:xfrm>
        </p:spPr>
        <p:txBody>
          <a:bodyPr lIns="64008" rIns="45720"/>
          <a:lstStyle>
            <a:lvl1pPr marL="0" indent="0" algn="l">
              <a:spcBef>
                <a:spcPts val="250"/>
              </a:spcBef>
              <a:buFontTx/>
              <a:buNone/>
              <a:defRPr sz="1300"/>
            </a:lvl1pPr>
            <a:lvl2pPr>
              <a:defRPr sz="1200"/>
            </a:lvl2pPr>
            <a:lvl3pPr>
              <a:defRPr sz="1000"/>
            </a:lvl3pPr>
            <a:lvl4pPr>
              <a:defRPr sz="900"/>
            </a:lvl4pPr>
            <a:lvl5pPr>
              <a:defRPr sz="900"/>
            </a:lvl5pPr>
          </a:lstStyle>
          <a:p>
            <a:pPr lvl="0"/>
            <a:r>
              <a:rPr lang="zh-CN" altLang="en-US"/>
              <a:t>编辑母版文本样式</a:t>
            </a:r>
            <a:endParaRPr lang="zh-CN" altLang="en-US"/>
          </a:p>
        </p:txBody>
      </p:sp>
      <p:sp>
        <p:nvSpPr>
          <p:cNvPr id="3" name="图片占位符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normAutofit/>
          </a:bodyPr>
          <a:lstStyle>
            <a:lvl1pPr marL="0" indent="0">
              <a:buNone/>
              <a:defRPr sz="3200"/>
            </a:lvl1pPr>
          </a:lstStyle>
          <a:p>
            <a:pPr lvl="0"/>
            <a:r>
              <a:rPr lang="zh-CN" altLang="en-US" noProof="0"/>
              <a:t>单击图标添加图片</a:t>
            </a:r>
            <a:endParaRPr lang="en-US" noProof="0" dirty="0"/>
          </a:p>
        </p:txBody>
      </p:sp>
      <p:sp>
        <p:nvSpPr>
          <p:cNvPr id="9" name="日期占位符 4"/>
          <p:cNvSpPr>
            <a:spLocks noGrp="1"/>
          </p:cNvSpPr>
          <p:nvPr>
            <p:ph type="dt" sz="half" idx="10"/>
          </p:nvPr>
        </p:nvSpPr>
        <p:spPr/>
        <p:txBody>
          <a:bodyPr/>
          <a:lstStyle>
            <a:lvl1pPr>
              <a:defRPr/>
            </a:lvl1pPr>
          </a:lstStyle>
          <a:p>
            <a:pPr>
              <a:defRPr/>
            </a:pPr>
            <a:endParaRPr lang="en-US" altLang="zh-CN"/>
          </a:p>
        </p:txBody>
      </p:sp>
      <p:sp>
        <p:nvSpPr>
          <p:cNvPr id="10" name="页脚占位符 5"/>
          <p:cNvSpPr>
            <a:spLocks noGrp="1"/>
          </p:cNvSpPr>
          <p:nvPr>
            <p:ph type="ftr" sz="quarter" idx="11"/>
          </p:nvPr>
        </p:nvSpPr>
        <p:spPr/>
        <p:txBody>
          <a:bodyPr/>
          <a:lstStyle>
            <a:lvl1pPr>
              <a:defRPr/>
            </a:lvl1pPr>
          </a:lstStyle>
          <a:p>
            <a:pPr>
              <a:defRPr/>
            </a:pPr>
            <a:r>
              <a:rPr lang="en-US" altLang="zh-CN"/>
              <a:t>An Introduction to Database System</a:t>
            </a:r>
            <a:endParaRPr lang="en-US" altLang="zh-CN"/>
          </a:p>
        </p:txBody>
      </p:sp>
      <p:sp>
        <p:nvSpPr>
          <p:cNvPr id="11" name="灯片编号占位符 6"/>
          <p:cNvSpPr>
            <a:spLocks noGrp="1"/>
          </p:cNvSpPr>
          <p:nvPr>
            <p:ph type="sldNum" sz="quarter" idx="12"/>
          </p:nvPr>
        </p:nvSpPr>
        <p:spPr>
          <a:xfrm>
            <a:off x="8077200" y="6356350"/>
            <a:ext cx="609600" cy="365125"/>
          </a:xfrm>
        </p:spPr>
        <p:txBody>
          <a:bodyPr/>
          <a:lstStyle>
            <a:lvl1pPr>
              <a:defRPr smtClean="0"/>
            </a:lvl1pPr>
          </a:lstStyle>
          <a:p>
            <a:pPr>
              <a:defRPr/>
            </a:pPr>
            <a:fld id="{4FBC3A84-5B97-4866-AC8C-13E55C0BC58D}" type="slidenum">
              <a:rPr lang="en-US" altLang="zh-CN"/>
            </a:fld>
            <a:endParaRPr lang="en-US" altLang="zh-CN"/>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en-US"/>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a:p>
        </p:txBody>
      </p:sp>
      <p:sp>
        <p:nvSpPr>
          <p:cNvPr id="4" name="日期占位符 9"/>
          <p:cNvSpPr>
            <a:spLocks noGrp="1"/>
          </p:cNvSpPr>
          <p:nvPr>
            <p:ph type="dt" sz="half" idx="10"/>
          </p:nvPr>
        </p:nvSpPr>
        <p:spPr/>
        <p:txBody>
          <a:bodyPr/>
          <a:lstStyle>
            <a:lvl1pPr>
              <a:defRPr/>
            </a:lvl1pPr>
          </a:lstStyle>
          <a:p>
            <a:pPr>
              <a:defRPr/>
            </a:pPr>
            <a:endParaRPr lang="en-US" altLang="zh-CN"/>
          </a:p>
        </p:txBody>
      </p:sp>
      <p:sp>
        <p:nvSpPr>
          <p:cNvPr id="5" name="页脚占位符 21"/>
          <p:cNvSpPr>
            <a:spLocks noGrp="1"/>
          </p:cNvSpPr>
          <p:nvPr>
            <p:ph type="ftr" sz="quarter" idx="11"/>
          </p:nvPr>
        </p:nvSpPr>
        <p:spPr/>
        <p:txBody>
          <a:bodyPr/>
          <a:lstStyle>
            <a:lvl1pPr>
              <a:defRPr/>
            </a:lvl1pPr>
          </a:lstStyle>
          <a:p>
            <a:pPr>
              <a:defRPr/>
            </a:pPr>
            <a:r>
              <a:rPr lang="en-US" altLang="zh-CN"/>
              <a:t>An Introduction to Database System</a:t>
            </a:r>
            <a:endParaRPr lang="en-US" altLang="zh-CN"/>
          </a:p>
        </p:txBody>
      </p:sp>
      <p:sp>
        <p:nvSpPr>
          <p:cNvPr id="6" name="灯片编号占位符 17"/>
          <p:cNvSpPr>
            <a:spLocks noGrp="1"/>
          </p:cNvSpPr>
          <p:nvPr>
            <p:ph type="sldNum" sz="quarter" idx="12"/>
          </p:nvPr>
        </p:nvSpPr>
        <p:spPr/>
        <p:txBody>
          <a:bodyPr/>
          <a:lstStyle>
            <a:lvl1pPr>
              <a:defRPr/>
            </a:lvl1pPr>
          </a:lstStyle>
          <a:p>
            <a:pPr>
              <a:defRPr/>
            </a:pPr>
            <a:fld id="{A9B627DE-DAB3-4F90-93B2-D0B8A6221DB7}" type="slidenum">
              <a:rPr lang="en-US" altLang="zh-CN"/>
            </a:fld>
            <a:endParaRPr lang="en-US" altLang="zh-CN"/>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914401"/>
            <a:ext cx="2057400" cy="5211763"/>
          </a:xfrm>
        </p:spPr>
        <p:txBody>
          <a:bodyPr vert="eaVert"/>
          <a:lstStyle/>
          <a:p>
            <a:r>
              <a:rPr lang="zh-CN" altLang="en-US"/>
              <a:t>单击此处编辑母版标题样式</a:t>
            </a:r>
            <a:endParaRPr lang="en-US"/>
          </a:p>
        </p:txBody>
      </p:sp>
      <p:sp>
        <p:nvSpPr>
          <p:cNvPr id="3" name="竖排文字占位符 2"/>
          <p:cNvSpPr>
            <a:spLocks noGrp="1"/>
          </p:cNvSpPr>
          <p:nvPr>
            <p:ph type="body" orient="vert" idx="1" hasCustomPrompt="1"/>
          </p:nvPr>
        </p:nvSpPr>
        <p:spPr>
          <a:xfrm>
            <a:off x="457200" y="914401"/>
            <a:ext cx="6019800" cy="5211763"/>
          </a:xfr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a:p>
        </p:txBody>
      </p:sp>
      <p:sp>
        <p:nvSpPr>
          <p:cNvPr id="4" name="日期占位符 9"/>
          <p:cNvSpPr>
            <a:spLocks noGrp="1"/>
          </p:cNvSpPr>
          <p:nvPr>
            <p:ph type="dt" sz="half" idx="10"/>
          </p:nvPr>
        </p:nvSpPr>
        <p:spPr/>
        <p:txBody>
          <a:bodyPr/>
          <a:lstStyle>
            <a:lvl1pPr>
              <a:defRPr/>
            </a:lvl1pPr>
          </a:lstStyle>
          <a:p>
            <a:pPr>
              <a:defRPr/>
            </a:pPr>
            <a:endParaRPr lang="en-US" altLang="zh-CN"/>
          </a:p>
        </p:txBody>
      </p:sp>
      <p:sp>
        <p:nvSpPr>
          <p:cNvPr id="5" name="页脚占位符 21"/>
          <p:cNvSpPr>
            <a:spLocks noGrp="1"/>
          </p:cNvSpPr>
          <p:nvPr>
            <p:ph type="ftr" sz="quarter" idx="11"/>
          </p:nvPr>
        </p:nvSpPr>
        <p:spPr/>
        <p:txBody>
          <a:bodyPr/>
          <a:lstStyle>
            <a:lvl1pPr>
              <a:defRPr/>
            </a:lvl1pPr>
          </a:lstStyle>
          <a:p>
            <a:pPr>
              <a:defRPr/>
            </a:pPr>
            <a:r>
              <a:rPr lang="en-US" altLang="zh-CN"/>
              <a:t>An Introduction to Database System</a:t>
            </a:r>
            <a:endParaRPr lang="en-US" altLang="zh-CN"/>
          </a:p>
        </p:txBody>
      </p:sp>
      <p:sp>
        <p:nvSpPr>
          <p:cNvPr id="6" name="灯片编号占位符 17"/>
          <p:cNvSpPr>
            <a:spLocks noGrp="1"/>
          </p:cNvSpPr>
          <p:nvPr>
            <p:ph type="sldNum" sz="quarter" idx="12"/>
          </p:nvPr>
        </p:nvSpPr>
        <p:spPr/>
        <p:txBody>
          <a:bodyPr/>
          <a:lstStyle>
            <a:lvl1pPr>
              <a:defRPr/>
            </a:lvl1pPr>
          </a:lstStyle>
          <a:p>
            <a:pPr>
              <a:defRPr/>
            </a:pPr>
            <a:fld id="{B4146BC7-A8BC-4322-875C-BAE969A776E7}" type="slidenum">
              <a:rPr lang="en-US" altLang="zh-CN"/>
            </a:fld>
            <a:endParaRPr lang="en-US" altLang="zh-CN"/>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914400" y="685800"/>
            <a:ext cx="7391400" cy="563563"/>
          </a:xfrm>
        </p:spPr>
        <p:txBody>
          <a:bodyPr/>
          <a:lstStyle/>
          <a:p>
            <a:r>
              <a:rPr lang="zh-CN" altLang="en-US"/>
              <a:t>单击此处编辑母版标题样式</a:t>
            </a:r>
            <a:endParaRPr lang="zh-CN" altLang="en-US"/>
          </a:p>
        </p:txBody>
      </p:sp>
      <p:sp>
        <p:nvSpPr>
          <p:cNvPr id="3" name="文本占位符 2"/>
          <p:cNvSpPr>
            <a:spLocks noGrp="1"/>
          </p:cNvSpPr>
          <p:nvPr>
            <p:ph type="body" sz="half" idx="1"/>
          </p:nvPr>
        </p:nvSpPr>
        <p:spPr>
          <a:xfrm>
            <a:off x="457200" y="1828800"/>
            <a:ext cx="4038600" cy="44958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48200" y="1828800"/>
            <a:ext cx="4038600" cy="44958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Rectangle 15"/>
          <p:cNvSpPr>
            <a:spLocks noGrp="1" noChangeArrowheads="1"/>
          </p:cNvSpPr>
          <p:nvPr>
            <p:ph type="dt" sz="half" idx="10"/>
          </p:nvPr>
        </p:nvSpPr>
        <p:spPr/>
        <p:txBody>
          <a:bodyPr/>
          <a:lstStyle>
            <a:lvl1pPr>
              <a:defRPr/>
            </a:lvl1pPr>
          </a:lstStyle>
          <a:p>
            <a:pPr>
              <a:defRPr/>
            </a:pPr>
            <a:endParaRPr lang="en-US" altLang="zh-CN"/>
          </a:p>
        </p:txBody>
      </p:sp>
      <p:sp>
        <p:nvSpPr>
          <p:cNvPr id="6" name="Rectangle 16"/>
          <p:cNvSpPr>
            <a:spLocks noGrp="1" noChangeArrowheads="1"/>
          </p:cNvSpPr>
          <p:nvPr>
            <p:ph type="ftr" sz="quarter" idx="11"/>
          </p:nvPr>
        </p:nvSpPr>
        <p:spPr/>
        <p:txBody>
          <a:bodyPr/>
          <a:lstStyle>
            <a:lvl1pPr>
              <a:defRPr/>
            </a:lvl1pPr>
          </a:lstStyle>
          <a:p>
            <a:pPr>
              <a:defRPr/>
            </a:pPr>
            <a:r>
              <a:rPr lang="en-US" altLang="zh-CN"/>
              <a:t>An Introduction to Database System</a:t>
            </a:r>
            <a:endParaRPr lang="en-US" altLang="zh-CN"/>
          </a:p>
        </p:txBody>
      </p:sp>
    </p:spTree>
  </p:cSld>
  <p:clrMapOvr>
    <a:masterClrMapping/>
  </p:clrMapOvr>
  <p:transition/>
</p:sldLayout>
</file>

<file path=ppt/slideLayouts/slideLayout61.xml><?xml version="1.0" encoding="utf-8"?>
<p:sldLayout xmlns:a="http://schemas.openxmlformats.org/drawingml/2006/main" xmlns:r="http://schemas.openxmlformats.org/officeDocument/2006/relationships" xmlns:p="http://schemas.openxmlformats.org/presentationml/2006/main" type="tbl">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706437"/>
          </a:xfrm>
        </p:spPr>
        <p:txBody>
          <a:bodyPr/>
          <a:lstStyle/>
          <a:p>
            <a:r>
              <a:rPr lang="zh-CN" altLang="en-US"/>
              <a:t>单击此处编辑母版标题样式</a:t>
            </a:r>
            <a:endParaRPr lang="zh-CN" altLang="en-US"/>
          </a:p>
        </p:txBody>
      </p:sp>
      <p:sp>
        <p:nvSpPr>
          <p:cNvPr id="3" name="表格占位符 2"/>
          <p:cNvSpPr>
            <a:spLocks noGrp="1"/>
          </p:cNvSpPr>
          <p:nvPr>
            <p:ph type="tbl" idx="1" hasCustomPrompt="1"/>
          </p:nvPr>
        </p:nvSpPr>
        <p:spPr>
          <a:xfrm>
            <a:off x="250825" y="1160463"/>
            <a:ext cx="8137525" cy="4965700"/>
          </a:xfrm>
        </p:spPr>
        <p:txBody>
          <a:bodyPr/>
          <a:lstStyle/>
          <a:p>
            <a:pPr lvl="0"/>
            <a:r>
              <a:rPr lang="zh-CN" altLang="en-US" noProof="0"/>
              <a:t>单击图标添加表格</a:t>
            </a:r>
            <a:endParaRPr lang="zh-CN" altLang="en-US" noProof="0"/>
          </a:p>
        </p:txBody>
      </p:sp>
      <p:sp>
        <p:nvSpPr>
          <p:cNvPr id="4" name="Rectangle 4"/>
          <p:cNvSpPr>
            <a:spLocks noGrp="1" noChangeArrowheads="1"/>
          </p:cNvSpPr>
          <p:nvPr>
            <p:ph type="dt" sz="half" idx="10"/>
          </p:nvPr>
        </p:nvSpPr>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r>
              <a:rPr lang="en-US" altLang="zh-CN"/>
              <a:t>An Introduction to Database System</a:t>
            </a:r>
            <a:endParaRPr lang="en-US" altLang="zh-CN"/>
          </a:p>
        </p:txBody>
      </p:sp>
      <p:sp>
        <p:nvSpPr>
          <p:cNvPr id="6" name="Rectangle 6"/>
          <p:cNvSpPr>
            <a:spLocks noGrp="1" noChangeArrowheads="1"/>
          </p:cNvSpPr>
          <p:nvPr>
            <p:ph type="sldNum" sz="quarter" idx="12"/>
          </p:nvPr>
        </p:nvSpPr>
        <p:spPr/>
        <p:txBody>
          <a:bodyPr/>
          <a:lstStyle>
            <a:lvl1pPr>
              <a:defRPr/>
            </a:lvl1pPr>
          </a:lstStyle>
          <a:p>
            <a:pPr>
              <a:defRPr/>
            </a:pPr>
            <a:fld id="{D41AC40D-0249-460C-86F7-F1A720DE652C}" type="slidenum">
              <a:rPr lang="en-US" altLang="zh-CN"/>
            </a:fld>
            <a:endParaRPr lang="en-US" altLang="zh-CN"/>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obj" showMasterSp="0">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tIns="0"/>
          <a:lstStyle>
            <a:lvl1pPr>
              <a:defRPr sz="2600" b="1" i="0">
                <a:solidFill>
                  <a:srgbClr val="585858"/>
                </a:solidFill>
                <a:latin typeface="Arial" panose="020B0604020202090204"/>
                <a:cs typeface="Arial" panose="020B0604020202090204"/>
              </a:defRPr>
            </a:lvl1pPr>
          </a:lstStyle>
          <a:p/>
        </p:txBody>
      </p:sp>
      <p:sp>
        <p:nvSpPr>
          <p:cNvPr id="3" name="Holder 3"/>
          <p:cNvSpPr>
            <a:spLocks noGrp="1"/>
          </p:cNvSpPr>
          <p:nvPr>
            <p:ph sz="half" idx="2"/>
          </p:nvPr>
        </p:nvSpPr>
        <p:spPr>
          <a:xfrm>
            <a:off x="457200" y="1577340"/>
            <a:ext cx="3977640" cy="430887"/>
          </a:xfrm>
          <a:prstGeom prst="rect">
            <a:avLst/>
          </a:prstGeom>
        </p:spPr>
        <p:txBody>
          <a:bodyPr lIns="0" tIns="0" rIns="0" bIns="0">
            <a:spAutoFit/>
          </a:bodyPr>
          <a:lstStyle>
            <a:lvl1pPr>
              <a:defRPr/>
            </a:lvl1pPr>
          </a:lstStyle>
          <a:p/>
        </p:txBody>
      </p:sp>
      <p:sp>
        <p:nvSpPr>
          <p:cNvPr id="4" name="Holder 4"/>
          <p:cNvSpPr>
            <a:spLocks noGrp="1"/>
          </p:cNvSpPr>
          <p:nvPr>
            <p:ph sz="half" idx="3"/>
          </p:nvPr>
        </p:nvSpPr>
        <p:spPr>
          <a:xfrm>
            <a:off x="4709159" y="1577340"/>
            <a:ext cx="3977640" cy="430887"/>
          </a:xfrm>
          <a:prstGeom prst="rect">
            <a:avLst/>
          </a:prstGeom>
        </p:spPr>
        <p:txBody>
          <a:bodyPr lIns="0" tIns="0" rIns="0" bIns="0">
            <a:spAutoFit/>
          </a:bodyPr>
          <a:lstStyle>
            <a:lvl1pPr>
              <a:defRPr/>
            </a:lvl1pPr>
          </a:lstStyle>
          <a:p/>
        </p:txBody>
      </p:sp>
      <p:sp>
        <p:nvSpPr>
          <p:cNvPr id="5" name="Holder 5"/>
          <p:cNvSpPr>
            <a:spLocks noGrp="1"/>
          </p:cNvSpPr>
          <p:nvPr>
            <p:ph type="ftr" sz="quarter" idx="10"/>
          </p:nvPr>
        </p:nvSpPr>
        <p:spPr/>
        <p:txBody>
          <a:bodyPr/>
          <a:lstStyle>
            <a:lvl1pPr marL="12700">
              <a:defRPr sz="700" b="1" i="0" spc="-85">
                <a:solidFill>
                  <a:srgbClr val="7E7E7E"/>
                </a:solidFill>
                <a:latin typeface="Times New Roman" panose="02020503050405090304"/>
                <a:cs typeface="Times New Roman" panose="02020503050405090304"/>
              </a:defRPr>
            </a:lvl1pPr>
          </a:lstStyle>
          <a:p>
            <a:pPr>
              <a:defRPr/>
            </a:pPr>
            <a:r>
              <a:rPr lang="en-US"/>
              <a:t>1</a:t>
            </a:r>
            <a:r>
              <a:rPr lang="en-US" spc="-90"/>
              <a:t>5</a:t>
            </a:r>
            <a:r>
              <a:rPr lang="en-US" spc="-20"/>
              <a:t>-</a:t>
            </a:r>
            <a:r>
              <a:rPr lang="en-US" spc="-25"/>
              <a:t>4</a:t>
            </a:r>
            <a:r>
              <a:rPr lang="en-US" spc="-20"/>
              <a:t>4</a:t>
            </a:r>
            <a:r>
              <a:rPr lang="en-US" spc="-55"/>
              <a:t>5</a:t>
            </a:r>
            <a:r>
              <a:rPr lang="en-US" spc="-5"/>
              <a:t>/645</a:t>
            </a:r>
            <a:r>
              <a:rPr lang="en-US" spc="0"/>
              <a:t> </a:t>
            </a:r>
            <a:r>
              <a:rPr lang="en-US" spc="-20"/>
              <a:t>(</a:t>
            </a:r>
            <a:r>
              <a:rPr lang="en-US" spc="-60"/>
              <a:t>F</a:t>
            </a:r>
            <a:r>
              <a:rPr lang="en-US" spc="-15"/>
              <a:t>a</a:t>
            </a:r>
            <a:r>
              <a:rPr lang="en-US" spc="25"/>
              <a:t>l</a:t>
            </a:r>
            <a:r>
              <a:rPr lang="en-US" spc="30"/>
              <a:t>l</a:t>
            </a:r>
            <a:r>
              <a:rPr lang="en-US" spc="-35"/>
              <a:t> </a:t>
            </a:r>
            <a:r>
              <a:rPr lang="en-US" spc="-30"/>
              <a:t>2</a:t>
            </a:r>
            <a:r>
              <a:rPr lang="en-US" spc="-5"/>
              <a:t>0</a:t>
            </a:r>
            <a:r>
              <a:rPr lang="en-US" spc="-20"/>
              <a:t>20)</a:t>
            </a:r>
            <a:endParaRPr lang="en-US" spc="-20" dirty="0"/>
          </a:p>
        </p:txBody>
      </p:sp>
      <p:sp>
        <p:nvSpPr>
          <p:cNvPr id="6" name="Holder 6"/>
          <p:cNvSpPr>
            <a:spLocks noGrp="1"/>
          </p:cNvSpPr>
          <p:nvPr>
            <p:ph type="dt" sz="half" idx="11"/>
          </p:nvPr>
        </p:nvSpPr>
        <p:spPr/>
        <p:txBody>
          <a:bodyPr/>
          <a:lstStyle>
            <a:lvl1pPr algn="l">
              <a:defRPr>
                <a:solidFill>
                  <a:schemeClr val="tx1">
                    <a:tint val="75000"/>
                  </a:schemeClr>
                </a:solidFill>
              </a:defRPr>
            </a:lvl1pPr>
          </a:lstStyle>
          <a:p>
            <a:pPr>
              <a:defRPr/>
            </a:pPr>
            <a:fld id="{2FE56218-0E2A-47C7-8C78-C5DCF106C68E}" type="datetimeFigureOut">
              <a:rPr lang="en-US"/>
            </a:fld>
            <a:endParaRPr lang="en-US"/>
          </a:p>
        </p:txBody>
      </p:sp>
      <p:sp>
        <p:nvSpPr>
          <p:cNvPr id="7" name="Holder 7"/>
          <p:cNvSpPr>
            <a:spLocks noGrp="1"/>
          </p:cNvSpPr>
          <p:nvPr>
            <p:ph type="sldNum" sz="quarter" idx="12"/>
          </p:nvPr>
        </p:nvSpPr>
        <p:spPr/>
        <p:txBody>
          <a:bodyPr/>
          <a:lstStyle>
            <a:lvl1pPr algn="r">
              <a:defRPr>
                <a:solidFill>
                  <a:schemeClr val="tx1">
                    <a:tint val="75000"/>
                  </a:schemeClr>
                </a:solidFill>
              </a:defRPr>
            </a:lvl1pPr>
          </a:lstStyle>
          <a:p>
            <a:pPr>
              <a:defRPr/>
            </a:pPr>
            <a:fld id="{C4B234CE-8B64-4C5C-8618-3FDAF99EB878}" type="slidenum">
              <a:rPr/>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2" Type="http://schemas.openxmlformats.org/officeDocument/2006/relationships/theme" Target="../theme/theme2.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31.xml"/><Relationship Id="rId8" Type="http://schemas.openxmlformats.org/officeDocument/2006/relationships/slideLayout" Target="../slideLayouts/slideLayout30.xml"/><Relationship Id="rId7" Type="http://schemas.openxmlformats.org/officeDocument/2006/relationships/slideLayout" Target="../slideLayouts/slideLayout29.xml"/><Relationship Id="rId6" Type="http://schemas.openxmlformats.org/officeDocument/2006/relationships/slideLayout" Target="../slideLayouts/slideLayout28.xml"/><Relationship Id="rId5" Type="http://schemas.openxmlformats.org/officeDocument/2006/relationships/slideLayout" Target="../slideLayouts/slideLayout27.xml"/><Relationship Id="rId4" Type="http://schemas.openxmlformats.org/officeDocument/2006/relationships/slideLayout" Target="../slideLayouts/slideLayout26.xml"/><Relationship Id="rId3" Type="http://schemas.openxmlformats.org/officeDocument/2006/relationships/slideLayout" Target="../slideLayouts/slideLayout25.xml"/><Relationship Id="rId2" Type="http://schemas.openxmlformats.org/officeDocument/2006/relationships/slideLayout" Target="../slideLayouts/slideLayout24.xml"/><Relationship Id="rId15" Type="http://schemas.openxmlformats.org/officeDocument/2006/relationships/theme" Target="../theme/theme3.xml"/><Relationship Id="rId14" Type="http://schemas.openxmlformats.org/officeDocument/2006/relationships/slideLayout" Target="../slideLayouts/slideLayout36.xml"/><Relationship Id="rId13" Type="http://schemas.openxmlformats.org/officeDocument/2006/relationships/slideLayout" Target="../slideLayouts/slideLayout35.xml"/><Relationship Id="rId12" Type="http://schemas.openxmlformats.org/officeDocument/2006/relationships/slideLayout" Target="../slideLayouts/slideLayout34.xml"/><Relationship Id="rId11" Type="http://schemas.openxmlformats.org/officeDocument/2006/relationships/slideLayout" Target="../slideLayouts/slideLayout33.xml"/><Relationship Id="rId10" Type="http://schemas.openxmlformats.org/officeDocument/2006/relationships/slideLayout" Target="../slideLayouts/slideLayout32.xml"/><Relationship Id="rId1" Type="http://schemas.openxmlformats.org/officeDocument/2006/relationships/slideLayout" Target="../slideLayouts/slideLayout23.xml"/></Relationships>
</file>

<file path=ppt/slideMasters/_rels/slideMaster4.xml.rels><?xml version="1.0" encoding="UTF-8" standalone="yes"?>
<Relationships xmlns="http://schemas.openxmlformats.org/package/2006/relationships"><Relationship Id="rId9" Type="http://schemas.openxmlformats.org/officeDocument/2006/relationships/slideLayout" Target="../slideLayouts/slideLayout45.xml"/><Relationship Id="rId8" Type="http://schemas.openxmlformats.org/officeDocument/2006/relationships/slideLayout" Target="../slideLayouts/slideLayout44.xml"/><Relationship Id="rId7" Type="http://schemas.openxmlformats.org/officeDocument/2006/relationships/slideLayout" Target="../slideLayouts/slideLayout43.xml"/><Relationship Id="rId6" Type="http://schemas.openxmlformats.org/officeDocument/2006/relationships/slideLayout" Target="../slideLayouts/slideLayout42.xml"/><Relationship Id="rId5" Type="http://schemas.openxmlformats.org/officeDocument/2006/relationships/slideLayout" Target="../slideLayouts/slideLayout41.xml"/><Relationship Id="rId4" Type="http://schemas.openxmlformats.org/officeDocument/2006/relationships/slideLayout" Target="../slideLayouts/slideLayout40.xml"/><Relationship Id="rId3" Type="http://schemas.openxmlformats.org/officeDocument/2006/relationships/slideLayout" Target="../slideLayouts/slideLayout39.xml"/><Relationship Id="rId2" Type="http://schemas.openxmlformats.org/officeDocument/2006/relationships/slideLayout" Target="../slideLayouts/slideLayout38.xml"/><Relationship Id="rId14" Type="http://schemas.openxmlformats.org/officeDocument/2006/relationships/theme" Target="../theme/theme4.xml"/><Relationship Id="rId13" Type="http://schemas.openxmlformats.org/officeDocument/2006/relationships/image" Target="../media/image3.jpeg"/><Relationship Id="rId12" Type="http://schemas.openxmlformats.org/officeDocument/2006/relationships/slideLayout" Target="../slideLayouts/slideLayout48.xml"/><Relationship Id="rId11" Type="http://schemas.openxmlformats.org/officeDocument/2006/relationships/slideLayout" Target="../slideLayouts/slideLayout47.xml"/><Relationship Id="rId10" Type="http://schemas.openxmlformats.org/officeDocument/2006/relationships/slideLayout" Target="../slideLayouts/slideLayout46.xml"/><Relationship Id="rId1" Type="http://schemas.openxmlformats.org/officeDocument/2006/relationships/slideLayout" Target="../slideLayouts/slideLayout37.xml"/></Relationships>
</file>

<file path=ppt/slideMasters/_rels/slideMaster5.xml.rels><?xml version="1.0" encoding="UTF-8" standalone="yes"?>
<Relationships xmlns="http://schemas.openxmlformats.org/package/2006/relationships"><Relationship Id="rId9" Type="http://schemas.openxmlformats.org/officeDocument/2006/relationships/slideLayout" Target="../slideLayouts/slideLayout57.xml"/><Relationship Id="rId8" Type="http://schemas.openxmlformats.org/officeDocument/2006/relationships/slideLayout" Target="../slideLayouts/slideLayout56.xml"/><Relationship Id="rId7" Type="http://schemas.openxmlformats.org/officeDocument/2006/relationships/slideLayout" Target="../slideLayouts/slideLayout55.xml"/><Relationship Id="rId6" Type="http://schemas.openxmlformats.org/officeDocument/2006/relationships/slideLayout" Target="../slideLayouts/slideLayout54.xml"/><Relationship Id="rId5" Type="http://schemas.openxmlformats.org/officeDocument/2006/relationships/slideLayout" Target="../slideLayouts/slideLayout53.xml"/><Relationship Id="rId4" Type="http://schemas.openxmlformats.org/officeDocument/2006/relationships/slideLayout" Target="../slideLayouts/slideLayout52.xml"/><Relationship Id="rId3" Type="http://schemas.openxmlformats.org/officeDocument/2006/relationships/slideLayout" Target="../slideLayouts/slideLayout51.xml"/><Relationship Id="rId2" Type="http://schemas.openxmlformats.org/officeDocument/2006/relationships/slideLayout" Target="../slideLayouts/slideLayout50.xml"/><Relationship Id="rId16" Type="http://schemas.openxmlformats.org/officeDocument/2006/relationships/theme" Target="../theme/theme5.xml"/><Relationship Id="rId15" Type="http://schemas.openxmlformats.org/officeDocument/2006/relationships/image" Target="../media/image3.jpeg"/><Relationship Id="rId14" Type="http://schemas.openxmlformats.org/officeDocument/2006/relationships/slideLayout" Target="../slideLayouts/slideLayout62.xml"/><Relationship Id="rId13" Type="http://schemas.openxmlformats.org/officeDocument/2006/relationships/slideLayout" Target="../slideLayouts/slideLayout61.xml"/><Relationship Id="rId12" Type="http://schemas.openxmlformats.org/officeDocument/2006/relationships/slideLayout" Target="../slideLayouts/slideLayout60.xml"/><Relationship Id="rId11" Type="http://schemas.openxmlformats.org/officeDocument/2006/relationships/slideLayout" Target="../slideLayouts/slideLayout59.xml"/><Relationship Id="rId10" Type="http://schemas.openxmlformats.org/officeDocument/2006/relationships/slideLayout" Target="../slideLayouts/slideLayout58.xml"/><Relationship Id="rId1" Type="http://schemas.openxmlformats.org/officeDocument/2006/relationships/slideLayout" Target="../slideLayouts/slideLayout4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任意多边形 6"/>
          <p:cNvSpPr/>
          <p:nvPr/>
        </p:nvSpPr>
        <p:spPr bwMode="auto">
          <a:xfrm>
            <a:off x="-9525" y="-7938"/>
            <a:ext cx="9163050" cy="1041401"/>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a:lstStyle/>
          <a:p>
            <a:pPr>
              <a:defRPr/>
            </a:pPr>
            <a:endParaRPr kumimoji="0" lang="en-US">
              <a:latin typeface="+mn-lt"/>
              <a:ea typeface="+mn-ea"/>
            </a:endParaRPr>
          </a:p>
        </p:txBody>
      </p:sp>
      <p:sp>
        <p:nvSpPr>
          <p:cNvPr id="8" name="任意多边形 7"/>
          <p:cNvSpPr/>
          <p:nvPr/>
        </p:nvSpPr>
        <p:spPr bwMode="auto">
          <a:xfrm>
            <a:off x="4381500" y="-7938"/>
            <a:ext cx="4762500" cy="638176"/>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a:lstStyle/>
          <a:p>
            <a:pPr>
              <a:defRPr/>
            </a:pPr>
            <a:endParaRPr kumimoji="0" lang="en-US">
              <a:latin typeface="+mn-lt"/>
              <a:ea typeface="+mn-ea"/>
            </a:endParaRPr>
          </a:p>
        </p:txBody>
      </p:sp>
      <p:sp>
        <p:nvSpPr>
          <p:cNvPr id="19460" name="标题占位符 8"/>
          <p:cNvSpPr>
            <a:spLocks noGrp="1"/>
          </p:cNvSpPr>
          <p:nvPr>
            <p:ph type="title"/>
          </p:nvPr>
        </p:nvSpPr>
        <p:spPr bwMode="auto">
          <a:xfrm>
            <a:off x="457200" y="704850"/>
            <a:ext cx="8229600" cy="1143000"/>
          </a:xfrm>
          <a:prstGeom prst="rect">
            <a:avLst/>
          </a:prstGeom>
          <a:noFill/>
          <a:ln w="9525">
            <a:noFill/>
            <a:miter lim="800000"/>
          </a:ln>
        </p:spPr>
        <p:txBody>
          <a:bodyPr vert="horz" wrap="square" lIns="0" tIns="45720" rIns="0" bIns="0" numCol="1" anchor="b" anchorCtr="0" compatLnSpc="1"/>
          <a:lstStyle/>
          <a:p>
            <a:pPr lvl="0"/>
            <a:r>
              <a:rPr lang="zh-CN" altLang="en-US"/>
              <a:t>单击此处编辑母版标题样式</a:t>
            </a:r>
            <a:endParaRPr lang="en-US"/>
          </a:p>
        </p:txBody>
      </p:sp>
      <p:sp>
        <p:nvSpPr>
          <p:cNvPr id="19461" name="文本占位符 29"/>
          <p:cNvSpPr>
            <a:spLocks noGrp="1"/>
          </p:cNvSpPr>
          <p:nvPr>
            <p:ph type="body" idx="1"/>
          </p:nvPr>
        </p:nvSpPr>
        <p:spPr bwMode="auto">
          <a:xfrm>
            <a:off x="457200" y="1935163"/>
            <a:ext cx="8229600" cy="4389437"/>
          </a:xfrm>
          <a:prstGeom prst="rect">
            <a:avLst/>
          </a:prstGeom>
          <a:noFill/>
          <a:ln w="9525">
            <a:noFill/>
            <a:miter lim="800000"/>
          </a:ln>
        </p:spPr>
        <p:txBody>
          <a:bodyPr vert="horz" wrap="square" lIns="91440" tIns="45720" rIns="91440" bIns="45720" numCol="1" anchor="t" anchorCtr="0" compatLnSpc="1"/>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a:p>
        </p:txBody>
      </p:sp>
      <p:sp>
        <p:nvSpPr>
          <p:cNvPr id="10" name="日期占位符 9"/>
          <p:cNvSpPr>
            <a:spLocks noGrp="1"/>
          </p:cNvSpPr>
          <p:nvPr>
            <p:ph type="dt" sz="half" idx="2"/>
          </p:nvPr>
        </p:nvSpPr>
        <p:spPr>
          <a:xfrm>
            <a:off x="457200" y="6356350"/>
            <a:ext cx="21336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pPr>
              <a:defRPr/>
            </a:pPr>
            <a:endParaRPr lang="en-US" altLang="zh-CN"/>
          </a:p>
        </p:txBody>
      </p:sp>
      <p:sp>
        <p:nvSpPr>
          <p:cNvPr id="22" name="页脚占位符 21"/>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pPr>
              <a:defRPr/>
            </a:pPr>
            <a:endParaRPr lang="en-US" altLang="zh-CN"/>
          </a:p>
        </p:txBody>
      </p:sp>
      <p:sp>
        <p:nvSpPr>
          <p:cNvPr id="18" name="灯片编号占位符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latinLnBrk="0" hangingPunct="1">
              <a:defRPr kumimoji="0" sz="1200" smtClean="0">
                <a:solidFill>
                  <a:schemeClr val="tx2">
                    <a:shade val="90000"/>
                  </a:schemeClr>
                </a:solidFill>
              </a:defRPr>
            </a:lvl1pPr>
          </a:lstStyle>
          <a:p>
            <a:pPr>
              <a:defRPr/>
            </a:pPr>
            <a:fld id="{EF91D08E-9D99-419F-9D0A-AB2C6F6CDF75}" type="slidenum">
              <a:rPr lang="en-US" altLang="zh-CN"/>
            </a:fld>
            <a:endParaRPr lang="en-US" altLang="zh-CN"/>
          </a:p>
        </p:txBody>
      </p:sp>
      <p:grpSp>
        <p:nvGrpSpPr>
          <p:cNvPr id="19465" name="组合 1"/>
          <p:cNvGrpSpPr/>
          <p:nvPr/>
        </p:nvGrpSpPr>
        <p:grpSpPr bwMode="auto">
          <a:xfrm>
            <a:off x="-19050" y="203200"/>
            <a:ext cx="9180513" cy="647700"/>
            <a:chOff x="-19045" y="216550"/>
            <a:chExt cx="9180548" cy="649224"/>
          </a:xfrm>
        </p:grpSpPr>
        <p:sp>
          <p:nvSpPr>
            <p:cNvPr id="12" name="任意多边形 11"/>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a:lstStyle/>
            <a:p>
              <a:pPr>
                <a:defRPr/>
              </a:pPr>
              <a:endParaRPr kumimoji="0" lang="en-US"/>
            </a:p>
          </p:txBody>
        </p:sp>
        <p:sp>
          <p:nvSpPr>
            <p:cNvPr id="13" name="任意多边形 12"/>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a:lstStyle/>
            <a:p>
              <a:pPr>
                <a:defRPr/>
              </a:pPr>
              <a:endParaRPr kumimoji="0" lang="en-US"/>
            </a:p>
          </p:txBody>
        </p:sp>
      </p:gr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rtl="0" fontAlgn="base">
        <a:spcBef>
          <a:spcPct val="0"/>
        </a:spcBef>
        <a:spcAft>
          <a:spcPct val="0"/>
        </a:spcAft>
        <a:defRPr sz="5000" kern="1200">
          <a:solidFill>
            <a:schemeClr val="tx2"/>
          </a:solidFill>
          <a:latin typeface="+mj-lt"/>
          <a:ea typeface="+mj-ea"/>
          <a:cs typeface="+mj-cs"/>
        </a:defRPr>
      </a:lvl1pPr>
      <a:lvl2pPr algn="l" rtl="0" fontAlgn="base">
        <a:spcBef>
          <a:spcPct val="0"/>
        </a:spcBef>
        <a:spcAft>
          <a:spcPct val="0"/>
        </a:spcAft>
        <a:defRPr sz="5000">
          <a:solidFill>
            <a:schemeClr val="tx2"/>
          </a:solidFill>
          <a:latin typeface="Calibri" pitchFamily="34" charset="0"/>
          <a:ea typeface="隶书" pitchFamily="49" charset="-122"/>
        </a:defRPr>
      </a:lvl2pPr>
      <a:lvl3pPr algn="l" rtl="0" fontAlgn="base">
        <a:spcBef>
          <a:spcPct val="0"/>
        </a:spcBef>
        <a:spcAft>
          <a:spcPct val="0"/>
        </a:spcAft>
        <a:defRPr sz="5000">
          <a:solidFill>
            <a:schemeClr val="tx2"/>
          </a:solidFill>
          <a:latin typeface="Calibri" pitchFamily="34" charset="0"/>
          <a:ea typeface="隶书" pitchFamily="49" charset="-122"/>
        </a:defRPr>
      </a:lvl3pPr>
      <a:lvl4pPr algn="l" rtl="0" fontAlgn="base">
        <a:spcBef>
          <a:spcPct val="0"/>
        </a:spcBef>
        <a:spcAft>
          <a:spcPct val="0"/>
        </a:spcAft>
        <a:defRPr sz="5000">
          <a:solidFill>
            <a:schemeClr val="tx2"/>
          </a:solidFill>
          <a:latin typeface="Calibri" pitchFamily="34" charset="0"/>
          <a:ea typeface="隶书" pitchFamily="49" charset="-122"/>
        </a:defRPr>
      </a:lvl4pPr>
      <a:lvl5pPr algn="l" rtl="0" fontAlgn="base">
        <a:spcBef>
          <a:spcPct val="0"/>
        </a:spcBef>
        <a:spcAft>
          <a:spcPct val="0"/>
        </a:spcAft>
        <a:defRPr sz="5000">
          <a:solidFill>
            <a:schemeClr val="tx2"/>
          </a:solidFill>
          <a:latin typeface="Calibri" pitchFamily="34" charset="0"/>
          <a:ea typeface="隶书" pitchFamily="49" charset="-122"/>
        </a:defRPr>
      </a:lvl5pPr>
      <a:lvl6pPr marL="457200" algn="l" rtl="0" fontAlgn="base">
        <a:spcBef>
          <a:spcPct val="0"/>
        </a:spcBef>
        <a:spcAft>
          <a:spcPct val="0"/>
        </a:spcAft>
        <a:defRPr sz="5000">
          <a:solidFill>
            <a:schemeClr val="tx2"/>
          </a:solidFill>
          <a:latin typeface="Calibri" pitchFamily="34" charset="0"/>
          <a:ea typeface="隶书" pitchFamily="49" charset="-122"/>
        </a:defRPr>
      </a:lvl6pPr>
      <a:lvl7pPr marL="914400" algn="l" rtl="0" fontAlgn="base">
        <a:spcBef>
          <a:spcPct val="0"/>
        </a:spcBef>
        <a:spcAft>
          <a:spcPct val="0"/>
        </a:spcAft>
        <a:defRPr sz="5000">
          <a:solidFill>
            <a:schemeClr val="tx2"/>
          </a:solidFill>
          <a:latin typeface="Calibri" pitchFamily="34" charset="0"/>
          <a:ea typeface="隶书" pitchFamily="49" charset="-122"/>
        </a:defRPr>
      </a:lvl7pPr>
      <a:lvl8pPr marL="1371600" algn="l" rtl="0" fontAlgn="base">
        <a:spcBef>
          <a:spcPct val="0"/>
        </a:spcBef>
        <a:spcAft>
          <a:spcPct val="0"/>
        </a:spcAft>
        <a:defRPr sz="5000">
          <a:solidFill>
            <a:schemeClr val="tx2"/>
          </a:solidFill>
          <a:latin typeface="Calibri" pitchFamily="34" charset="0"/>
          <a:ea typeface="隶书" pitchFamily="49" charset="-122"/>
        </a:defRPr>
      </a:lvl8pPr>
      <a:lvl9pPr marL="1828800" algn="l" rtl="0" fontAlgn="base">
        <a:spcBef>
          <a:spcPct val="0"/>
        </a:spcBef>
        <a:spcAft>
          <a:spcPct val="0"/>
        </a:spcAft>
        <a:defRPr sz="5000">
          <a:solidFill>
            <a:schemeClr val="tx2"/>
          </a:solidFill>
          <a:latin typeface="Calibri" pitchFamily="34" charset="0"/>
          <a:ea typeface="隶书" pitchFamily="49" charset="-122"/>
        </a:defRPr>
      </a:lvl9pPr>
    </p:titleStyle>
    <p:bodyStyle>
      <a:lvl1pPr marL="273050" indent="-273050" algn="l" rtl="0" fontAlgn="base">
        <a:spcBef>
          <a:spcPct val="20000"/>
        </a:spcBef>
        <a:spcAft>
          <a:spcPct val="0"/>
        </a:spcAft>
        <a:buClr>
          <a:srgbClr val="0BD0D9"/>
        </a:buClr>
        <a:buSzPct val="95000"/>
        <a:buFont typeface="Wingdings 2" panose="05020102010507070707" pitchFamily="18" charset="2"/>
        <a:buChar char=""/>
        <a:defRPr sz="2600" kern="1200">
          <a:solidFill>
            <a:schemeClr val="tx1"/>
          </a:solidFill>
          <a:latin typeface="Verdana" panose="020B0804030504040204" pitchFamily="34" charset="0"/>
          <a:ea typeface="+mn-ea"/>
          <a:cs typeface="+mn-cs"/>
        </a:defRPr>
      </a:lvl1pPr>
      <a:lvl2pPr marL="640080" indent="-246380" algn="l" rtl="0" fontAlgn="base">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Verdana" panose="020B0804030504040204" pitchFamily="34" charset="0"/>
          <a:ea typeface="+mn-ea"/>
          <a:cs typeface="+mn-cs"/>
        </a:defRPr>
      </a:lvl2pPr>
      <a:lvl3pPr marL="914400" indent="-246380" algn="l" rtl="0" fontAlgn="base">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Verdana" panose="020B0804030504040204" pitchFamily="34" charset="0"/>
          <a:ea typeface="+mn-ea"/>
          <a:cs typeface="+mn-cs"/>
        </a:defRPr>
      </a:lvl3pPr>
      <a:lvl4pPr marL="1187450" indent="-209550" algn="l" rtl="0" fontAlgn="base">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Verdana" panose="020B0804030504040204" pitchFamily="34" charset="0"/>
          <a:ea typeface="+mn-ea"/>
          <a:cs typeface="+mn-cs"/>
        </a:defRPr>
      </a:lvl4pPr>
      <a:lvl5pPr marL="1462405" indent="-209550" algn="l" rtl="0" fontAlgn="base">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Verdana" panose="020B0804030504040204" pitchFamily="34" charset="0"/>
          <a:ea typeface="+mn-ea"/>
          <a:cs typeface="+mn-cs"/>
        </a:defRPr>
      </a:lvl5pPr>
      <a:lvl6pPr marL="1737360" indent="-210185" algn="l" rtl="0" eaLnBrk="1" latinLnBrk="0" hangingPunct="1">
        <a:spcBef>
          <a:spcPct val="20000"/>
        </a:spcBef>
        <a:buClr>
          <a:schemeClr val="accent5"/>
        </a:buClr>
        <a:buSzPct val="80000"/>
        <a:buFont typeface="Wingdings 2" panose="05020102010507070707"/>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panose="05020102010507070707"/>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任意多边形 6"/>
          <p:cNvSpPr/>
          <p:nvPr/>
        </p:nvSpPr>
        <p:spPr bwMode="auto">
          <a:xfrm>
            <a:off x="-9525" y="-7938"/>
            <a:ext cx="9163050" cy="1041401"/>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a:lstStyle/>
          <a:p>
            <a:pPr>
              <a:defRPr/>
            </a:pPr>
            <a:endParaRPr kumimoji="0" lang="en-US">
              <a:latin typeface="+mn-lt"/>
              <a:ea typeface="+mn-ea"/>
            </a:endParaRPr>
          </a:p>
        </p:txBody>
      </p:sp>
      <p:sp>
        <p:nvSpPr>
          <p:cNvPr id="8" name="任意多边形 7"/>
          <p:cNvSpPr/>
          <p:nvPr/>
        </p:nvSpPr>
        <p:spPr bwMode="auto">
          <a:xfrm>
            <a:off x="4381500" y="-7938"/>
            <a:ext cx="4762500" cy="638176"/>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a:lstStyle/>
          <a:p>
            <a:pPr>
              <a:defRPr/>
            </a:pPr>
            <a:endParaRPr kumimoji="0" lang="en-US">
              <a:latin typeface="+mn-lt"/>
              <a:ea typeface="+mn-ea"/>
            </a:endParaRPr>
          </a:p>
        </p:txBody>
      </p:sp>
      <p:sp>
        <p:nvSpPr>
          <p:cNvPr id="1028" name="标题占位符 8"/>
          <p:cNvSpPr>
            <a:spLocks noGrp="1"/>
          </p:cNvSpPr>
          <p:nvPr>
            <p:ph type="title"/>
          </p:nvPr>
        </p:nvSpPr>
        <p:spPr bwMode="auto">
          <a:xfrm>
            <a:off x="457200" y="704850"/>
            <a:ext cx="8229600" cy="1143000"/>
          </a:xfrm>
          <a:prstGeom prst="rect">
            <a:avLst/>
          </a:prstGeom>
          <a:noFill/>
          <a:ln w="9525">
            <a:noFill/>
            <a:miter lim="800000"/>
          </a:ln>
        </p:spPr>
        <p:txBody>
          <a:bodyPr vert="horz" wrap="square" lIns="0" tIns="45720" rIns="0" bIns="0" numCol="1" anchor="b" anchorCtr="0" compatLnSpc="1"/>
          <a:lstStyle/>
          <a:p>
            <a:pPr lvl="0"/>
            <a:r>
              <a:rPr lang="zh-CN" altLang="en-US"/>
              <a:t>单击此处编辑母版标题样式</a:t>
            </a:r>
            <a:endParaRPr lang="en-US"/>
          </a:p>
        </p:txBody>
      </p:sp>
      <p:sp>
        <p:nvSpPr>
          <p:cNvPr id="1029" name="文本占位符 29"/>
          <p:cNvSpPr>
            <a:spLocks noGrp="1"/>
          </p:cNvSpPr>
          <p:nvPr>
            <p:ph type="body" idx="1"/>
          </p:nvPr>
        </p:nvSpPr>
        <p:spPr bwMode="auto">
          <a:xfrm>
            <a:off x="457200" y="1935163"/>
            <a:ext cx="8229600" cy="4389437"/>
          </a:xfrm>
          <a:prstGeom prst="rect">
            <a:avLst/>
          </a:prstGeom>
          <a:noFill/>
          <a:ln w="9525">
            <a:noFill/>
            <a:miter lim="800000"/>
          </a:ln>
        </p:spPr>
        <p:txBody>
          <a:bodyPr vert="horz" wrap="square" lIns="91440" tIns="45720" rIns="91440" bIns="45720" numCol="1" anchor="t" anchorCtr="0" compatLnSpc="1"/>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a:p>
        </p:txBody>
      </p:sp>
      <p:sp>
        <p:nvSpPr>
          <p:cNvPr id="10" name="日期占位符 9"/>
          <p:cNvSpPr>
            <a:spLocks noGrp="1"/>
          </p:cNvSpPr>
          <p:nvPr>
            <p:ph type="dt" sz="half" idx="2"/>
          </p:nvPr>
        </p:nvSpPr>
        <p:spPr>
          <a:xfrm>
            <a:off x="457200" y="6356350"/>
            <a:ext cx="21336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pPr>
              <a:defRPr/>
            </a:pPr>
            <a:endParaRPr lang="en-US" altLang="zh-CN"/>
          </a:p>
        </p:txBody>
      </p:sp>
      <p:sp>
        <p:nvSpPr>
          <p:cNvPr id="22" name="页脚占位符 21"/>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pPr>
              <a:defRPr/>
            </a:pPr>
            <a:endParaRPr lang="en-US" altLang="zh-CN"/>
          </a:p>
        </p:txBody>
      </p:sp>
      <p:sp>
        <p:nvSpPr>
          <p:cNvPr id="18" name="灯片编号占位符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latinLnBrk="0" hangingPunct="1">
              <a:defRPr kumimoji="0" sz="1200" smtClean="0">
                <a:solidFill>
                  <a:schemeClr val="tx2">
                    <a:shade val="90000"/>
                  </a:schemeClr>
                </a:solidFill>
              </a:defRPr>
            </a:lvl1pPr>
          </a:lstStyle>
          <a:p>
            <a:pPr>
              <a:defRPr/>
            </a:pPr>
            <a:fld id="{65E05A0B-EF3C-4102-8D6C-161D894112A0}" type="slidenum">
              <a:rPr lang="en-US" altLang="zh-CN"/>
            </a:fld>
            <a:endParaRPr lang="en-US" altLang="zh-CN"/>
          </a:p>
        </p:txBody>
      </p:sp>
      <p:grpSp>
        <p:nvGrpSpPr>
          <p:cNvPr id="1033" name="组合 1"/>
          <p:cNvGrpSpPr/>
          <p:nvPr/>
        </p:nvGrpSpPr>
        <p:grpSpPr bwMode="auto">
          <a:xfrm>
            <a:off x="-19050" y="203200"/>
            <a:ext cx="9180513" cy="647700"/>
            <a:chOff x="-19045" y="216550"/>
            <a:chExt cx="9180548" cy="649224"/>
          </a:xfrm>
        </p:grpSpPr>
        <p:sp>
          <p:nvSpPr>
            <p:cNvPr id="12" name="任意多边形 11"/>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a:lstStyle/>
            <a:p>
              <a:pPr>
                <a:defRPr/>
              </a:pPr>
              <a:endParaRPr kumimoji="0" lang="en-US"/>
            </a:p>
          </p:txBody>
        </p:sp>
        <p:sp>
          <p:nvSpPr>
            <p:cNvPr id="13" name="任意多边形 12"/>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a:lstStyle/>
            <a:p>
              <a:pPr>
                <a:defRPr/>
              </a:pPr>
              <a:endParaRPr kumimoji="0" lang="en-US"/>
            </a:p>
          </p:txBody>
        </p:sp>
      </p:gr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rtl="0" fontAlgn="base">
        <a:spcBef>
          <a:spcPct val="0"/>
        </a:spcBef>
        <a:spcAft>
          <a:spcPct val="0"/>
        </a:spcAft>
        <a:defRPr sz="5000" kern="1200">
          <a:solidFill>
            <a:schemeClr val="tx2"/>
          </a:solidFill>
          <a:latin typeface="+mj-lt"/>
          <a:ea typeface="+mj-ea"/>
          <a:cs typeface="+mj-cs"/>
        </a:defRPr>
      </a:lvl1pPr>
      <a:lvl2pPr algn="l" rtl="0" fontAlgn="base">
        <a:spcBef>
          <a:spcPct val="0"/>
        </a:spcBef>
        <a:spcAft>
          <a:spcPct val="0"/>
        </a:spcAft>
        <a:defRPr sz="5000">
          <a:solidFill>
            <a:schemeClr val="tx2"/>
          </a:solidFill>
          <a:latin typeface="Calibri" pitchFamily="34" charset="0"/>
          <a:ea typeface="隶书" pitchFamily="49" charset="-122"/>
        </a:defRPr>
      </a:lvl2pPr>
      <a:lvl3pPr algn="l" rtl="0" fontAlgn="base">
        <a:spcBef>
          <a:spcPct val="0"/>
        </a:spcBef>
        <a:spcAft>
          <a:spcPct val="0"/>
        </a:spcAft>
        <a:defRPr sz="5000">
          <a:solidFill>
            <a:schemeClr val="tx2"/>
          </a:solidFill>
          <a:latin typeface="Calibri" pitchFamily="34" charset="0"/>
          <a:ea typeface="隶书" pitchFamily="49" charset="-122"/>
        </a:defRPr>
      </a:lvl3pPr>
      <a:lvl4pPr algn="l" rtl="0" fontAlgn="base">
        <a:spcBef>
          <a:spcPct val="0"/>
        </a:spcBef>
        <a:spcAft>
          <a:spcPct val="0"/>
        </a:spcAft>
        <a:defRPr sz="5000">
          <a:solidFill>
            <a:schemeClr val="tx2"/>
          </a:solidFill>
          <a:latin typeface="Calibri" pitchFamily="34" charset="0"/>
          <a:ea typeface="隶书" pitchFamily="49" charset="-122"/>
        </a:defRPr>
      </a:lvl4pPr>
      <a:lvl5pPr algn="l" rtl="0" fontAlgn="base">
        <a:spcBef>
          <a:spcPct val="0"/>
        </a:spcBef>
        <a:spcAft>
          <a:spcPct val="0"/>
        </a:spcAft>
        <a:defRPr sz="5000">
          <a:solidFill>
            <a:schemeClr val="tx2"/>
          </a:solidFill>
          <a:latin typeface="Calibri" pitchFamily="34" charset="0"/>
          <a:ea typeface="隶书" pitchFamily="49" charset="-122"/>
        </a:defRPr>
      </a:lvl5pPr>
      <a:lvl6pPr marL="457200" algn="l" rtl="0" fontAlgn="base">
        <a:spcBef>
          <a:spcPct val="0"/>
        </a:spcBef>
        <a:spcAft>
          <a:spcPct val="0"/>
        </a:spcAft>
        <a:defRPr sz="5000">
          <a:solidFill>
            <a:schemeClr val="tx2"/>
          </a:solidFill>
          <a:latin typeface="Calibri" pitchFamily="34" charset="0"/>
          <a:ea typeface="隶书" pitchFamily="49" charset="-122"/>
        </a:defRPr>
      </a:lvl6pPr>
      <a:lvl7pPr marL="914400" algn="l" rtl="0" fontAlgn="base">
        <a:spcBef>
          <a:spcPct val="0"/>
        </a:spcBef>
        <a:spcAft>
          <a:spcPct val="0"/>
        </a:spcAft>
        <a:defRPr sz="5000">
          <a:solidFill>
            <a:schemeClr val="tx2"/>
          </a:solidFill>
          <a:latin typeface="Calibri" pitchFamily="34" charset="0"/>
          <a:ea typeface="隶书" pitchFamily="49" charset="-122"/>
        </a:defRPr>
      </a:lvl7pPr>
      <a:lvl8pPr marL="1371600" algn="l" rtl="0" fontAlgn="base">
        <a:spcBef>
          <a:spcPct val="0"/>
        </a:spcBef>
        <a:spcAft>
          <a:spcPct val="0"/>
        </a:spcAft>
        <a:defRPr sz="5000">
          <a:solidFill>
            <a:schemeClr val="tx2"/>
          </a:solidFill>
          <a:latin typeface="Calibri" pitchFamily="34" charset="0"/>
          <a:ea typeface="隶书" pitchFamily="49" charset="-122"/>
        </a:defRPr>
      </a:lvl8pPr>
      <a:lvl9pPr marL="1828800" algn="l" rtl="0" fontAlgn="base">
        <a:spcBef>
          <a:spcPct val="0"/>
        </a:spcBef>
        <a:spcAft>
          <a:spcPct val="0"/>
        </a:spcAft>
        <a:defRPr sz="5000">
          <a:solidFill>
            <a:schemeClr val="tx2"/>
          </a:solidFill>
          <a:latin typeface="Calibri" pitchFamily="34" charset="0"/>
          <a:ea typeface="隶书" pitchFamily="49" charset="-122"/>
        </a:defRPr>
      </a:lvl9pPr>
    </p:titleStyle>
    <p:bodyStyle>
      <a:lvl1pPr marL="273050" indent="-273050" algn="l" rtl="0" fontAlgn="base">
        <a:spcBef>
          <a:spcPct val="20000"/>
        </a:spcBef>
        <a:spcAft>
          <a:spcPct val="0"/>
        </a:spcAft>
        <a:buClr>
          <a:srgbClr val="0BD0D9"/>
        </a:buClr>
        <a:buSzPct val="95000"/>
        <a:buFont typeface="Wingdings 2" panose="05020102010507070707" pitchFamily="18" charset="2"/>
        <a:buChar char=""/>
        <a:defRPr sz="2600" kern="1200">
          <a:solidFill>
            <a:schemeClr val="tx1"/>
          </a:solidFill>
          <a:latin typeface="Verdana" panose="020B0804030504040204" pitchFamily="34" charset="0"/>
          <a:ea typeface="+mn-ea"/>
          <a:cs typeface="+mn-cs"/>
        </a:defRPr>
      </a:lvl1pPr>
      <a:lvl2pPr marL="640080" indent="-246380" algn="l" rtl="0" fontAlgn="base">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Verdana" panose="020B0804030504040204" pitchFamily="34" charset="0"/>
          <a:ea typeface="+mn-ea"/>
          <a:cs typeface="+mn-cs"/>
        </a:defRPr>
      </a:lvl2pPr>
      <a:lvl3pPr marL="914400" indent="-246380" algn="l" rtl="0" fontAlgn="base">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Verdana" panose="020B0804030504040204" pitchFamily="34" charset="0"/>
          <a:ea typeface="+mn-ea"/>
          <a:cs typeface="+mn-cs"/>
        </a:defRPr>
      </a:lvl3pPr>
      <a:lvl4pPr marL="1187450" indent="-209550" algn="l" rtl="0" fontAlgn="base">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Verdana" panose="020B0804030504040204" pitchFamily="34" charset="0"/>
          <a:ea typeface="+mn-ea"/>
          <a:cs typeface="+mn-cs"/>
        </a:defRPr>
      </a:lvl4pPr>
      <a:lvl5pPr marL="1462405" indent="-209550" algn="l" rtl="0" fontAlgn="base">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Verdana" panose="020B0804030504040204" pitchFamily="34" charset="0"/>
          <a:ea typeface="+mn-ea"/>
          <a:cs typeface="+mn-cs"/>
        </a:defRPr>
      </a:lvl5pPr>
      <a:lvl6pPr marL="1737360" indent="-210185" algn="l" rtl="0" eaLnBrk="1" latinLnBrk="0" hangingPunct="1">
        <a:spcBef>
          <a:spcPct val="20000"/>
        </a:spcBef>
        <a:buClr>
          <a:schemeClr val="accent5"/>
        </a:buClr>
        <a:buSzPct val="80000"/>
        <a:buFont typeface="Wingdings 2" panose="05020102010507070707"/>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panose="05020102010507070707"/>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3">
        <a:schemeClr val="bg1"/>
      </p:bgRef>
    </p:bg>
    <p:spTree>
      <p:nvGrpSpPr>
        <p:cNvPr id="1" name=""/>
        <p:cNvGrpSpPr/>
        <p:nvPr/>
      </p:nvGrpSpPr>
      <p:grpSpPr>
        <a:xfrm>
          <a:off x="0" y="0"/>
          <a:ext cx="0" cy="0"/>
          <a:chOff x="0" y="0"/>
          <a:chExt cx="0" cy="0"/>
        </a:xfrm>
      </p:grpSpPr>
      <p:sp>
        <p:nvSpPr>
          <p:cNvPr id="7" name="任意多边形 6"/>
          <p:cNvSpPr/>
          <p:nvPr/>
        </p:nvSpPr>
        <p:spPr bwMode="auto">
          <a:xfrm>
            <a:off x="-9525" y="-7938"/>
            <a:ext cx="9163050" cy="1041401"/>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a:lstStyle/>
          <a:p>
            <a:pPr>
              <a:defRPr/>
            </a:pPr>
            <a:endParaRPr kumimoji="0" lang="en-US">
              <a:latin typeface="+mn-lt"/>
              <a:ea typeface="+mn-ea"/>
            </a:endParaRPr>
          </a:p>
        </p:txBody>
      </p:sp>
      <p:sp>
        <p:nvSpPr>
          <p:cNvPr id="8" name="任意多边形 7"/>
          <p:cNvSpPr/>
          <p:nvPr/>
        </p:nvSpPr>
        <p:spPr bwMode="auto">
          <a:xfrm>
            <a:off x="4381500" y="-7938"/>
            <a:ext cx="4762500" cy="638176"/>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a:lstStyle/>
          <a:p>
            <a:pPr>
              <a:defRPr/>
            </a:pPr>
            <a:endParaRPr kumimoji="0" lang="en-US">
              <a:latin typeface="+mn-lt"/>
              <a:ea typeface="+mn-ea"/>
            </a:endParaRPr>
          </a:p>
        </p:txBody>
      </p:sp>
      <p:sp>
        <p:nvSpPr>
          <p:cNvPr id="25604" name="标题占位符 8"/>
          <p:cNvSpPr>
            <a:spLocks noGrp="1"/>
          </p:cNvSpPr>
          <p:nvPr>
            <p:ph type="title"/>
          </p:nvPr>
        </p:nvSpPr>
        <p:spPr bwMode="auto">
          <a:xfrm>
            <a:off x="457200" y="704850"/>
            <a:ext cx="8229600" cy="1143000"/>
          </a:xfrm>
          <a:prstGeom prst="rect">
            <a:avLst/>
          </a:prstGeom>
          <a:noFill/>
          <a:ln w="9525">
            <a:noFill/>
            <a:miter lim="800000"/>
          </a:ln>
        </p:spPr>
        <p:txBody>
          <a:bodyPr vert="horz" wrap="square" lIns="0" tIns="45720" rIns="0" bIns="0" numCol="1" anchor="b" anchorCtr="0" compatLnSpc="1"/>
          <a:lstStyle/>
          <a:p>
            <a:pPr lvl="0"/>
            <a:r>
              <a:rPr lang="zh-CN" altLang="en-US"/>
              <a:t>单击此处编辑母版标题样式</a:t>
            </a:r>
            <a:endParaRPr lang="en-US"/>
          </a:p>
        </p:txBody>
      </p:sp>
      <p:sp>
        <p:nvSpPr>
          <p:cNvPr id="25605" name="文本占位符 29"/>
          <p:cNvSpPr>
            <a:spLocks noGrp="1"/>
          </p:cNvSpPr>
          <p:nvPr>
            <p:ph type="body" idx="1"/>
          </p:nvPr>
        </p:nvSpPr>
        <p:spPr bwMode="auto">
          <a:xfrm>
            <a:off x="457200" y="1935163"/>
            <a:ext cx="8229600" cy="4389437"/>
          </a:xfrm>
          <a:prstGeom prst="rect">
            <a:avLst/>
          </a:prstGeom>
          <a:noFill/>
          <a:ln w="9525">
            <a:noFill/>
            <a:miter lim="800000"/>
          </a:ln>
        </p:spPr>
        <p:txBody>
          <a:bodyPr vert="horz" wrap="square" lIns="91440" tIns="45720" rIns="91440" bIns="45720" numCol="1" anchor="t" anchorCtr="0" compatLnSpc="1"/>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a:p>
        </p:txBody>
      </p:sp>
      <p:sp>
        <p:nvSpPr>
          <p:cNvPr id="10" name="日期占位符 9"/>
          <p:cNvSpPr>
            <a:spLocks noGrp="1"/>
          </p:cNvSpPr>
          <p:nvPr>
            <p:ph type="dt" sz="half" idx="2"/>
          </p:nvPr>
        </p:nvSpPr>
        <p:spPr>
          <a:xfrm>
            <a:off x="457200" y="6356350"/>
            <a:ext cx="21336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pPr>
              <a:defRPr/>
            </a:pPr>
            <a:endParaRPr lang="en-US" altLang="zh-CN"/>
          </a:p>
        </p:txBody>
      </p:sp>
      <p:sp>
        <p:nvSpPr>
          <p:cNvPr id="22" name="页脚占位符 21"/>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pPr>
              <a:defRPr/>
            </a:pPr>
            <a:r>
              <a:rPr lang="en-US" altLang="zh-CN"/>
              <a:t>An Introduction to Database System</a:t>
            </a:r>
            <a:endParaRPr lang="en-US" altLang="zh-CN"/>
          </a:p>
        </p:txBody>
      </p:sp>
      <p:sp>
        <p:nvSpPr>
          <p:cNvPr id="18" name="灯片编号占位符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latinLnBrk="0" hangingPunct="1">
              <a:defRPr kumimoji="0" sz="1200">
                <a:solidFill>
                  <a:schemeClr val="tx2">
                    <a:shade val="90000"/>
                  </a:schemeClr>
                </a:solidFill>
              </a:defRPr>
            </a:lvl1pPr>
          </a:lstStyle>
          <a:p>
            <a:pPr>
              <a:defRPr/>
            </a:pPr>
            <a:fld id="{976CCA19-74DA-4C27-9EA6-6A26D7D71592}" type="slidenum">
              <a:rPr lang="en-US" altLang="zh-CN" smtClean="0"/>
            </a:fld>
            <a:endParaRPr lang="en-US" altLang="zh-CN"/>
          </a:p>
        </p:txBody>
      </p:sp>
      <p:grpSp>
        <p:nvGrpSpPr>
          <p:cNvPr id="25609" name="组合 1"/>
          <p:cNvGrpSpPr/>
          <p:nvPr/>
        </p:nvGrpSpPr>
        <p:grpSpPr bwMode="auto">
          <a:xfrm>
            <a:off x="-19050" y="203200"/>
            <a:ext cx="9180513" cy="647700"/>
            <a:chOff x="-19045" y="216550"/>
            <a:chExt cx="9180548" cy="649224"/>
          </a:xfrm>
        </p:grpSpPr>
        <p:sp>
          <p:nvSpPr>
            <p:cNvPr id="12" name="任意多边形 11"/>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a:lstStyle/>
            <a:p>
              <a:pPr>
                <a:defRPr/>
              </a:pPr>
              <a:endParaRPr kumimoji="0" lang="en-US"/>
            </a:p>
          </p:txBody>
        </p:sp>
        <p:sp>
          <p:nvSpPr>
            <p:cNvPr id="13" name="任意多边形 12"/>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a:lstStyle/>
            <a:p>
              <a:pPr>
                <a:defRPr/>
              </a:pPr>
              <a:endParaRPr kumimoji="0" lang="en-US"/>
            </a:p>
          </p:txBody>
        </p:sp>
      </p:gr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86" r:id="rId14"/>
  </p:sldLayoutIdLst>
  <p:txStyles>
    <p:titleStyle>
      <a:lvl1pPr algn="l" rtl="0" eaLnBrk="1" fontAlgn="base" hangingPunct="1">
        <a:spcBef>
          <a:spcPct val="0"/>
        </a:spcBef>
        <a:spcAft>
          <a:spcPct val="0"/>
        </a:spcAft>
        <a:defRPr sz="5000" kern="1200">
          <a:solidFill>
            <a:schemeClr val="tx2"/>
          </a:solidFill>
          <a:latin typeface="+mj-lt"/>
          <a:ea typeface="+mj-ea"/>
          <a:cs typeface="+mj-cs"/>
        </a:defRPr>
      </a:lvl1pPr>
      <a:lvl2pPr algn="l" rtl="0" eaLnBrk="1" fontAlgn="base" hangingPunct="1">
        <a:spcBef>
          <a:spcPct val="0"/>
        </a:spcBef>
        <a:spcAft>
          <a:spcPct val="0"/>
        </a:spcAft>
        <a:defRPr sz="5000">
          <a:solidFill>
            <a:schemeClr val="tx2"/>
          </a:solidFill>
          <a:latin typeface="Calibri" pitchFamily="34" charset="0"/>
          <a:ea typeface="隶书" pitchFamily="49" charset="-122"/>
        </a:defRPr>
      </a:lvl2pPr>
      <a:lvl3pPr algn="l" rtl="0" eaLnBrk="1" fontAlgn="base" hangingPunct="1">
        <a:spcBef>
          <a:spcPct val="0"/>
        </a:spcBef>
        <a:spcAft>
          <a:spcPct val="0"/>
        </a:spcAft>
        <a:defRPr sz="5000">
          <a:solidFill>
            <a:schemeClr val="tx2"/>
          </a:solidFill>
          <a:latin typeface="Calibri" pitchFamily="34" charset="0"/>
          <a:ea typeface="隶书" pitchFamily="49" charset="-122"/>
        </a:defRPr>
      </a:lvl3pPr>
      <a:lvl4pPr algn="l" rtl="0" eaLnBrk="1" fontAlgn="base" hangingPunct="1">
        <a:spcBef>
          <a:spcPct val="0"/>
        </a:spcBef>
        <a:spcAft>
          <a:spcPct val="0"/>
        </a:spcAft>
        <a:defRPr sz="5000">
          <a:solidFill>
            <a:schemeClr val="tx2"/>
          </a:solidFill>
          <a:latin typeface="Calibri" pitchFamily="34" charset="0"/>
          <a:ea typeface="隶书" pitchFamily="49" charset="-122"/>
        </a:defRPr>
      </a:lvl4pPr>
      <a:lvl5pPr algn="l" rtl="0" eaLnBrk="1" fontAlgn="base" hangingPunct="1">
        <a:spcBef>
          <a:spcPct val="0"/>
        </a:spcBef>
        <a:spcAft>
          <a:spcPct val="0"/>
        </a:spcAft>
        <a:defRPr sz="5000">
          <a:solidFill>
            <a:schemeClr val="tx2"/>
          </a:solidFill>
          <a:latin typeface="Calibri" pitchFamily="34" charset="0"/>
          <a:ea typeface="隶书" pitchFamily="49" charset="-122"/>
        </a:defRPr>
      </a:lvl5pPr>
      <a:lvl6pPr marL="457200" algn="l" rtl="0" eaLnBrk="1" fontAlgn="base" hangingPunct="1">
        <a:spcBef>
          <a:spcPct val="0"/>
        </a:spcBef>
        <a:spcAft>
          <a:spcPct val="0"/>
        </a:spcAft>
        <a:defRPr sz="5000">
          <a:solidFill>
            <a:schemeClr val="tx2"/>
          </a:solidFill>
          <a:latin typeface="Calibri" pitchFamily="34" charset="0"/>
          <a:ea typeface="隶书" pitchFamily="49" charset="-122"/>
        </a:defRPr>
      </a:lvl6pPr>
      <a:lvl7pPr marL="914400" algn="l" rtl="0" eaLnBrk="1" fontAlgn="base" hangingPunct="1">
        <a:spcBef>
          <a:spcPct val="0"/>
        </a:spcBef>
        <a:spcAft>
          <a:spcPct val="0"/>
        </a:spcAft>
        <a:defRPr sz="5000">
          <a:solidFill>
            <a:schemeClr val="tx2"/>
          </a:solidFill>
          <a:latin typeface="Calibri" pitchFamily="34" charset="0"/>
          <a:ea typeface="隶书" pitchFamily="49" charset="-122"/>
        </a:defRPr>
      </a:lvl7pPr>
      <a:lvl8pPr marL="1371600" algn="l" rtl="0" eaLnBrk="1" fontAlgn="base" hangingPunct="1">
        <a:spcBef>
          <a:spcPct val="0"/>
        </a:spcBef>
        <a:spcAft>
          <a:spcPct val="0"/>
        </a:spcAft>
        <a:defRPr sz="5000">
          <a:solidFill>
            <a:schemeClr val="tx2"/>
          </a:solidFill>
          <a:latin typeface="Calibri" pitchFamily="34" charset="0"/>
          <a:ea typeface="隶书" pitchFamily="49" charset="-122"/>
        </a:defRPr>
      </a:lvl8pPr>
      <a:lvl9pPr marL="1828800" algn="l" rtl="0" eaLnBrk="1" fontAlgn="base" hangingPunct="1">
        <a:spcBef>
          <a:spcPct val="0"/>
        </a:spcBef>
        <a:spcAft>
          <a:spcPct val="0"/>
        </a:spcAft>
        <a:defRPr sz="5000">
          <a:solidFill>
            <a:schemeClr val="tx2"/>
          </a:solidFill>
          <a:latin typeface="Calibri" pitchFamily="34" charset="0"/>
          <a:ea typeface="隶书" pitchFamily="49" charset="-122"/>
        </a:defRPr>
      </a:lvl9pPr>
    </p:titleStyle>
    <p:bodyStyle>
      <a:lvl1pPr marL="273050" indent="-273050" algn="l" rtl="0" eaLnBrk="1" fontAlgn="base" hangingPunct="1">
        <a:spcBef>
          <a:spcPct val="20000"/>
        </a:spcBef>
        <a:spcAft>
          <a:spcPct val="0"/>
        </a:spcAft>
        <a:buClr>
          <a:srgbClr val="0BD0D9"/>
        </a:buClr>
        <a:buSzPct val="95000"/>
        <a:buFont typeface="Wingdings 2" panose="05020102010507070707" pitchFamily="18" charset="2"/>
        <a:buChar char=""/>
        <a:defRPr sz="2600" kern="1200">
          <a:solidFill>
            <a:schemeClr val="tx1"/>
          </a:solidFill>
          <a:latin typeface="+mn-lt"/>
          <a:ea typeface="+mn-ea"/>
          <a:cs typeface="+mn-cs"/>
        </a:defRPr>
      </a:lvl1pPr>
      <a:lvl2pPr marL="640080" indent="-246380" algn="l" rtl="0" eaLnBrk="1" fontAlgn="base" hangingPunct="1">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1" fontAlgn="base" hangingPunct="1">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1" fontAlgn="base" hangingPunct="1">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1" fontAlgn="base" hangingPunct="1">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vl6pPr marL="1737360" indent="-210185" algn="l" rtl="0" eaLnBrk="1" latinLnBrk="0" hangingPunct="1">
        <a:spcBef>
          <a:spcPct val="20000"/>
        </a:spcBef>
        <a:buClr>
          <a:schemeClr val="accent5"/>
        </a:buClr>
        <a:buSzPct val="80000"/>
        <a:buFont typeface="Wingdings 2" panose="05020102010507070707"/>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panose="05020102010507070707"/>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blipFill dpi="0" rotWithShape="0">
          <a:blip r:embed="rId13"/>
          <a:srcRect/>
          <a:stretch>
            <a:fillRect/>
          </a:stretch>
        </a:blipFill>
        <a:effectLst/>
      </p:bgPr>
    </p:bg>
    <p:spTree>
      <p:nvGrpSpPr>
        <p:cNvPr id="1" name=""/>
        <p:cNvGrpSpPr/>
        <p:nvPr/>
      </p:nvGrpSpPr>
      <p:grpSpPr>
        <a:xfrm>
          <a:off x="0" y="0"/>
          <a:ext cx="0" cy="0"/>
          <a:chOff x="0" y="0"/>
          <a:chExt cx="0" cy="0"/>
        </a:xfrm>
      </p:grpSpPr>
      <p:sp>
        <p:nvSpPr>
          <p:cNvPr id="7" name="任意多边形 6"/>
          <p:cNvSpPr/>
          <p:nvPr/>
        </p:nvSpPr>
        <p:spPr bwMode="auto">
          <a:xfrm>
            <a:off x="-9525" y="-7938"/>
            <a:ext cx="9163050" cy="1041401"/>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a:lstStyle/>
          <a:p>
            <a:pPr eaLnBrk="1" hangingPunct="1">
              <a:defRPr/>
            </a:pPr>
            <a:endParaRPr kumimoji="0" lang="en-US">
              <a:latin typeface="+mn-lt"/>
              <a:ea typeface="+mn-ea"/>
            </a:endParaRPr>
          </a:p>
        </p:txBody>
      </p:sp>
      <p:sp>
        <p:nvSpPr>
          <p:cNvPr id="8" name="任意多边形 7"/>
          <p:cNvSpPr/>
          <p:nvPr/>
        </p:nvSpPr>
        <p:spPr bwMode="auto">
          <a:xfrm>
            <a:off x="4381500" y="-7938"/>
            <a:ext cx="4762500" cy="638176"/>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a:lstStyle/>
          <a:p>
            <a:pPr eaLnBrk="1" hangingPunct="1">
              <a:defRPr/>
            </a:pPr>
            <a:endParaRPr kumimoji="0" lang="en-US">
              <a:latin typeface="+mn-lt"/>
              <a:ea typeface="+mn-ea"/>
            </a:endParaRPr>
          </a:p>
        </p:txBody>
      </p:sp>
      <p:sp>
        <p:nvSpPr>
          <p:cNvPr id="1028" name="标题占位符 8"/>
          <p:cNvSpPr>
            <a:spLocks noGrp="1" noChangeArrowheads="1"/>
          </p:cNvSpPr>
          <p:nvPr>
            <p:ph type="title"/>
          </p:nvPr>
        </p:nvSpPr>
        <p:spPr bwMode="auto">
          <a:xfrm>
            <a:off x="457200" y="704850"/>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0" numCol="1" anchor="b" anchorCtr="0" compatLnSpc="1"/>
          <a:lstStyle/>
          <a:p>
            <a:pPr lvl="0"/>
            <a:r>
              <a:rPr lang="zh-CN" altLang="en-US"/>
              <a:t>单击此处编辑母版标题样式</a:t>
            </a:r>
            <a:endParaRPr lang="en-US" altLang="zh-CN"/>
          </a:p>
        </p:txBody>
      </p:sp>
      <p:sp>
        <p:nvSpPr>
          <p:cNvPr id="1029" name="文本占位符 29"/>
          <p:cNvSpPr>
            <a:spLocks noGrp="1" noChangeArrowheads="1"/>
          </p:cNvSpPr>
          <p:nvPr>
            <p:ph type="body" idx="1"/>
          </p:nvPr>
        </p:nvSpPr>
        <p:spPr bwMode="auto">
          <a:xfrm>
            <a:off x="457200" y="1935163"/>
            <a:ext cx="8229600" cy="438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altLang="zh-CN"/>
          </a:p>
        </p:txBody>
      </p:sp>
      <p:sp>
        <p:nvSpPr>
          <p:cNvPr id="10" name="日期占位符 9"/>
          <p:cNvSpPr>
            <a:spLocks noGrp="1"/>
          </p:cNvSpPr>
          <p:nvPr>
            <p:ph type="dt" sz="half" idx="2"/>
          </p:nvPr>
        </p:nvSpPr>
        <p:spPr>
          <a:xfrm>
            <a:off x="457200" y="6356350"/>
            <a:ext cx="21336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pPr>
              <a:defRPr/>
            </a:pPr>
            <a:endParaRPr lang="en-US" altLang="zh-CN"/>
          </a:p>
        </p:txBody>
      </p:sp>
      <p:sp>
        <p:nvSpPr>
          <p:cNvPr id="22" name="页脚占位符 21"/>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pPr>
              <a:defRPr/>
            </a:pPr>
            <a:r>
              <a:rPr lang="en-US" altLang="zh-CN"/>
              <a:t>An Introduction to Database System</a:t>
            </a:r>
            <a:endParaRPr lang="en-US" altLang="zh-CN"/>
          </a:p>
        </p:txBody>
      </p:sp>
      <p:sp>
        <p:nvSpPr>
          <p:cNvPr id="18" name="灯片编号占位符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latinLnBrk="0" hangingPunct="1">
              <a:defRPr kumimoji="0" sz="1200" smtClean="0">
                <a:solidFill>
                  <a:schemeClr val="tx2">
                    <a:shade val="90000"/>
                  </a:schemeClr>
                </a:solidFill>
              </a:defRPr>
            </a:lvl1pPr>
          </a:lstStyle>
          <a:p>
            <a:pPr>
              <a:defRPr/>
            </a:pPr>
            <a:fld id="{BC90CE62-4CB2-49AD-BE58-9DEE5E44CEDA}" type="slidenum">
              <a:rPr lang="en-US" altLang="zh-CN"/>
            </a:fld>
            <a:endParaRPr lang="en-US" altLang="zh-CN"/>
          </a:p>
        </p:txBody>
      </p:sp>
      <p:grpSp>
        <p:nvGrpSpPr>
          <p:cNvPr id="1033" name="组合 1"/>
          <p:cNvGrpSpPr/>
          <p:nvPr/>
        </p:nvGrpSpPr>
        <p:grpSpPr bwMode="auto">
          <a:xfrm>
            <a:off x="-19050" y="203200"/>
            <a:ext cx="9180513" cy="647700"/>
            <a:chOff x="-19045" y="216550"/>
            <a:chExt cx="9180548" cy="649224"/>
          </a:xfrm>
        </p:grpSpPr>
        <p:sp>
          <p:nvSpPr>
            <p:cNvPr id="12" name="任意多边形 11"/>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a:lstStyle/>
            <a:p>
              <a:pPr eaLnBrk="1" hangingPunct="1">
                <a:defRPr/>
              </a:pPr>
              <a:endParaRPr kumimoji="0" lang="en-US"/>
            </a:p>
          </p:txBody>
        </p:sp>
        <p:sp>
          <p:nvSpPr>
            <p:cNvPr id="13" name="任意多边形 12"/>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a:lstStyle/>
            <a:p>
              <a:pPr eaLnBrk="1" hangingPunct="1">
                <a:defRPr/>
              </a:pPr>
              <a:endParaRPr kumimoji="0" lang="en-US"/>
            </a:p>
          </p:txBody>
        </p:sp>
      </p:grpSp>
    </p:spTree>
  </p:cSld>
  <p:clrMap bg1="lt1" tx1="dk1" bg2="lt2" tx2="dk2" accent1="accent1" accent2="accent2" accent3="accent3" accent4="accent4" accent5="accent5" accent6="accent6" hlink="hlink" folHlink="folHlink"/>
  <p:sldLayoutIdLst>
    <p:sldLayoutId id="2147483688" r:id="rId1"/>
    <p:sldLayoutId id="2147483689" r:id="rId2"/>
    <p:sldLayoutId id="2147483690" r:id="rId3"/>
    <p:sldLayoutId id="2147483691" r:id="rId4"/>
    <p:sldLayoutId id="2147483692" r:id="rId5"/>
    <p:sldLayoutId id="2147483693" r:id="rId6"/>
    <p:sldLayoutId id="2147483694" r:id="rId7"/>
    <p:sldLayoutId id="2147483695" r:id="rId8"/>
    <p:sldLayoutId id="2147483696" r:id="rId9"/>
    <p:sldLayoutId id="2147483697" r:id="rId10"/>
    <p:sldLayoutId id="2147483698" r:id="rId11"/>
    <p:sldLayoutId id="2147483699" r:id="rId12"/>
  </p:sldLayoutIdLst>
  <p:txStyles>
    <p:titleStyle>
      <a:lvl1pPr algn="l" rtl="0" fontAlgn="base">
        <a:spcBef>
          <a:spcPct val="0"/>
        </a:spcBef>
        <a:spcAft>
          <a:spcPct val="0"/>
        </a:spcAft>
        <a:defRPr sz="5000" kern="1200">
          <a:solidFill>
            <a:schemeClr val="tx2"/>
          </a:solidFill>
          <a:latin typeface="+mj-lt"/>
          <a:ea typeface="+mj-ea"/>
          <a:cs typeface="+mj-cs"/>
        </a:defRPr>
      </a:lvl1pPr>
      <a:lvl2pPr algn="l" rtl="0" fontAlgn="base">
        <a:spcBef>
          <a:spcPct val="0"/>
        </a:spcBef>
        <a:spcAft>
          <a:spcPct val="0"/>
        </a:spcAft>
        <a:defRPr sz="5000">
          <a:solidFill>
            <a:schemeClr val="tx2"/>
          </a:solidFill>
          <a:latin typeface="Calibri" pitchFamily="34" charset="0"/>
          <a:ea typeface="隶书" pitchFamily="49" charset="-122"/>
        </a:defRPr>
      </a:lvl2pPr>
      <a:lvl3pPr algn="l" rtl="0" fontAlgn="base">
        <a:spcBef>
          <a:spcPct val="0"/>
        </a:spcBef>
        <a:spcAft>
          <a:spcPct val="0"/>
        </a:spcAft>
        <a:defRPr sz="5000">
          <a:solidFill>
            <a:schemeClr val="tx2"/>
          </a:solidFill>
          <a:latin typeface="Calibri" pitchFamily="34" charset="0"/>
          <a:ea typeface="隶书" pitchFamily="49" charset="-122"/>
        </a:defRPr>
      </a:lvl3pPr>
      <a:lvl4pPr algn="l" rtl="0" fontAlgn="base">
        <a:spcBef>
          <a:spcPct val="0"/>
        </a:spcBef>
        <a:spcAft>
          <a:spcPct val="0"/>
        </a:spcAft>
        <a:defRPr sz="5000">
          <a:solidFill>
            <a:schemeClr val="tx2"/>
          </a:solidFill>
          <a:latin typeface="Calibri" pitchFamily="34" charset="0"/>
          <a:ea typeface="隶书" pitchFamily="49" charset="-122"/>
        </a:defRPr>
      </a:lvl4pPr>
      <a:lvl5pPr algn="l" rtl="0" fontAlgn="base">
        <a:spcBef>
          <a:spcPct val="0"/>
        </a:spcBef>
        <a:spcAft>
          <a:spcPct val="0"/>
        </a:spcAft>
        <a:defRPr sz="5000">
          <a:solidFill>
            <a:schemeClr val="tx2"/>
          </a:solidFill>
          <a:latin typeface="Calibri" pitchFamily="34" charset="0"/>
          <a:ea typeface="隶书" pitchFamily="49" charset="-122"/>
        </a:defRPr>
      </a:lvl5pPr>
      <a:lvl6pPr marL="457200" algn="l" rtl="0" eaLnBrk="1" fontAlgn="base" hangingPunct="1">
        <a:spcBef>
          <a:spcPct val="0"/>
        </a:spcBef>
        <a:spcAft>
          <a:spcPct val="0"/>
        </a:spcAft>
        <a:defRPr sz="5000">
          <a:solidFill>
            <a:schemeClr val="tx2"/>
          </a:solidFill>
          <a:latin typeface="Calibri" pitchFamily="34" charset="0"/>
          <a:ea typeface="隶书" pitchFamily="49" charset="-122"/>
        </a:defRPr>
      </a:lvl6pPr>
      <a:lvl7pPr marL="914400" algn="l" rtl="0" eaLnBrk="1" fontAlgn="base" hangingPunct="1">
        <a:spcBef>
          <a:spcPct val="0"/>
        </a:spcBef>
        <a:spcAft>
          <a:spcPct val="0"/>
        </a:spcAft>
        <a:defRPr sz="5000">
          <a:solidFill>
            <a:schemeClr val="tx2"/>
          </a:solidFill>
          <a:latin typeface="Calibri" pitchFamily="34" charset="0"/>
          <a:ea typeface="隶书" pitchFamily="49" charset="-122"/>
        </a:defRPr>
      </a:lvl7pPr>
      <a:lvl8pPr marL="1371600" algn="l" rtl="0" eaLnBrk="1" fontAlgn="base" hangingPunct="1">
        <a:spcBef>
          <a:spcPct val="0"/>
        </a:spcBef>
        <a:spcAft>
          <a:spcPct val="0"/>
        </a:spcAft>
        <a:defRPr sz="5000">
          <a:solidFill>
            <a:schemeClr val="tx2"/>
          </a:solidFill>
          <a:latin typeface="Calibri" pitchFamily="34" charset="0"/>
          <a:ea typeface="隶书" pitchFamily="49" charset="-122"/>
        </a:defRPr>
      </a:lvl8pPr>
      <a:lvl9pPr marL="1828800" algn="l" rtl="0" eaLnBrk="1" fontAlgn="base" hangingPunct="1">
        <a:spcBef>
          <a:spcPct val="0"/>
        </a:spcBef>
        <a:spcAft>
          <a:spcPct val="0"/>
        </a:spcAft>
        <a:defRPr sz="5000">
          <a:solidFill>
            <a:schemeClr val="tx2"/>
          </a:solidFill>
          <a:latin typeface="Calibri" pitchFamily="34" charset="0"/>
          <a:ea typeface="隶书" pitchFamily="49" charset="-122"/>
        </a:defRPr>
      </a:lvl9pPr>
    </p:titleStyle>
    <p:bodyStyle>
      <a:lvl1pPr marL="273050" indent="-273050" algn="l" rtl="0" fontAlgn="base">
        <a:spcBef>
          <a:spcPct val="20000"/>
        </a:spcBef>
        <a:spcAft>
          <a:spcPct val="0"/>
        </a:spcAft>
        <a:buClr>
          <a:srgbClr val="0BD0D9"/>
        </a:buClr>
        <a:buSzPct val="95000"/>
        <a:buFont typeface="Wingdings 2" panose="05020102010507070707" pitchFamily="18" charset="2"/>
        <a:buChar char=""/>
        <a:defRPr sz="2600" kern="1200">
          <a:solidFill>
            <a:schemeClr val="tx1"/>
          </a:solidFill>
          <a:latin typeface="+mn-lt"/>
          <a:ea typeface="+mn-ea"/>
          <a:cs typeface="+mn-cs"/>
        </a:defRPr>
      </a:lvl1pPr>
      <a:lvl2pPr marL="640080" indent="-246380" algn="l" rtl="0" fontAlgn="base">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fontAlgn="base">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fontAlgn="base">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fontAlgn="base">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vl6pPr marL="1737360" indent="-210185" algn="l" rtl="0" eaLnBrk="1" latinLnBrk="0" hangingPunct="1">
        <a:spcBef>
          <a:spcPct val="20000"/>
        </a:spcBef>
        <a:buClr>
          <a:schemeClr val="accent5"/>
        </a:buClr>
        <a:buSzPct val="80000"/>
        <a:buFont typeface="Wingdings 2" panose="05020102010507070707"/>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panose="05020102010507070707"/>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blipFill dpi="0" rotWithShape="0">
          <a:blip r:embed="rId15"/>
          <a:srcRect/>
          <a:stretch>
            <a:fillRect/>
          </a:stretch>
        </a:blipFill>
        <a:effectLst/>
      </p:bgPr>
    </p:bg>
    <p:spTree>
      <p:nvGrpSpPr>
        <p:cNvPr id="1" name=""/>
        <p:cNvGrpSpPr/>
        <p:nvPr/>
      </p:nvGrpSpPr>
      <p:grpSpPr>
        <a:xfrm>
          <a:off x="0" y="0"/>
          <a:ext cx="0" cy="0"/>
          <a:chOff x="0" y="0"/>
          <a:chExt cx="0" cy="0"/>
        </a:xfrm>
      </p:grpSpPr>
      <p:sp>
        <p:nvSpPr>
          <p:cNvPr id="7" name="任意多边形 6"/>
          <p:cNvSpPr/>
          <p:nvPr/>
        </p:nvSpPr>
        <p:spPr bwMode="auto">
          <a:xfrm>
            <a:off x="-9525" y="-7938"/>
            <a:ext cx="9163050" cy="1041401"/>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a:lstStyle/>
          <a:p>
            <a:pPr eaLnBrk="1" hangingPunct="1">
              <a:defRPr/>
            </a:pPr>
            <a:endParaRPr kumimoji="0" lang="en-US">
              <a:latin typeface="+mn-lt"/>
              <a:ea typeface="+mn-ea"/>
            </a:endParaRPr>
          </a:p>
        </p:txBody>
      </p:sp>
      <p:sp>
        <p:nvSpPr>
          <p:cNvPr id="8" name="任意多边形 7"/>
          <p:cNvSpPr/>
          <p:nvPr/>
        </p:nvSpPr>
        <p:spPr bwMode="auto">
          <a:xfrm>
            <a:off x="4381500" y="-7938"/>
            <a:ext cx="4762500" cy="638176"/>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a:lstStyle/>
          <a:p>
            <a:pPr eaLnBrk="1" hangingPunct="1">
              <a:defRPr/>
            </a:pPr>
            <a:endParaRPr kumimoji="0" lang="en-US">
              <a:latin typeface="+mn-lt"/>
              <a:ea typeface="+mn-ea"/>
            </a:endParaRPr>
          </a:p>
        </p:txBody>
      </p:sp>
      <p:sp>
        <p:nvSpPr>
          <p:cNvPr id="1028" name="标题占位符 8"/>
          <p:cNvSpPr>
            <a:spLocks noGrp="1" noChangeArrowheads="1"/>
          </p:cNvSpPr>
          <p:nvPr>
            <p:ph type="title"/>
          </p:nvPr>
        </p:nvSpPr>
        <p:spPr bwMode="auto">
          <a:xfrm>
            <a:off x="457200" y="704850"/>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0" numCol="1" anchor="b" anchorCtr="0" compatLnSpc="1"/>
          <a:lstStyle/>
          <a:p>
            <a:pPr lvl="0"/>
            <a:r>
              <a:rPr lang="zh-CN" altLang="en-US"/>
              <a:t>单击此处编辑母版标题样式</a:t>
            </a:r>
            <a:endParaRPr lang="en-US" altLang="zh-CN"/>
          </a:p>
        </p:txBody>
      </p:sp>
      <p:sp>
        <p:nvSpPr>
          <p:cNvPr id="1029" name="文本占位符 29"/>
          <p:cNvSpPr>
            <a:spLocks noGrp="1" noChangeArrowheads="1"/>
          </p:cNvSpPr>
          <p:nvPr>
            <p:ph type="body" idx="1"/>
          </p:nvPr>
        </p:nvSpPr>
        <p:spPr bwMode="auto">
          <a:xfrm>
            <a:off x="457200" y="1935163"/>
            <a:ext cx="8229600" cy="438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altLang="zh-CN"/>
          </a:p>
        </p:txBody>
      </p:sp>
      <p:sp>
        <p:nvSpPr>
          <p:cNvPr id="10" name="日期占位符 9"/>
          <p:cNvSpPr>
            <a:spLocks noGrp="1"/>
          </p:cNvSpPr>
          <p:nvPr>
            <p:ph type="dt" sz="half" idx="2"/>
          </p:nvPr>
        </p:nvSpPr>
        <p:spPr>
          <a:xfrm>
            <a:off x="457200" y="6356350"/>
            <a:ext cx="21336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pPr>
              <a:defRPr/>
            </a:pPr>
            <a:endParaRPr lang="en-US" altLang="zh-CN"/>
          </a:p>
        </p:txBody>
      </p:sp>
      <p:sp>
        <p:nvSpPr>
          <p:cNvPr id="22" name="页脚占位符 21"/>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pPr>
              <a:defRPr/>
            </a:pPr>
            <a:r>
              <a:rPr lang="en-US" altLang="zh-CN"/>
              <a:t>An Introduction to Database System</a:t>
            </a:r>
            <a:endParaRPr lang="en-US" altLang="zh-CN"/>
          </a:p>
        </p:txBody>
      </p:sp>
      <p:sp>
        <p:nvSpPr>
          <p:cNvPr id="18" name="灯片编号占位符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latinLnBrk="0" hangingPunct="1">
              <a:defRPr kumimoji="0" sz="1200" smtClean="0">
                <a:solidFill>
                  <a:schemeClr val="tx2">
                    <a:shade val="90000"/>
                  </a:schemeClr>
                </a:solidFill>
              </a:defRPr>
            </a:lvl1pPr>
          </a:lstStyle>
          <a:p>
            <a:pPr>
              <a:defRPr/>
            </a:pPr>
            <a:fld id="{0B5E6791-5A36-4A13-A859-D46A1F9EE796}" type="slidenum">
              <a:rPr lang="en-US" altLang="zh-CN"/>
            </a:fld>
            <a:endParaRPr lang="en-US" altLang="zh-CN"/>
          </a:p>
        </p:txBody>
      </p:sp>
      <p:grpSp>
        <p:nvGrpSpPr>
          <p:cNvPr id="1033" name="组合 1"/>
          <p:cNvGrpSpPr/>
          <p:nvPr/>
        </p:nvGrpSpPr>
        <p:grpSpPr bwMode="auto">
          <a:xfrm>
            <a:off x="-19050" y="203200"/>
            <a:ext cx="9180513" cy="647700"/>
            <a:chOff x="-19045" y="216550"/>
            <a:chExt cx="9180548" cy="649224"/>
          </a:xfrm>
        </p:grpSpPr>
        <p:sp>
          <p:nvSpPr>
            <p:cNvPr id="12" name="任意多边形 11"/>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a:lstStyle/>
            <a:p>
              <a:pPr eaLnBrk="1" hangingPunct="1">
                <a:defRPr/>
              </a:pPr>
              <a:endParaRPr kumimoji="0" lang="en-US"/>
            </a:p>
          </p:txBody>
        </p:sp>
        <p:sp>
          <p:nvSpPr>
            <p:cNvPr id="13" name="任意多边形 12"/>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a:lstStyle/>
            <a:p>
              <a:pPr eaLnBrk="1" hangingPunct="1">
                <a:defRPr/>
              </a:pPr>
              <a:endParaRPr kumimoji="0" lang="en-US"/>
            </a:p>
          </p:txBody>
        </p:sp>
      </p:grpSp>
    </p:spTree>
  </p:cSld>
  <p:clrMap bg1="lt1" tx1="dk1" bg2="lt2" tx2="dk2" accent1="accent1" accent2="accent2" accent3="accent3" accent4="accent4" accent5="accent5" accent6="accent6" hlink="hlink" folHlink="folHlink"/>
  <p:sldLayoutIdLst>
    <p:sldLayoutId id="2147483701" r:id="rId1"/>
    <p:sldLayoutId id="2147483702" r:id="rId2"/>
    <p:sldLayoutId id="2147483703" r:id="rId3"/>
    <p:sldLayoutId id="2147483704" r:id="rId4"/>
    <p:sldLayoutId id="2147483705" r:id="rId5"/>
    <p:sldLayoutId id="2147483706" r:id="rId6"/>
    <p:sldLayoutId id="2147483707" r:id="rId7"/>
    <p:sldLayoutId id="2147483708" r:id="rId8"/>
    <p:sldLayoutId id="2147483709" r:id="rId9"/>
    <p:sldLayoutId id="2147483710" r:id="rId10"/>
    <p:sldLayoutId id="2147483711" r:id="rId11"/>
    <p:sldLayoutId id="2147483712" r:id="rId12"/>
    <p:sldLayoutId id="2147483713" r:id="rId13"/>
    <p:sldLayoutId id="2147483714" r:id="rId14"/>
  </p:sldLayoutIdLst>
  <p:txStyles>
    <p:titleStyle>
      <a:lvl1pPr algn="l" rtl="0" fontAlgn="base">
        <a:spcBef>
          <a:spcPct val="0"/>
        </a:spcBef>
        <a:spcAft>
          <a:spcPct val="0"/>
        </a:spcAft>
        <a:defRPr sz="5000" kern="1200">
          <a:solidFill>
            <a:schemeClr val="tx2"/>
          </a:solidFill>
          <a:latin typeface="+mj-lt"/>
          <a:ea typeface="+mj-ea"/>
          <a:cs typeface="+mj-cs"/>
        </a:defRPr>
      </a:lvl1pPr>
      <a:lvl2pPr algn="l" rtl="0" fontAlgn="base">
        <a:spcBef>
          <a:spcPct val="0"/>
        </a:spcBef>
        <a:spcAft>
          <a:spcPct val="0"/>
        </a:spcAft>
        <a:defRPr sz="5000">
          <a:solidFill>
            <a:schemeClr val="tx2"/>
          </a:solidFill>
          <a:latin typeface="Calibri" pitchFamily="34" charset="0"/>
          <a:ea typeface="隶书" pitchFamily="49" charset="-122"/>
        </a:defRPr>
      </a:lvl2pPr>
      <a:lvl3pPr algn="l" rtl="0" fontAlgn="base">
        <a:spcBef>
          <a:spcPct val="0"/>
        </a:spcBef>
        <a:spcAft>
          <a:spcPct val="0"/>
        </a:spcAft>
        <a:defRPr sz="5000">
          <a:solidFill>
            <a:schemeClr val="tx2"/>
          </a:solidFill>
          <a:latin typeface="Calibri" pitchFamily="34" charset="0"/>
          <a:ea typeface="隶书" pitchFamily="49" charset="-122"/>
        </a:defRPr>
      </a:lvl3pPr>
      <a:lvl4pPr algn="l" rtl="0" fontAlgn="base">
        <a:spcBef>
          <a:spcPct val="0"/>
        </a:spcBef>
        <a:spcAft>
          <a:spcPct val="0"/>
        </a:spcAft>
        <a:defRPr sz="5000">
          <a:solidFill>
            <a:schemeClr val="tx2"/>
          </a:solidFill>
          <a:latin typeface="Calibri" pitchFamily="34" charset="0"/>
          <a:ea typeface="隶书" pitchFamily="49" charset="-122"/>
        </a:defRPr>
      </a:lvl4pPr>
      <a:lvl5pPr algn="l" rtl="0" fontAlgn="base">
        <a:spcBef>
          <a:spcPct val="0"/>
        </a:spcBef>
        <a:spcAft>
          <a:spcPct val="0"/>
        </a:spcAft>
        <a:defRPr sz="5000">
          <a:solidFill>
            <a:schemeClr val="tx2"/>
          </a:solidFill>
          <a:latin typeface="Calibri" pitchFamily="34" charset="0"/>
          <a:ea typeface="隶书" pitchFamily="49" charset="-122"/>
        </a:defRPr>
      </a:lvl5pPr>
      <a:lvl6pPr marL="457200" algn="l" rtl="0" eaLnBrk="1" fontAlgn="base" hangingPunct="1">
        <a:spcBef>
          <a:spcPct val="0"/>
        </a:spcBef>
        <a:spcAft>
          <a:spcPct val="0"/>
        </a:spcAft>
        <a:defRPr sz="5000">
          <a:solidFill>
            <a:schemeClr val="tx2"/>
          </a:solidFill>
          <a:latin typeface="Calibri" pitchFamily="34" charset="0"/>
          <a:ea typeface="隶书" pitchFamily="49" charset="-122"/>
        </a:defRPr>
      </a:lvl6pPr>
      <a:lvl7pPr marL="914400" algn="l" rtl="0" eaLnBrk="1" fontAlgn="base" hangingPunct="1">
        <a:spcBef>
          <a:spcPct val="0"/>
        </a:spcBef>
        <a:spcAft>
          <a:spcPct val="0"/>
        </a:spcAft>
        <a:defRPr sz="5000">
          <a:solidFill>
            <a:schemeClr val="tx2"/>
          </a:solidFill>
          <a:latin typeface="Calibri" pitchFamily="34" charset="0"/>
          <a:ea typeface="隶书" pitchFamily="49" charset="-122"/>
        </a:defRPr>
      </a:lvl7pPr>
      <a:lvl8pPr marL="1371600" algn="l" rtl="0" eaLnBrk="1" fontAlgn="base" hangingPunct="1">
        <a:spcBef>
          <a:spcPct val="0"/>
        </a:spcBef>
        <a:spcAft>
          <a:spcPct val="0"/>
        </a:spcAft>
        <a:defRPr sz="5000">
          <a:solidFill>
            <a:schemeClr val="tx2"/>
          </a:solidFill>
          <a:latin typeface="Calibri" pitchFamily="34" charset="0"/>
          <a:ea typeface="隶书" pitchFamily="49" charset="-122"/>
        </a:defRPr>
      </a:lvl8pPr>
      <a:lvl9pPr marL="1828800" algn="l" rtl="0" eaLnBrk="1" fontAlgn="base" hangingPunct="1">
        <a:spcBef>
          <a:spcPct val="0"/>
        </a:spcBef>
        <a:spcAft>
          <a:spcPct val="0"/>
        </a:spcAft>
        <a:defRPr sz="5000">
          <a:solidFill>
            <a:schemeClr val="tx2"/>
          </a:solidFill>
          <a:latin typeface="Calibri" pitchFamily="34" charset="0"/>
          <a:ea typeface="隶书" pitchFamily="49" charset="-122"/>
        </a:defRPr>
      </a:lvl9pPr>
    </p:titleStyle>
    <p:bodyStyle>
      <a:lvl1pPr marL="273050" indent="-273050" algn="l" rtl="0" fontAlgn="base">
        <a:spcBef>
          <a:spcPct val="20000"/>
        </a:spcBef>
        <a:spcAft>
          <a:spcPct val="0"/>
        </a:spcAft>
        <a:buClr>
          <a:srgbClr val="0BD0D9"/>
        </a:buClr>
        <a:buSzPct val="95000"/>
        <a:buFont typeface="Wingdings 2" panose="05020102010507070707" pitchFamily="18" charset="2"/>
        <a:buChar char=""/>
        <a:defRPr sz="2600" kern="1200">
          <a:solidFill>
            <a:schemeClr val="tx1"/>
          </a:solidFill>
          <a:latin typeface="+mn-lt"/>
          <a:ea typeface="+mn-ea"/>
          <a:cs typeface="+mn-cs"/>
        </a:defRPr>
      </a:lvl1pPr>
      <a:lvl2pPr marL="640080" indent="-246380" algn="l" rtl="0" fontAlgn="base">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fontAlgn="base">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fontAlgn="base">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fontAlgn="base">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vl6pPr marL="1737360" indent="-210185" algn="l" rtl="0" eaLnBrk="1" latinLnBrk="0" hangingPunct="1">
        <a:spcBef>
          <a:spcPct val="20000"/>
        </a:spcBef>
        <a:buClr>
          <a:schemeClr val="accent5"/>
        </a:buClr>
        <a:buSzPct val="80000"/>
        <a:buFont typeface="Wingdings 2" panose="05020102010507070707"/>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panose="05020102010507070707"/>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4.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emf"/></Relationships>
</file>

<file path=ppt/slides/_rels/slide6.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slideLayout" Target="../slideLayouts/slideLayout7.xml"/><Relationship Id="rId2" Type="http://schemas.openxmlformats.org/officeDocument/2006/relationships/image" Target="../media/image5.wmf"/><Relationship Id="rId1" Type="http://schemas.openxmlformats.org/officeDocument/2006/relationships/oleObject" Target="../embeddings/oleObject1.bin"/></Relationships>
</file>

<file path=ppt/slides/_rels/slide7.xml.rels><?xml version="1.0" encoding="UTF-8" standalone="yes"?>
<Relationships xmlns="http://schemas.openxmlformats.org/package/2006/relationships"><Relationship Id="rId4" Type="http://schemas.openxmlformats.org/officeDocument/2006/relationships/vmlDrawing" Target="../drawings/vmlDrawing2.vml"/><Relationship Id="rId3" Type="http://schemas.openxmlformats.org/officeDocument/2006/relationships/slideLayout" Target="../slideLayouts/slideLayout7.xml"/><Relationship Id="rId2" Type="http://schemas.openxmlformats.org/officeDocument/2006/relationships/image" Target="../media/image5.wmf"/><Relationship Id="rId1" Type="http://schemas.openxmlformats.org/officeDocument/2006/relationships/oleObject" Target="../embeddings/oleObject2.bin"/></Relationships>
</file>

<file path=ppt/slides/_rels/slide8.xml.rels><?xml version="1.0" encoding="UTF-8" standalone="yes"?>
<Relationships xmlns="http://schemas.openxmlformats.org/package/2006/relationships"><Relationship Id="rId4" Type="http://schemas.openxmlformats.org/officeDocument/2006/relationships/vmlDrawing" Target="../drawings/vmlDrawing3.vml"/><Relationship Id="rId3" Type="http://schemas.openxmlformats.org/officeDocument/2006/relationships/slideLayout" Target="../slideLayouts/slideLayout7.xml"/><Relationship Id="rId2" Type="http://schemas.openxmlformats.org/officeDocument/2006/relationships/image" Target="../media/image6.wmf"/><Relationship Id="rId1" Type="http://schemas.openxmlformats.org/officeDocument/2006/relationships/oleObject" Target="../embeddings/oleObject3.bin"/></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4" Type="http://schemas.openxmlformats.org/officeDocument/2006/relationships/vmlDrawing" Target="../drawings/vmlDrawing4.vml"/><Relationship Id="rId3" Type="http://schemas.openxmlformats.org/officeDocument/2006/relationships/slideLayout" Target="../slideLayouts/slideLayout7.xml"/><Relationship Id="rId2" Type="http://schemas.openxmlformats.org/officeDocument/2006/relationships/image" Target="../media/image6.wmf"/><Relationship Id="rId1" Type="http://schemas.openxmlformats.org/officeDocument/2006/relationships/oleObject" Target="../embeddings/oleObject4.bin"/></Relationships>
</file>

<file path=ppt/slides/_rels/slide11.xml.rels><?xml version="1.0" encoding="UTF-8" standalone="yes"?>
<Relationships xmlns="http://schemas.openxmlformats.org/package/2006/relationships"><Relationship Id="rId4" Type="http://schemas.openxmlformats.org/officeDocument/2006/relationships/vmlDrawing" Target="../drawings/vmlDrawing5.vml"/><Relationship Id="rId3" Type="http://schemas.openxmlformats.org/officeDocument/2006/relationships/slideLayout" Target="../slideLayouts/slideLayout7.xml"/><Relationship Id="rId2" Type="http://schemas.openxmlformats.org/officeDocument/2006/relationships/image" Target="../media/image7.wmf"/><Relationship Id="rId1" Type="http://schemas.openxmlformats.org/officeDocument/2006/relationships/oleObject" Target="../embeddings/oleObject5.bin"/></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4" Type="http://schemas.openxmlformats.org/officeDocument/2006/relationships/vmlDrawing" Target="../drawings/vmlDrawing6.vml"/><Relationship Id="rId3" Type="http://schemas.openxmlformats.org/officeDocument/2006/relationships/slideLayout" Target="../slideLayouts/slideLayout7.xml"/><Relationship Id="rId2" Type="http://schemas.openxmlformats.org/officeDocument/2006/relationships/image" Target="../media/image8.emf"/><Relationship Id="rId1" Type="http://schemas.openxmlformats.org/officeDocument/2006/relationships/oleObject" Target="../embeddings/oleObject6.bin"/></Relationships>
</file>

<file path=ppt/slides/_rels/slide17.xml.rels><?xml version="1.0" encoding="UTF-8" standalone="yes"?>
<Relationships xmlns="http://schemas.openxmlformats.org/package/2006/relationships"><Relationship Id="rId4" Type="http://schemas.openxmlformats.org/officeDocument/2006/relationships/vmlDrawing" Target="../drawings/vmlDrawing7.vml"/><Relationship Id="rId3" Type="http://schemas.openxmlformats.org/officeDocument/2006/relationships/slideLayout" Target="../slideLayouts/slideLayout7.xml"/><Relationship Id="rId2" Type="http://schemas.openxmlformats.org/officeDocument/2006/relationships/image" Target="../media/image9.emf"/><Relationship Id="rId1" Type="http://schemas.openxmlformats.org/officeDocument/2006/relationships/oleObject" Target="../embeddings/oleObject7.bin"/></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4" Type="http://schemas.openxmlformats.org/officeDocument/2006/relationships/vmlDrawing" Target="../drawings/vmlDrawing8.vml"/><Relationship Id="rId3" Type="http://schemas.openxmlformats.org/officeDocument/2006/relationships/slideLayout" Target="../slideLayouts/slideLayout7.xml"/><Relationship Id="rId2" Type="http://schemas.openxmlformats.org/officeDocument/2006/relationships/image" Target="../media/image10.wmf"/><Relationship Id="rId1" Type="http://schemas.openxmlformats.org/officeDocument/2006/relationships/oleObject" Target="../embeddings/oleObject8.bin"/></Relationships>
</file>

<file path=ppt/slides/_rels/slide20.xml.rels><?xml version="1.0" encoding="UTF-8" standalone="yes"?>
<Relationships xmlns="http://schemas.openxmlformats.org/package/2006/relationships"><Relationship Id="rId4" Type="http://schemas.openxmlformats.org/officeDocument/2006/relationships/vmlDrawing" Target="../drawings/vmlDrawing9.vml"/><Relationship Id="rId3" Type="http://schemas.openxmlformats.org/officeDocument/2006/relationships/slideLayout" Target="../slideLayouts/slideLayout7.xml"/><Relationship Id="rId2" Type="http://schemas.openxmlformats.org/officeDocument/2006/relationships/image" Target="../media/image11.emf"/><Relationship Id="rId1" Type="http://schemas.openxmlformats.org/officeDocument/2006/relationships/oleObject" Target="../embeddings/oleObject9.bin"/></Relationships>
</file>

<file path=ppt/slides/_rels/slide21.xml.rels><?xml version="1.0" encoding="UTF-8" standalone="yes"?>
<Relationships xmlns="http://schemas.openxmlformats.org/package/2006/relationships"><Relationship Id="rId4" Type="http://schemas.openxmlformats.org/officeDocument/2006/relationships/vmlDrawing" Target="../drawings/vmlDrawing10.vml"/><Relationship Id="rId3" Type="http://schemas.openxmlformats.org/officeDocument/2006/relationships/slideLayout" Target="../slideLayouts/slideLayout7.xml"/><Relationship Id="rId2" Type="http://schemas.openxmlformats.org/officeDocument/2006/relationships/image" Target="../media/image12.emf"/><Relationship Id="rId1" Type="http://schemas.openxmlformats.org/officeDocument/2006/relationships/oleObject" Target="../embeddings/oleObject10.bin"/></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4" Type="http://schemas.openxmlformats.org/officeDocument/2006/relationships/vmlDrawing" Target="../drawings/vmlDrawing11.vml"/><Relationship Id="rId3" Type="http://schemas.openxmlformats.org/officeDocument/2006/relationships/slideLayout" Target="../slideLayouts/slideLayout7.xml"/><Relationship Id="rId2" Type="http://schemas.openxmlformats.org/officeDocument/2006/relationships/image" Target="../media/image13.wmf"/><Relationship Id="rId1" Type="http://schemas.openxmlformats.org/officeDocument/2006/relationships/oleObject" Target="../embeddings/oleObject11.bin"/></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4" Type="http://schemas.openxmlformats.org/officeDocument/2006/relationships/vmlDrawing" Target="../drawings/vmlDrawing12.vml"/><Relationship Id="rId3" Type="http://schemas.openxmlformats.org/officeDocument/2006/relationships/slideLayout" Target="../slideLayouts/slideLayout7.xml"/><Relationship Id="rId2" Type="http://schemas.openxmlformats.org/officeDocument/2006/relationships/image" Target="../media/image14.wmf"/><Relationship Id="rId1" Type="http://schemas.openxmlformats.org/officeDocument/2006/relationships/oleObject" Target="../embeddings/oleObject12.bin"/></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35.xml.rels><?xml version="1.0" encoding="UTF-8" standalone="yes"?>
<Relationships xmlns="http://schemas.openxmlformats.org/package/2006/relationships"><Relationship Id="rId4" Type="http://schemas.openxmlformats.org/officeDocument/2006/relationships/vmlDrawing" Target="../drawings/vmlDrawing13.vml"/><Relationship Id="rId3" Type="http://schemas.openxmlformats.org/officeDocument/2006/relationships/slideLayout" Target="../slideLayouts/slideLayout38.xml"/><Relationship Id="rId2" Type="http://schemas.openxmlformats.org/officeDocument/2006/relationships/image" Target="../media/image15.wmf"/><Relationship Id="rId1" Type="http://schemas.openxmlformats.org/officeDocument/2006/relationships/oleObject" Target="../embeddings/oleObject13.bin"/></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4" Type="http://schemas.openxmlformats.org/officeDocument/2006/relationships/vmlDrawing" Target="../drawings/vmlDrawing14.vml"/><Relationship Id="rId3" Type="http://schemas.openxmlformats.org/officeDocument/2006/relationships/slideLayout" Target="../slideLayouts/slideLayout7.xml"/><Relationship Id="rId2" Type="http://schemas.openxmlformats.org/officeDocument/2006/relationships/image" Target="../media/image16.emf"/><Relationship Id="rId1" Type="http://schemas.openxmlformats.org/officeDocument/2006/relationships/oleObject" Target="../embeddings/oleObject14.bin"/></Relationships>
</file>

<file path=ppt/slides/_rels/slide40.xml.rels><?xml version="1.0" encoding="UTF-8" standalone="yes"?>
<Relationships xmlns="http://schemas.openxmlformats.org/package/2006/relationships"><Relationship Id="rId4" Type="http://schemas.openxmlformats.org/officeDocument/2006/relationships/vmlDrawing" Target="../drawings/vmlDrawing15.vml"/><Relationship Id="rId3" Type="http://schemas.openxmlformats.org/officeDocument/2006/relationships/slideLayout" Target="../slideLayouts/slideLayout7.xml"/><Relationship Id="rId2" Type="http://schemas.openxmlformats.org/officeDocument/2006/relationships/image" Target="../media/image17.emf"/><Relationship Id="rId1" Type="http://schemas.openxmlformats.org/officeDocument/2006/relationships/oleObject" Target="../embeddings/oleObject15.bin"/></Relationships>
</file>

<file path=ppt/slides/_rels/slide41.xml.rels><?xml version="1.0" encoding="UTF-8" standalone="yes"?>
<Relationships xmlns="http://schemas.openxmlformats.org/package/2006/relationships"><Relationship Id="rId4" Type="http://schemas.openxmlformats.org/officeDocument/2006/relationships/vmlDrawing" Target="../drawings/vmlDrawing16.vml"/><Relationship Id="rId3" Type="http://schemas.openxmlformats.org/officeDocument/2006/relationships/slideLayout" Target="../slideLayouts/slideLayout7.xml"/><Relationship Id="rId2" Type="http://schemas.openxmlformats.org/officeDocument/2006/relationships/image" Target="../media/image18.emf"/><Relationship Id="rId1" Type="http://schemas.openxmlformats.org/officeDocument/2006/relationships/oleObject" Target="../embeddings/oleObject16.bin"/></Relationships>
</file>

<file path=ppt/slides/_rels/slide42.xml.rels><?xml version="1.0" encoding="UTF-8" standalone="yes"?>
<Relationships xmlns="http://schemas.openxmlformats.org/package/2006/relationships"><Relationship Id="rId4" Type="http://schemas.openxmlformats.org/officeDocument/2006/relationships/vmlDrawing" Target="../drawings/vmlDrawing17.vml"/><Relationship Id="rId3" Type="http://schemas.openxmlformats.org/officeDocument/2006/relationships/slideLayout" Target="../slideLayouts/slideLayout7.xml"/><Relationship Id="rId2" Type="http://schemas.openxmlformats.org/officeDocument/2006/relationships/image" Target="../media/image19.emf"/><Relationship Id="rId1" Type="http://schemas.openxmlformats.org/officeDocument/2006/relationships/oleObject" Target="../embeddings/oleObject17.bin"/></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0.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0.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62.xml"/></Relationships>
</file>

<file path=ppt/slides/_rels/slide60.xml.rels><?xml version="1.0" encoding="UTF-8" standalone="yes"?>
<Relationships xmlns="http://schemas.openxmlformats.org/package/2006/relationships"><Relationship Id="rId4" Type="http://schemas.openxmlformats.org/officeDocument/2006/relationships/vmlDrawing" Target="../drawings/vmlDrawing18.vml"/><Relationship Id="rId3" Type="http://schemas.openxmlformats.org/officeDocument/2006/relationships/slideLayout" Target="../slideLayouts/slideLayout7.xml"/><Relationship Id="rId2" Type="http://schemas.openxmlformats.org/officeDocument/2006/relationships/image" Target="../media/image21.emf"/><Relationship Id="rId1" Type="http://schemas.openxmlformats.org/officeDocument/2006/relationships/oleObject" Target="../embeddings/oleObject18.bin"/></Relationships>
</file>

<file path=ppt/slides/_rels/slide61.xml.rels><?xml version="1.0" encoding="UTF-8" standalone="yes"?>
<Relationships xmlns="http://schemas.openxmlformats.org/package/2006/relationships"><Relationship Id="rId4" Type="http://schemas.openxmlformats.org/officeDocument/2006/relationships/vmlDrawing" Target="../drawings/vmlDrawing19.vml"/><Relationship Id="rId3" Type="http://schemas.openxmlformats.org/officeDocument/2006/relationships/slideLayout" Target="../slideLayouts/slideLayout7.xml"/><Relationship Id="rId2" Type="http://schemas.openxmlformats.org/officeDocument/2006/relationships/image" Target="../media/image22.emf"/><Relationship Id="rId1" Type="http://schemas.openxmlformats.org/officeDocument/2006/relationships/oleObject" Target="../embeddings/oleObject19.bin"/></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3.emf"/></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4.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5.emf"/></Relationships>
</file>

<file path=ppt/slides/_rels/slide81.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image" Target="../media/image26.jpeg"/></Relationships>
</file>

<file path=ppt/slides/_rels/slide82.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image" Target="../media/image27.pn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ext Box 2"/>
          <p:cNvSpPr txBox="1">
            <a:spLocks noChangeArrowheads="1"/>
          </p:cNvSpPr>
          <p:nvPr/>
        </p:nvSpPr>
        <p:spPr bwMode="auto">
          <a:xfrm>
            <a:off x="136525" y="762000"/>
            <a:ext cx="8550275" cy="5750613"/>
          </a:xfrm>
          <a:prstGeom prst="rect">
            <a:avLst/>
          </a:prstGeom>
          <a:noFill/>
          <a:ln w="9525">
            <a:noFill/>
            <a:miter lim="800000"/>
          </a:ln>
        </p:spPr>
        <p:txBody>
          <a:bodyPr wrap="square">
            <a:spAutoFit/>
          </a:bodyPr>
          <a:lstStyle/>
          <a:p>
            <a:pPr lvl="0">
              <a:lnSpc>
                <a:spcPct val="150000"/>
              </a:lnSpc>
              <a:defRPr/>
            </a:pPr>
            <a:r>
              <a:rPr lang="en-US" altLang="zh-CN" b="1" dirty="0">
                <a:solidFill>
                  <a:prstClr val="black"/>
                </a:solidFill>
                <a:ea typeface="黑体" pitchFamily="2" charset="-122"/>
              </a:rPr>
              <a:t>11.1 </a:t>
            </a:r>
            <a:r>
              <a:rPr lang="zh-CN" altLang="en-US" b="1" dirty="0">
                <a:solidFill>
                  <a:prstClr val="black"/>
                </a:solidFill>
                <a:ea typeface="黑体" pitchFamily="2" charset="-122"/>
              </a:rPr>
              <a:t>事务（</a:t>
            </a:r>
            <a:r>
              <a:rPr lang="en-US" altLang="zh-CN" b="1" dirty="0">
                <a:solidFill>
                  <a:prstClr val="black"/>
                </a:solidFill>
                <a:ea typeface="黑体" pitchFamily="2" charset="-122"/>
              </a:rPr>
              <a:t>transaction</a:t>
            </a:r>
            <a:r>
              <a:rPr lang="zh-CN" altLang="en-US" b="1" dirty="0">
                <a:solidFill>
                  <a:prstClr val="black"/>
                </a:solidFill>
                <a:ea typeface="黑体" pitchFamily="2" charset="-122"/>
              </a:rPr>
              <a:t>）</a:t>
            </a:r>
            <a:endParaRPr lang="zh-CN" altLang="en-US" b="1" dirty="0">
              <a:solidFill>
                <a:prstClr val="black"/>
              </a:solidFill>
              <a:ea typeface="黑体" pitchFamily="2" charset="-122"/>
            </a:endParaRPr>
          </a:p>
          <a:p>
            <a:pPr lvl="0">
              <a:lnSpc>
                <a:spcPct val="150000"/>
              </a:lnSpc>
              <a:defRPr/>
            </a:pPr>
            <a:r>
              <a:rPr lang="en-US" altLang="zh-CN" dirty="0">
                <a:solidFill>
                  <a:prstClr val="black"/>
                </a:solidFill>
              </a:rPr>
              <a:t>1</a:t>
            </a:r>
            <a:r>
              <a:rPr lang="zh-CN" altLang="en-US" dirty="0">
                <a:solidFill>
                  <a:prstClr val="black"/>
                </a:solidFill>
                <a:latin typeface="Times New Roman" panose="02020503050405090304" pitchFamily="18" charset="0"/>
              </a:rPr>
              <a:t>、定义</a:t>
            </a:r>
            <a:endParaRPr lang="zh-CN" altLang="en-US" dirty="0">
              <a:solidFill>
                <a:prstClr val="black"/>
              </a:solidFill>
            </a:endParaRPr>
          </a:p>
          <a:p>
            <a:pPr lvl="0">
              <a:lnSpc>
                <a:spcPct val="150000"/>
              </a:lnSpc>
              <a:defRPr/>
            </a:pPr>
            <a:r>
              <a:rPr lang="zh-CN" altLang="en-US" dirty="0">
                <a:solidFill>
                  <a:prstClr val="black"/>
                </a:solidFill>
                <a:latin typeface="Times New Roman" panose="02020503050405090304" pitchFamily="18" charset="0"/>
              </a:rPr>
              <a:t>    构成一个独立逻辑工作单位的数据库操作集。</a:t>
            </a:r>
            <a:endParaRPr lang="zh-CN" altLang="en-US" dirty="0">
              <a:solidFill>
                <a:prstClr val="black"/>
              </a:solidFill>
            </a:endParaRPr>
          </a:p>
          <a:p>
            <a:pPr lvl="0">
              <a:lnSpc>
                <a:spcPct val="150000"/>
              </a:lnSpc>
              <a:defRPr/>
            </a:pPr>
            <a:r>
              <a:rPr lang="en-US" altLang="zh-CN" dirty="0"/>
              <a:t>2</a:t>
            </a:r>
            <a:r>
              <a:rPr lang="zh-CN" altLang="en-US" dirty="0">
                <a:latin typeface="Times New Roman" panose="02020503050405090304" pitchFamily="18" charset="0"/>
              </a:rPr>
              <a:t>、构成方式</a:t>
            </a:r>
            <a:endParaRPr lang="en-US" altLang="zh-CN" dirty="0">
              <a:latin typeface="Times New Roman" panose="02020503050405090304" pitchFamily="18" charset="0"/>
            </a:endParaRPr>
          </a:p>
          <a:p>
            <a:pPr lvl="0">
              <a:lnSpc>
                <a:spcPct val="150000"/>
              </a:lnSpc>
              <a:defRPr/>
            </a:pPr>
            <a:r>
              <a:rPr lang="zh-CN" altLang="en-US" dirty="0">
                <a:solidFill>
                  <a:prstClr val="black"/>
                </a:solidFill>
                <a:latin typeface="Times New Roman" panose="02020503050405090304" pitchFamily="18" charset="0"/>
              </a:rPr>
              <a:t>    显式、隐式</a:t>
            </a:r>
            <a:endParaRPr lang="en-US" altLang="zh-CN" dirty="0">
              <a:solidFill>
                <a:prstClr val="black"/>
              </a:solidFill>
              <a:latin typeface="Times New Roman" panose="02020503050405090304" pitchFamily="18" charset="0"/>
            </a:endParaRPr>
          </a:p>
          <a:p>
            <a:pPr lvl="0">
              <a:defRPr/>
            </a:pPr>
            <a:r>
              <a:rPr lang="en-US" altLang="zh-CN" dirty="0">
                <a:solidFill>
                  <a:prstClr val="black"/>
                </a:solidFill>
              </a:rPr>
              <a:t>3</a:t>
            </a:r>
            <a:r>
              <a:rPr lang="zh-CN" altLang="en-US" dirty="0">
                <a:solidFill>
                  <a:prstClr val="black"/>
                </a:solidFill>
                <a:latin typeface="Times New Roman" panose="02020503050405090304" pitchFamily="18" charset="0"/>
              </a:rPr>
              <a:t>、事务的</a:t>
            </a:r>
            <a:r>
              <a:rPr lang="en-US" altLang="zh-CN" dirty="0">
                <a:solidFill>
                  <a:prstClr val="black"/>
                </a:solidFill>
              </a:rPr>
              <a:t>ACID</a:t>
            </a:r>
            <a:r>
              <a:rPr lang="zh-CN" altLang="en-US" dirty="0">
                <a:solidFill>
                  <a:prstClr val="black"/>
                </a:solidFill>
                <a:latin typeface="Times New Roman" panose="02020503050405090304" pitchFamily="18" charset="0"/>
              </a:rPr>
              <a:t>性质</a:t>
            </a:r>
            <a:endParaRPr lang="zh-CN" altLang="en-US" dirty="0">
              <a:solidFill>
                <a:prstClr val="black"/>
              </a:solidFill>
            </a:endParaRPr>
          </a:p>
          <a:p>
            <a:pPr lvl="0">
              <a:defRPr/>
            </a:pPr>
            <a:r>
              <a:rPr lang="en-US" altLang="zh-CN" dirty="0">
                <a:solidFill>
                  <a:prstClr val="black"/>
                </a:solidFill>
              </a:rPr>
              <a:t>1</a:t>
            </a:r>
            <a:r>
              <a:rPr lang="zh-CN" altLang="en-US" dirty="0">
                <a:solidFill>
                  <a:prstClr val="black"/>
                </a:solidFill>
                <a:latin typeface="Times New Roman" panose="02020503050405090304" pitchFamily="18" charset="0"/>
              </a:rPr>
              <a:t>）原子性（</a:t>
            </a:r>
            <a:r>
              <a:rPr lang="en-US" altLang="zh-CN" dirty="0">
                <a:solidFill>
                  <a:prstClr val="black"/>
                </a:solidFill>
              </a:rPr>
              <a:t>Atomicity</a:t>
            </a:r>
            <a:r>
              <a:rPr lang="zh-CN" altLang="en-US" dirty="0">
                <a:solidFill>
                  <a:prstClr val="black"/>
                </a:solidFill>
                <a:latin typeface="Times New Roman" panose="02020503050405090304" pitchFamily="18" charset="0"/>
              </a:rPr>
              <a:t>）</a:t>
            </a:r>
            <a:endParaRPr lang="zh-CN" altLang="en-US" dirty="0">
              <a:solidFill>
                <a:prstClr val="black"/>
              </a:solidFill>
            </a:endParaRPr>
          </a:p>
          <a:p>
            <a:pPr>
              <a:lnSpc>
                <a:spcPct val="150000"/>
              </a:lnSpc>
              <a:defRPr/>
            </a:pPr>
            <a:r>
              <a:rPr lang="en-US" altLang="zh-CN" dirty="0">
                <a:solidFill>
                  <a:prstClr val="black"/>
                </a:solidFill>
              </a:rPr>
              <a:t>2</a:t>
            </a:r>
            <a:r>
              <a:rPr lang="zh-CN" altLang="en-US" dirty="0">
                <a:solidFill>
                  <a:prstClr val="black"/>
                </a:solidFill>
                <a:latin typeface="宋体" pitchFamily="2" charset="-122"/>
              </a:rPr>
              <a:t>）</a:t>
            </a:r>
            <a:r>
              <a:rPr lang="zh-CN" altLang="en-US" dirty="0">
                <a:solidFill>
                  <a:srgbClr val="FF0000"/>
                </a:solidFill>
                <a:latin typeface="宋体" pitchFamily="2" charset="-122"/>
              </a:rPr>
              <a:t>一致性（</a:t>
            </a:r>
            <a:r>
              <a:rPr lang="en-US" altLang="zh-CN" dirty="0">
                <a:solidFill>
                  <a:srgbClr val="FF0000"/>
                </a:solidFill>
              </a:rPr>
              <a:t>Consistency</a:t>
            </a:r>
            <a:r>
              <a:rPr lang="zh-CN" altLang="en-US" dirty="0">
                <a:solidFill>
                  <a:srgbClr val="FF0000"/>
                </a:solidFill>
                <a:latin typeface="宋体" pitchFamily="2" charset="-122"/>
              </a:rPr>
              <a:t>）</a:t>
            </a:r>
            <a:r>
              <a:rPr lang="zh-CN" altLang="en-US" dirty="0">
                <a:solidFill>
                  <a:srgbClr val="FF0000"/>
                </a:solidFill>
              </a:rPr>
              <a:t> </a:t>
            </a:r>
            <a:endParaRPr lang="zh-CN" altLang="en-US" dirty="0">
              <a:solidFill>
                <a:srgbClr val="FF0000"/>
              </a:solidFill>
            </a:endParaRPr>
          </a:p>
          <a:p>
            <a:pPr lvl="0">
              <a:defRPr/>
            </a:pPr>
            <a:r>
              <a:rPr lang="zh-CN" altLang="en-US" dirty="0">
                <a:solidFill>
                  <a:prstClr val="black"/>
                </a:solidFill>
                <a:latin typeface="宋体" pitchFamily="2" charset="-122"/>
              </a:rPr>
              <a:t>①</a:t>
            </a:r>
            <a:r>
              <a:rPr lang="zh-CN" altLang="en-US" dirty="0">
                <a:solidFill>
                  <a:prstClr val="black"/>
                </a:solidFill>
              </a:rPr>
              <a:t> </a:t>
            </a:r>
            <a:r>
              <a:rPr lang="zh-CN" altLang="en-US" dirty="0">
                <a:solidFill>
                  <a:prstClr val="black"/>
                </a:solidFill>
                <a:latin typeface="Times New Roman" panose="02020503050405090304" pitchFamily="18" charset="0"/>
              </a:rPr>
              <a:t>定义</a:t>
            </a:r>
            <a:endParaRPr lang="zh-CN" altLang="en-US" dirty="0">
              <a:solidFill>
                <a:prstClr val="black"/>
              </a:solidFill>
            </a:endParaRPr>
          </a:p>
          <a:p>
            <a:pPr lvl="0">
              <a:defRPr/>
            </a:pPr>
            <a:r>
              <a:rPr lang="en-US" altLang="zh-CN" dirty="0">
                <a:solidFill>
                  <a:prstClr val="black"/>
                </a:solidFill>
                <a:latin typeface="Times New Roman" panose="02020503050405090304" pitchFamily="18" charset="0"/>
              </a:rPr>
              <a:t>        </a:t>
            </a:r>
            <a:r>
              <a:rPr lang="zh-CN" altLang="en-US" dirty="0">
                <a:solidFill>
                  <a:prstClr val="black"/>
                </a:solidFill>
                <a:latin typeface="Times New Roman" panose="02020503050405090304" pitchFamily="18" charset="0"/>
              </a:rPr>
              <a:t>事务的执行必须是将</a:t>
            </a:r>
            <a:r>
              <a:rPr lang="en-US" altLang="zh-CN" dirty="0">
                <a:solidFill>
                  <a:prstClr val="black"/>
                </a:solidFill>
              </a:rPr>
              <a:t>DB</a:t>
            </a:r>
            <a:r>
              <a:rPr lang="zh-CN" altLang="en-US" dirty="0">
                <a:solidFill>
                  <a:srgbClr val="FF0000"/>
                </a:solidFill>
                <a:latin typeface="Times New Roman" panose="02020503050405090304" pitchFamily="18" charset="0"/>
              </a:rPr>
              <a:t>从一个正确（一致）状态</a:t>
            </a:r>
            <a:r>
              <a:rPr lang="zh-CN" altLang="en-US" dirty="0">
                <a:solidFill>
                  <a:prstClr val="black"/>
                </a:solidFill>
                <a:latin typeface="Times New Roman" panose="02020503050405090304" pitchFamily="18" charset="0"/>
              </a:rPr>
              <a:t>转换到</a:t>
            </a:r>
            <a:r>
              <a:rPr lang="zh-CN" altLang="en-US" dirty="0">
                <a:solidFill>
                  <a:srgbClr val="FF0000"/>
                </a:solidFill>
                <a:latin typeface="Times New Roman" panose="02020503050405090304" pitchFamily="18" charset="0"/>
              </a:rPr>
              <a:t>另一个正确（一致）状态</a:t>
            </a:r>
            <a:r>
              <a:rPr lang="zh-CN" altLang="en-US" dirty="0">
                <a:solidFill>
                  <a:prstClr val="black"/>
                </a:solidFill>
                <a:latin typeface="Times New Roman" panose="02020503050405090304" pitchFamily="18" charset="0"/>
              </a:rPr>
              <a:t>。</a:t>
            </a:r>
            <a:endParaRPr lang="zh-CN" altLang="en-US" dirty="0">
              <a:solidFill>
                <a:prstClr val="black"/>
              </a:solidFill>
            </a:endParaRPr>
          </a:p>
          <a:p>
            <a:pPr lvl="0">
              <a:lnSpc>
                <a:spcPct val="150000"/>
              </a:lnSpc>
              <a:defRPr/>
            </a:pPr>
            <a:endParaRPr lang="zh-CN" altLang="en-US" dirty="0">
              <a:solidFill>
                <a:prstClr val="black"/>
              </a:solidFill>
              <a:latin typeface="Times New Roman" panose="02020503050405090304" pitchFamily="18" charset="0"/>
            </a:endParaRPr>
          </a:p>
        </p:txBody>
      </p:sp>
      <p:sp>
        <p:nvSpPr>
          <p:cNvPr id="31747" name="Rectangle 3"/>
          <p:cNvSpPr>
            <a:spLocks noChangeArrowheads="1"/>
          </p:cNvSpPr>
          <p:nvPr/>
        </p:nvSpPr>
        <p:spPr bwMode="auto">
          <a:xfrm>
            <a:off x="0" y="76200"/>
            <a:ext cx="8162925" cy="762000"/>
          </a:xfrm>
          <a:prstGeom prst="rect">
            <a:avLst/>
          </a:prstGeom>
          <a:noFill/>
          <a:ln w="9525">
            <a:noFill/>
            <a:miter lim="800000"/>
          </a:ln>
          <a:effectLst/>
        </p:spPr>
        <p:txBody>
          <a:bodyPr anchor="b">
            <a:spAutoFit/>
          </a:bodyPr>
          <a:lstStyle/>
          <a:p>
            <a:pPr>
              <a:defRPr/>
            </a:pPr>
            <a:r>
              <a:rPr lang="zh-CN" altLang="en-US" sz="4400" dirty="0">
                <a:solidFill>
                  <a:schemeClr val="tx2"/>
                </a:solidFill>
                <a:effectLst>
                  <a:outerShdw blurRad="38100" dist="38100" dir="2700000" algn="tl">
                    <a:srgbClr val="000000">
                      <a:alpha val="43137"/>
                    </a:srgbClr>
                  </a:outerShdw>
                </a:effectLst>
                <a:latin typeface="华文新魏" pitchFamily="2" charset="-122"/>
                <a:ea typeface="华文新魏" pitchFamily="2" charset="-122"/>
              </a:rPr>
              <a:t>第</a:t>
            </a:r>
            <a:r>
              <a:rPr lang="en-US" altLang="zh-CN" sz="4400" dirty="0">
                <a:solidFill>
                  <a:schemeClr val="tx2"/>
                </a:solidFill>
                <a:effectLst>
                  <a:outerShdw blurRad="38100" dist="38100" dir="2700000" algn="tl">
                    <a:srgbClr val="000000">
                      <a:alpha val="43137"/>
                    </a:srgbClr>
                  </a:outerShdw>
                </a:effectLst>
                <a:latin typeface="华文新魏" pitchFamily="2" charset="-122"/>
                <a:ea typeface="华文新魏" pitchFamily="2" charset="-122"/>
              </a:rPr>
              <a:t>11</a:t>
            </a:r>
            <a:r>
              <a:rPr lang="zh-CN" altLang="en-US" sz="4400" dirty="0">
                <a:solidFill>
                  <a:schemeClr val="tx2"/>
                </a:solidFill>
                <a:effectLst>
                  <a:outerShdw blurRad="38100" dist="38100" dir="2700000" algn="tl">
                    <a:srgbClr val="000000">
                      <a:alpha val="43137"/>
                    </a:srgbClr>
                  </a:outerShdw>
                </a:effectLst>
                <a:latin typeface="华文新魏" pitchFamily="2" charset="-122"/>
                <a:ea typeface="华文新魏" pitchFamily="2" charset="-122"/>
              </a:rPr>
              <a:t>章 并发控制</a:t>
            </a:r>
            <a:endParaRPr lang="zh-CN" altLang="en-US" sz="4400" dirty="0">
              <a:solidFill>
                <a:schemeClr val="tx2"/>
              </a:solidFill>
              <a:effectLst>
                <a:outerShdw blurRad="38100" dist="38100" dir="2700000" algn="tl">
                  <a:srgbClr val="000000">
                    <a:alpha val="43137"/>
                  </a:srgbClr>
                </a:outerShdw>
              </a:effectLst>
              <a:latin typeface="华文新魏" pitchFamily="2" charset="-122"/>
              <a:ea typeface="华文新魏" pitchFamily="2" charset="-122"/>
            </a:endParaRPr>
          </a:p>
        </p:txBody>
      </p:sp>
      <p:sp>
        <p:nvSpPr>
          <p:cNvPr id="7" name="灯片编号占位符 6"/>
          <p:cNvSpPr>
            <a:spLocks noGrp="1"/>
          </p:cNvSpPr>
          <p:nvPr>
            <p:ph type="sldNum" sz="quarter" idx="12"/>
          </p:nvPr>
        </p:nvSpPr>
        <p:spPr/>
        <p:txBody>
          <a:bodyPr/>
          <a:lstStyle/>
          <a:p>
            <a:pPr>
              <a:defRPr/>
            </a:pPr>
            <a:fld id="{2604E855-CF3D-4F92-BA3B-3A214BAB8DE2}" type="slidenum">
              <a:rPr lang="en-US" altLang="zh-CN"/>
            </a:fld>
            <a:endParaRPr lang="en-US" altLang="zh-CN"/>
          </a:p>
        </p:txBody>
      </p:sp>
      <p:sp>
        <p:nvSpPr>
          <p:cNvPr id="2" name="流程图: 可选过程 1"/>
          <p:cNvSpPr/>
          <p:nvPr/>
        </p:nvSpPr>
        <p:spPr>
          <a:xfrm>
            <a:off x="5868144" y="692696"/>
            <a:ext cx="2736304" cy="831304"/>
          </a:xfrm>
          <a:prstGeom prst="flowChartAlternateProcess">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2800" b="1" dirty="0">
                <a:ln w="22225">
                  <a:solidFill>
                    <a:schemeClr val="accent2"/>
                  </a:solidFill>
                  <a:prstDash val="solid"/>
                </a:ln>
                <a:solidFill>
                  <a:schemeClr val="accent2">
                    <a:lumMod val="40000"/>
                    <a:lumOff val="60000"/>
                  </a:schemeClr>
                </a:solidFill>
              </a:rPr>
              <a:t>事务概念复习</a:t>
            </a:r>
            <a:endParaRPr lang="zh-CN" altLang="en-US" sz="2800" b="1" dirty="0">
              <a:ln w="22225">
                <a:solidFill>
                  <a:schemeClr val="accent2"/>
                </a:solidFill>
                <a:prstDash val="solid"/>
              </a:ln>
              <a:solidFill>
                <a:schemeClr val="accent2">
                  <a:lumMod val="40000"/>
                  <a:lumOff val="60000"/>
                </a:schemeClr>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A4A714E6-9499-4B9D-945F-12ACD332B638}" type="slidenum">
              <a:rPr kumimoji="0" lang="en-US" altLang="zh-CN" sz="1200" b="0" i="0" u="none" strike="noStrike" kern="1200" cap="none" spc="0" normalizeH="0" baseline="0" noProof="0" smtClean="0">
                <a:ln>
                  <a:noFill/>
                </a:ln>
                <a:solidFill>
                  <a:srgbClr val="04617B">
                    <a:shade val="90000"/>
                  </a:srgbClr>
                </a:solidFill>
                <a:effectLst/>
                <a:uLnTx/>
                <a:uFillTx/>
                <a:latin typeface="Verdana" panose="020B0804030504040204" pitchFamily="34" charset="0"/>
                <a:ea typeface="宋体" pitchFamily="2" charset="-122"/>
                <a:cs typeface="+mn-cs"/>
              </a:rPr>
            </a:fld>
            <a:endParaRPr kumimoji="0" lang="en-US" altLang="zh-CN" sz="1200" b="0" i="0" u="none" strike="noStrike" kern="1200" cap="none" spc="0" normalizeH="0" baseline="0" noProof="0">
              <a:ln>
                <a:noFill/>
              </a:ln>
              <a:solidFill>
                <a:srgbClr val="04617B">
                  <a:shade val="90000"/>
                </a:srgbClr>
              </a:solidFill>
              <a:effectLst/>
              <a:uLnTx/>
              <a:uFillTx/>
              <a:latin typeface="Verdana" panose="020B0804030504040204" pitchFamily="34" charset="0"/>
              <a:ea typeface="宋体" pitchFamily="2" charset="-122"/>
              <a:cs typeface="+mn-cs"/>
            </a:endParaRPr>
          </a:p>
        </p:txBody>
      </p:sp>
      <p:sp>
        <p:nvSpPr>
          <p:cNvPr id="3" name="矩形 2"/>
          <p:cNvSpPr/>
          <p:nvPr/>
        </p:nvSpPr>
        <p:spPr>
          <a:xfrm>
            <a:off x="428596" y="714356"/>
            <a:ext cx="8572560" cy="4524315"/>
          </a:xfrm>
          <a:prstGeom prst="rect">
            <a:avLst/>
          </a:prstGeom>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400" b="0" i="0" u="none" strike="noStrike" kern="1200" cap="none" spc="0" normalizeH="0" baseline="0" noProof="0" dirty="0">
                <a:ln>
                  <a:noFill/>
                </a:ln>
                <a:solidFill>
                  <a:prstClr val="black"/>
                </a:solidFill>
                <a:effectLst/>
                <a:uLnTx/>
                <a:uFillTx/>
                <a:latin typeface="Verdana" panose="020B0804030504040204" pitchFamily="34" charset="0"/>
                <a:ea typeface="宋体" pitchFamily="2" charset="-122"/>
                <a:cs typeface="+mn-cs"/>
              </a:rPr>
              <a:t>2</a:t>
            </a:r>
            <a:r>
              <a:rPr kumimoji="1" lang="zh-CN" altLang="en-US" sz="2400" b="0" i="0" u="none" strike="noStrike" kern="1200" cap="none" spc="0" normalizeH="0" baseline="0" noProof="0" dirty="0">
                <a:ln>
                  <a:noFill/>
                </a:ln>
                <a:solidFill>
                  <a:prstClr val="black"/>
                </a:solidFill>
                <a:effectLst/>
                <a:uLnTx/>
                <a:uFillTx/>
                <a:latin typeface="宋体" pitchFamily="2" charset="-122"/>
                <a:ea typeface="宋体" pitchFamily="2" charset="-122"/>
                <a:cs typeface="+mn-cs"/>
              </a:rPr>
              <a:t>）</a:t>
            </a:r>
            <a:r>
              <a:rPr kumimoji="1" lang="zh-CN" altLang="en-US" sz="2400" b="0" i="0" u="none" strike="noStrike" kern="1200" cap="none" spc="0" normalizeH="0" baseline="0" noProof="0" dirty="0">
                <a:ln>
                  <a:noFill/>
                </a:ln>
                <a:solidFill>
                  <a:srgbClr val="FF0000"/>
                </a:solidFill>
                <a:effectLst/>
                <a:uLnTx/>
                <a:uFillTx/>
                <a:latin typeface="宋体" pitchFamily="2" charset="-122"/>
                <a:ea typeface="宋体" pitchFamily="2" charset="-122"/>
                <a:cs typeface="+mn-cs"/>
              </a:rPr>
              <a:t>一致性（</a:t>
            </a:r>
            <a:r>
              <a:rPr kumimoji="1" lang="en-US" altLang="zh-CN" sz="2400" b="0" i="0" u="none" strike="noStrike" kern="1200" cap="none" spc="0" normalizeH="0" baseline="0" noProof="0" dirty="0">
                <a:ln>
                  <a:noFill/>
                </a:ln>
                <a:solidFill>
                  <a:srgbClr val="FF0000"/>
                </a:solidFill>
                <a:effectLst/>
                <a:uLnTx/>
                <a:uFillTx/>
                <a:latin typeface="Verdana" panose="020B0804030504040204" pitchFamily="34" charset="0"/>
                <a:ea typeface="宋体" pitchFamily="2" charset="-122"/>
                <a:cs typeface="+mn-cs"/>
              </a:rPr>
              <a:t>consistency</a:t>
            </a:r>
            <a:r>
              <a:rPr kumimoji="1" lang="zh-CN" altLang="en-US" sz="2400" b="0" i="0" u="none" strike="noStrike" kern="1200" cap="none" spc="0" normalizeH="0" baseline="0" noProof="0" dirty="0">
                <a:ln>
                  <a:noFill/>
                </a:ln>
                <a:solidFill>
                  <a:srgbClr val="FF0000"/>
                </a:solidFill>
                <a:effectLst/>
                <a:uLnTx/>
                <a:uFillTx/>
                <a:latin typeface="宋体" pitchFamily="2" charset="-122"/>
                <a:ea typeface="宋体" pitchFamily="2" charset="-122"/>
                <a:cs typeface="+mn-cs"/>
              </a:rPr>
              <a:t>）</a:t>
            </a:r>
            <a:r>
              <a:rPr kumimoji="1" lang="zh-CN" altLang="en-US" sz="2400" b="0" i="0" u="none" strike="noStrike" kern="1200" cap="none" spc="0" normalizeH="0" baseline="0" noProof="0" dirty="0">
                <a:ln>
                  <a:noFill/>
                </a:ln>
                <a:solidFill>
                  <a:srgbClr val="FF0000"/>
                </a:solidFill>
                <a:effectLst/>
                <a:uLnTx/>
                <a:uFillTx/>
                <a:latin typeface="Verdana" panose="020B0804030504040204" pitchFamily="34" charset="0"/>
                <a:ea typeface="宋体" pitchFamily="2" charset="-122"/>
                <a:cs typeface="+mn-cs"/>
              </a:rPr>
              <a:t> </a:t>
            </a:r>
            <a:endParaRPr kumimoji="1" lang="zh-CN" altLang="en-US" sz="2400" b="0" i="0" u="none" strike="noStrike" kern="1200" cap="none" spc="0" normalizeH="0" baseline="0" noProof="0" dirty="0">
              <a:ln>
                <a:noFill/>
              </a:ln>
              <a:solidFill>
                <a:srgbClr val="FF0000"/>
              </a:solidFill>
              <a:effectLst/>
              <a:uLnTx/>
              <a:uFillTx/>
              <a:latin typeface="Verdana" panose="020B0804030504040204" pitchFamily="34" charset="0"/>
              <a:ea typeface="宋体"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400" b="0" i="0" u="none" strike="noStrike" kern="1200" cap="none" spc="0" normalizeH="0" baseline="0" noProof="0" dirty="0">
                <a:ln>
                  <a:noFill/>
                </a:ln>
                <a:solidFill>
                  <a:prstClr val="black"/>
                </a:solidFill>
                <a:effectLst/>
                <a:uLnTx/>
                <a:uFillTx/>
                <a:latin typeface="宋体" pitchFamily="2" charset="-122"/>
                <a:ea typeface="宋体" pitchFamily="2" charset="-122"/>
                <a:cs typeface="+mn-cs"/>
              </a:rPr>
              <a:t>② 目标</a:t>
            </a:r>
            <a:endParaRPr kumimoji="1" lang="zh-CN" altLang="en-US" sz="2400" b="0" i="0" u="none" strike="noStrike" kern="1200" cap="none" spc="0" normalizeH="0" baseline="0" noProof="0" dirty="0">
              <a:ln>
                <a:noFill/>
              </a:ln>
              <a:solidFill>
                <a:prstClr val="black"/>
              </a:solidFill>
              <a:effectLst/>
              <a:uLnTx/>
              <a:uFillTx/>
              <a:latin typeface="Verdana" panose="020B0804030504040204" pitchFamily="34" charset="0"/>
              <a:ea typeface="宋体"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400" b="0" i="0" u="none" strike="noStrike" kern="1200" cap="none" spc="0" normalizeH="0" baseline="0" noProof="0" dirty="0">
                <a:ln>
                  <a:noFill/>
                </a:ln>
                <a:solidFill>
                  <a:prstClr val="black"/>
                </a:solidFill>
                <a:effectLst/>
                <a:uLnTx/>
                <a:uFillTx/>
                <a:latin typeface="宋体" pitchFamily="2" charset="-122"/>
                <a:ea typeface="宋体" pitchFamily="2" charset="-122"/>
                <a:cs typeface="+mn-cs"/>
              </a:rPr>
              <a:t>    保证</a:t>
            </a:r>
            <a:r>
              <a:rPr kumimoji="1" lang="en-US" altLang="zh-CN" sz="2400" b="0" i="0" u="none" strike="noStrike" kern="1200" cap="none" spc="0" normalizeH="0" baseline="0" noProof="0" dirty="0">
                <a:ln>
                  <a:noFill/>
                </a:ln>
                <a:solidFill>
                  <a:prstClr val="black"/>
                </a:solidFill>
                <a:effectLst/>
                <a:uLnTx/>
                <a:uFillTx/>
                <a:latin typeface="宋体" pitchFamily="2" charset="-122"/>
                <a:ea typeface="宋体" pitchFamily="2" charset="-122"/>
                <a:cs typeface="+mn-cs"/>
              </a:rPr>
              <a:t>DB</a:t>
            </a:r>
            <a:r>
              <a:rPr kumimoji="1" lang="zh-CN" altLang="en-US" sz="2400" b="0" i="0" u="none" strike="noStrike" kern="1200" cap="none" spc="0" normalizeH="0" baseline="0" noProof="0" dirty="0">
                <a:ln>
                  <a:noFill/>
                </a:ln>
                <a:solidFill>
                  <a:prstClr val="black"/>
                </a:solidFill>
                <a:effectLst/>
                <a:uLnTx/>
                <a:uFillTx/>
                <a:latin typeface="宋体" pitchFamily="2" charset="-122"/>
                <a:ea typeface="宋体" pitchFamily="2" charset="-122"/>
                <a:cs typeface="+mn-cs"/>
              </a:rPr>
              <a:t>数据正确性（</a:t>
            </a:r>
            <a:r>
              <a:rPr kumimoji="1" lang="zh-CN" altLang="en-US" sz="2400" b="0" i="0" u="none" strike="noStrike" kern="1200" cap="none" spc="0" normalizeH="0" baseline="0" noProof="0" dirty="0">
                <a:ln>
                  <a:noFill/>
                </a:ln>
                <a:solidFill>
                  <a:prstClr val="black"/>
                </a:solidFill>
                <a:effectLst/>
                <a:uLnTx/>
                <a:uFillTx/>
                <a:latin typeface="宋体" pitchFamily="2" charset="-122"/>
                <a:ea typeface="宋体" pitchFamily="2" charset="-122"/>
                <a:cs typeface="Times New Roman" panose="02020503050405090304" pitchFamily="18" charset="0"/>
              </a:rPr>
              <a:t>防止</a:t>
            </a:r>
            <a:r>
              <a:rPr kumimoji="1" lang="zh-CN" altLang="en-US" sz="2400" b="0" i="0" u="none" strike="noStrike" kern="1200" cap="none" spc="0" normalizeH="0" baseline="0" noProof="0" dirty="0">
                <a:ln>
                  <a:noFill/>
                </a:ln>
                <a:solidFill>
                  <a:prstClr val="black"/>
                </a:solidFill>
                <a:effectLst/>
                <a:uLnTx/>
                <a:uFillTx/>
                <a:latin typeface="宋体" pitchFamily="2" charset="-122"/>
                <a:ea typeface="宋体" pitchFamily="2" charset="-122"/>
                <a:cs typeface="+mn-cs"/>
              </a:rPr>
              <a:t>丢失更新、读脏、读不可重复）。</a:t>
            </a:r>
            <a:endParaRPr kumimoji="1" lang="zh-CN" altLang="en-US" sz="2400" b="0" i="0" u="none" strike="noStrike" kern="1200" cap="none" spc="0" normalizeH="0" baseline="0" noProof="0" dirty="0">
              <a:ln>
                <a:noFill/>
              </a:ln>
              <a:solidFill>
                <a:prstClr val="black"/>
              </a:solidFill>
              <a:effectLst/>
              <a:uLnTx/>
              <a:uFillTx/>
              <a:latin typeface="Verdana" panose="020B0804030504040204" pitchFamily="34" charset="0"/>
              <a:ea typeface="宋体"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dirty="0">
              <a:ln>
                <a:noFill/>
              </a:ln>
              <a:solidFill>
                <a:prstClr val="black"/>
              </a:solidFill>
              <a:effectLst/>
              <a:uLnTx/>
              <a:uFillTx/>
              <a:latin typeface="宋体" pitchFamily="2" charset="-122"/>
              <a:ea typeface="宋体"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400" b="0" i="0" u="none" strike="noStrike" kern="1200" cap="none" spc="0" normalizeH="0" baseline="0" noProof="0" dirty="0">
                <a:ln>
                  <a:noFill/>
                </a:ln>
                <a:solidFill>
                  <a:prstClr val="black"/>
                </a:solidFill>
                <a:effectLst/>
                <a:uLnTx/>
                <a:uFillTx/>
                <a:latin typeface="宋体" pitchFamily="2" charset="-122"/>
                <a:ea typeface="宋体" pitchFamily="2" charset="-122"/>
                <a:cs typeface="+mn-cs"/>
              </a:rPr>
              <a:t>③ 技术</a:t>
            </a:r>
            <a:endParaRPr kumimoji="1" lang="zh-CN" altLang="en-US" sz="2400" b="0" i="0" u="none" strike="noStrike" kern="1200" cap="none" spc="0" normalizeH="0" baseline="0" noProof="0" dirty="0">
              <a:ln>
                <a:noFill/>
              </a:ln>
              <a:solidFill>
                <a:prstClr val="black"/>
              </a:solidFill>
              <a:effectLst/>
              <a:uLnTx/>
              <a:uFillTx/>
              <a:latin typeface="Verdana" panose="020B0804030504040204" pitchFamily="34" charset="0"/>
              <a:ea typeface="宋体"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400" b="0" i="0" u="none" strike="noStrike" kern="1200" cap="none" spc="0" normalizeH="0" baseline="0" noProof="0" dirty="0">
                <a:ln>
                  <a:noFill/>
                </a:ln>
                <a:solidFill>
                  <a:prstClr val="black"/>
                </a:solidFill>
                <a:effectLst/>
                <a:uLnTx/>
                <a:uFillTx/>
                <a:latin typeface="宋体" pitchFamily="2" charset="-122"/>
                <a:ea typeface="宋体" pitchFamily="2" charset="-122"/>
                <a:cs typeface="+mn-cs"/>
              </a:rPr>
              <a:t>    并发控制。</a:t>
            </a:r>
            <a:endParaRPr kumimoji="1" lang="zh-CN" altLang="en-US" sz="2400" b="0" i="0" u="none" strike="noStrike" kern="1200" cap="none" spc="0" normalizeH="0" baseline="0" noProof="0" dirty="0">
              <a:ln>
                <a:noFill/>
              </a:ln>
              <a:solidFill>
                <a:prstClr val="black"/>
              </a:solidFill>
              <a:effectLst/>
              <a:uLnTx/>
              <a:uFillTx/>
              <a:latin typeface="Verdana" panose="020B0804030504040204" pitchFamily="34" charset="0"/>
              <a:ea typeface="宋体"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dirty="0">
              <a:ln>
                <a:noFill/>
              </a:ln>
              <a:solidFill>
                <a:prstClr val="black"/>
              </a:solidFill>
              <a:effectLst/>
              <a:uLnTx/>
              <a:uFillTx/>
              <a:latin typeface="宋体" pitchFamily="2" charset="-122"/>
              <a:ea typeface="宋体"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400" b="0" i="0" u="none" strike="noStrike" kern="1200" cap="none" spc="0" normalizeH="0" baseline="0" noProof="0" dirty="0">
                <a:ln>
                  <a:noFill/>
                </a:ln>
                <a:solidFill>
                  <a:prstClr val="black"/>
                </a:solidFill>
                <a:effectLst/>
                <a:uLnTx/>
                <a:uFillTx/>
                <a:latin typeface="宋体" pitchFamily="2" charset="-122"/>
                <a:ea typeface="宋体" pitchFamily="2" charset="-122"/>
                <a:cs typeface="+mn-cs"/>
              </a:rPr>
              <a:t>④ 实现</a:t>
            </a:r>
            <a:endParaRPr kumimoji="1" lang="zh-CN" altLang="en-US" sz="2400" b="0" i="0" u="none" strike="noStrike" kern="1200" cap="none" spc="0" normalizeH="0" baseline="0" noProof="0" dirty="0">
              <a:ln>
                <a:noFill/>
              </a:ln>
              <a:solidFill>
                <a:prstClr val="black"/>
              </a:solidFill>
              <a:effectLst/>
              <a:uLnTx/>
              <a:uFillTx/>
              <a:latin typeface="Verdana" panose="020B0804030504040204" pitchFamily="34" charset="0"/>
              <a:ea typeface="宋体"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4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rPr>
              <a:t>        </a:t>
            </a:r>
            <a:r>
              <a:rPr kumimoji="1" lang="zh-CN" altLang="en-US" sz="2400" b="0" i="0" u="none" strike="noStrike" kern="1200" cap="none" spc="0" normalizeH="0" baseline="0" noProof="0" dirty="0">
                <a:ln>
                  <a:noFill/>
                </a:ln>
                <a:solidFill>
                  <a:prstClr val="black"/>
                </a:solidFill>
                <a:effectLst/>
                <a:uLnTx/>
                <a:uFillTx/>
                <a:latin typeface="宋体" pitchFamily="2" charset="-122"/>
                <a:ea typeface="宋体" pitchFamily="2" charset="-122"/>
                <a:cs typeface="+mn-cs"/>
              </a:rPr>
              <a:t>用户定义事务（保证相关操作在一个事务中）；</a:t>
            </a:r>
            <a:endParaRPr kumimoji="1" lang="zh-CN" altLang="en-US" sz="2400" b="0" i="0" u="none" strike="noStrike" kern="1200" cap="none" spc="0" normalizeH="0" baseline="0" noProof="0" dirty="0">
              <a:ln>
                <a:noFill/>
              </a:ln>
              <a:solidFill>
                <a:prstClr val="black"/>
              </a:solidFill>
              <a:effectLst/>
              <a:uLnTx/>
              <a:uFillTx/>
              <a:latin typeface="Verdana" panose="020B0804030504040204" pitchFamily="34" charset="0"/>
              <a:ea typeface="宋体"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4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rPr>
              <a:t>        </a:t>
            </a:r>
            <a:r>
              <a:rPr kumimoji="1" lang="en-US" altLang="zh-CN" sz="2400" b="0" i="0" u="none" strike="noStrike" kern="1200" cap="none" spc="0" normalizeH="0" baseline="0" noProof="0" dirty="0">
                <a:ln>
                  <a:noFill/>
                </a:ln>
                <a:solidFill>
                  <a:prstClr val="black"/>
                </a:solidFill>
                <a:effectLst/>
                <a:uLnTx/>
                <a:uFillTx/>
                <a:latin typeface="Verdana" panose="020B0804030504040204" pitchFamily="34" charset="0"/>
                <a:ea typeface="宋体" pitchFamily="2" charset="-122"/>
                <a:cs typeface="+mn-cs"/>
              </a:rPr>
              <a:t>DBMS</a:t>
            </a:r>
            <a:r>
              <a:rPr kumimoji="1" lang="zh-CN" altLang="en-US" sz="2400" b="0" i="0" u="none" strike="noStrike" kern="1200" cap="none" spc="0" normalizeH="0" baseline="0" noProof="0" dirty="0">
                <a:ln>
                  <a:noFill/>
                </a:ln>
                <a:solidFill>
                  <a:prstClr val="black"/>
                </a:solidFill>
                <a:effectLst/>
                <a:uLnTx/>
                <a:uFillTx/>
                <a:latin typeface="Verdana" panose="020B0804030504040204" pitchFamily="34" charset="0"/>
                <a:ea typeface="宋体" pitchFamily="2" charset="-122"/>
                <a:cs typeface="+mn-cs"/>
              </a:rPr>
              <a:t>负责</a:t>
            </a:r>
            <a:r>
              <a:rPr kumimoji="1" lang="zh-CN" altLang="en-US" sz="24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rPr>
              <a:t>维护事务执行导致数据库状态变化过程中的一致性。</a:t>
            </a:r>
            <a:endParaRPr kumimoji="1" lang="zh-CN" altLang="en-US" sz="2400" b="0" i="0" u="none" strike="noStrike" kern="1200" cap="none" spc="0" normalizeH="0" baseline="0" noProof="0" dirty="0">
              <a:ln>
                <a:noFill/>
              </a:ln>
              <a:solidFill>
                <a:prstClr val="black"/>
              </a:solidFill>
              <a:effectLst/>
              <a:uLnTx/>
              <a:uFillTx/>
              <a:latin typeface="Verdana" panose="020B0804030504040204" pitchFamily="34" charset="0"/>
              <a:ea typeface="宋体"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endParaRPr>
          </a:p>
        </p:txBody>
      </p:sp>
      <p:sp>
        <p:nvSpPr>
          <p:cNvPr id="4" name="流程图: 可选过程 3"/>
          <p:cNvSpPr/>
          <p:nvPr/>
        </p:nvSpPr>
        <p:spPr>
          <a:xfrm>
            <a:off x="6084168" y="548680"/>
            <a:ext cx="2736304" cy="831304"/>
          </a:xfrm>
          <a:prstGeom prst="flowChartAlternateProcess">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2800" b="1" dirty="0">
                <a:ln w="22225">
                  <a:solidFill>
                    <a:schemeClr val="accent2"/>
                  </a:solidFill>
                  <a:prstDash val="solid"/>
                </a:ln>
                <a:solidFill>
                  <a:schemeClr val="accent2">
                    <a:lumMod val="40000"/>
                    <a:lumOff val="60000"/>
                  </a:schemeClr>
                </a:solidFill>
              </a:rPr>
              <a:t>事务概念复习</a:t>
            </a:r>
            <a:endParaRPr lang="zh-CN" altLang="en-US" sz="2800" b="1" dirty="0">
              <a:ln w="22225">
                <a:solidFill>
                  <a:schemeClr val="accent2"/>
                </a:solidFill>
                <a:prstDash val="solid"/>
              </a:ln>
              <a:solidFill>
                <a:schemeClr val="accent2">
                  <a:lumMod val="40000"/>
                  <a:lumOff val="60000"/>
                </a:schemeClr>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ext Box 2"/>
          <p:cNvSpPr txBox="1">
            <a:spLocks noChangeArrowheads="1"/>
          </p:cNvSpPr>
          <p:nvPr/>
        </p:nvSpPr>
        <p:spPr bwMode="auto">
          <a:xfrm>
            <a:off x="212725" y="774214"/>
            <a:ext cx="8702675" cy="4524315"/>
          </a:xfrm>
          <a:prstGeom prst="rect">
            <a:avLst/>
          </a:prstGeom>
          <a:noFill/>
          <a:ln w="9525">
            <a:noFill/>
            <a:miter lim="800000"/>
          </a:ln>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400" b="0" i="0" u="none" strike="noStrike" kern="1200" cap="none" spc="0" normalizeH="0" baseline="0" noProof="0" dirty="0">
                <a:ln>
                  <a:noFill/>
                </a:ln>
                <a:solidFill>
                  <a:prstClr val="black"/>
                </a:solidFill>
                <a:effectLst/>
                <a:uLnTx/>
                <a:uFillTx/>
                <a:latin typeface="Verdana" panose="020B0804030504040204" pitchFamily="34" charset="0"/>
                <a:ea typeface="宋体" pitchFamily="2" charset="-122"/>
                <a:cs typeface="+mn-cs"/>
              </a:rPr>
              <a:t>3</a:t>
            </a:r>
            <a:r>
              <a:rPr kumimoji="1" lang="zh-CN" altLang="en-US" sz="24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rPr>
              <a:t>）隔离性（</a:t>
            </a:r>
            <a:r>
              <a:rPr kumimoji="1" lang="en-US" altLang="zh-CN" sz="2400" b="0" i="0" u="none" strike="noStrike" kern="1200" cap="none" spc="0" normalizeH="0" baseline="0" noProof="0" dirty="0">
                <a:ln>
                  <a:noFill/>
                </a:ln>
                <a:solidFill>
                  <a:prstClr val="black"/>
                </a:solidFill>
                <a:effectLst/>
                <a:uLnTx/>
                <a:uFillTx/>
                <a:latin typeface="Verdana" panose="020B0804030504040204" pitchFamily="34" charset="0"/>
                <a:ea typeface="宋体" pitchFamily="2" charset="-122"/>
                <a:cs typeface="+mn-cs"/>
              </a:rPr>
              <a:t>isolation</a:t>
            </a:r>
            <a:r>
              <a:rPr kumimoji="1" lang="zh-CN" altLang="en-US" sz="24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rPr>
              <a:t>）</a:t>
            </a:r>
            <a:endParaRPr kumimoji="1" lang="zh-CN" altLang="en-US" sz="2400" b="0" i="0" u="none" strike="noStrike" kern="1200" cap="none" spc="0" normalizeH="0" baseline="0" noProof="0" dirty="0">
              <a:ln>
                <a:noFill/>
              </a:ln>
              <a:solidFill>
                <a:prstClr val="black"/>
              </a:solidFill>
              <a:effectLst/>
              <a:uLnTx/>
              <a:uFillTx/>
              <a:latin typeface="Verdana" panose="020B0804030504040204" pitchFamily="34" charset="0"/>
              <a:ea typeface="宋体"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400" b="0" i="0" u="none" strike="noStrike" kern="1200" cap="none" spc="0" normalizeH="0" baseline="0" noProof="0" dirty="0">
                <a:ln>
                  <a:noFill/>
                </a:ln>
                <a:solidFill>
                  <a:prstClr val="black"/>
                </a:solidFill>
                <a:effectLst/>
                <a:uLnTx/>
                <a:uFillTx/>
                <a:latin typeface="宋体" pitchFamily="2" charset="-122"/>
                <a:ea typeface="宋体" pitchFamily="2" charset="-122"/>
                <a:cs typeface="+mn-cs"/>
              </a:rPr>
              <a:t>① 定义</a:t>
            </a:r>
            <a:endParaRPr kumimoji="1" lang="zh-CN" altLang="en-US" sz="2400" b="0" i="0" u="none" strike="noStrike" kern="1200" cap="none" spc="0" normalizeH="0" baseline="0" noProof="0" dirty="0">
              <a:ln>
                <a:noFill/>
              </a:ln>
              <a:solidFill>
                <a:prstClr val="black"/>
              </a:solidFill>
              <a:effectLst/>
              <a:uLnTx/>
              <a:uFillTx/>
              <a:latin typeface="Verdana" panose="020B0804030504040204" pitchFamily="34" charset="0"/>
              <a:ea typeface="宋体"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4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rPr>
              <a:t>         </a:t>
            </a:r>
            <a:r>
              <a:rPr kumimoji="1" lang="zh-CN" altLang="en-US" sz="24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rPr>
              <a:t>一个事务中对</a:t>
            </a:r>
            <a:r>
              <a:rPr kumimoji="1" lang="en-US" altLang="zh-CN" sz="2400" b="0" i="0" u="none" strike="noStrike" kern="1200" cap="none" spc="0" normalizeH="0" baseline="0" noProof="0" dirty="0">
                <a:ln>
                  <a:noFill/>
                </a:ln>
                <a:solidFill>
                  <a:prstClr val="black"/>
                </a:solidFill>
                <a:effectLst/>
                <a:uLnTx/>
                <a:uFillTx/>
                <a:latin typeface="Verdana" panose="020B0804030504040204" pitchFamily="34" charset="0"/>
                <a:ea typeface="宋体" pitchFamily="2" charset="-122"/>
                <a:cs typeface="+mn-cs"/>
              </a:rPr>
              <a:t>DB</a:t>
            </a:r>
            <a:r>
              <a:rPr kumimoji="1" lang="zh-CN" altLang="en-US" sz="24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rPr>
              <a:t>的操作及使用的数据与其它并发事务无关，并发执行的事务间不能互相干扰。</a:t>
            </a:r>
            <a:endParaRPr kumimoji="1" lang="zh-CN" altLang="en-US" sz="2400" b="0" i="0" u="none" strike="noStrike" kern="1200" cap="none" spc="0" normalizeH="0" baseline="0" noProof="0" dirty="0">
              <a:ln>
                <a:noFill/>
              </a:ln>
              <a:solidFill>
                <a:prstClr val="black"/>
              </a:solidFill>
              <a:effectLst/>
              <a:uLnTx/>
              <a:uFillTx/>
              <a:latin typeface="Verdana" panose="020B0804030504040204" pitchFamily="34" charset="0"/>
              <a:ea typeface="宋体"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400" b="0" i="0" u="none" strike="noStrike" kern="1200" cap="none" spc="0" normalizeH="0" baseline="0" noProof="0" dirty="0">
                <a:ln>
                  <a:noFill/>
                </a:ln>
                <a:solidFill>
                  <a:prstClr val="black"/>
                </a:solidFill>
                <a:effectLst/>
                <a:uLnTx/>
                <a:uFillTx/>
                <a:latin typeface="宋体" pitchFamily="2" charset="-122"/>
                <a:ea typeface="宋体" pitchFamily="2" charset="-122"/>
                <a:cs typeface="+mn-cs"/>
              </a:rPr>
              <a:t>②</a:t>
            </a:r>
            <a:r>
              <a:rPr kumimoji="1" lang="zh-CN" altLang="en-US" sz="2400" b="0" i="0" u="none" strike="noStrike" kern="1200" cap="none" spc="0" normalizeH="0" baseline="0" noProof="0" dirty="0">
                <a:ln>
                  <a:noFill/>
                </a:ln>
                <a:solidFill>
                  <a:prstClr val="black"/>
                </a:solidFill>
                <a:effectLst/>
                <a:uLnTx/>
                <a:uFillTx/>
                <a:latin typeface="Verdana" panose="020B0804030504040204" pitchFamily="34" charset="0"/>
                <a:ea typeface="宋体" pitchFamily="2" charset="-122"/>
                <a:cs typeface="+mn-cs"/>
              </a:rPr>
              <a:t> </a:t>
            </a:r>
            <a:r>
              <a:rPr kumimoji="1" lang="zh-CN" altLang="en-US" sz="24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rPr>
              <a:t>目标</a:t>
            </a:r>
            <a:endParaRPr kumimoji="1" lang="zh-CN" altLang="en-US" sz="2400" b="0" i="0" u="none" strike="noStrike" kern="1200" cap="none" spc="0" normalizeH="0" baseline="0" noProof="0" dirty="0">
              <a:ln>
                <a:noFill/>
              </a:ln>
              <a:solidFill>
                <a:prstClr val="black"/>
              </a:solidFill>
              <a:effectLst/>
              <a:uLnTx/>
              <a:uFillTx/>
              <a:latin typeface="Verdana" panose="020B0804030504040204" pitchFamily="34" charset="0"/>
              <a:ea typeface="宋体"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4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rPr>
              <a:t>         避免并发错误</a:t>
            </a:r>
            <a:r>
              <a:rPr lang="zh-CN" altLang="en-US" dirty="0">
                <a:solidFill>
                  <a:prstClr val="black"/>
                </a:solidFill>
                <a:latin typeface="Times New Roman" panose="02020503050405090304" pitchFamily="18" charset="0"/>
              </a:rPr>
              <a:t>、</a:t>
            </a:r>
            <a:r>
              <a:rPr kumimoji="1" lang="zh-CN" altLang="en-US" sz="24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rPr>
              <a:t>链式干扰。</a:t>
            </a:r>
            <a:endParaRPr kumimoji="1" lang="zh-CN" altLang="en-US" sz="2400" b="0" i="0" u="none" strike="noStrike" kern="1200" cap="none" spc="0" normalizeH="0" baseline="0" noProof="0" dirty="0">
              <a:ln>
                <a:noFill/>
              </a:ln>
              <a:solidFill>
                <a:prstClr val="black"/>
              </a:solidFill>
              <a:effectLst/>
              <a:uLnTx/>
              <a:uFillTx/>
              <a:latin typeface="Verdana" panose="020B0804030504040204" pitchFamily="34" charset="0"/>
              <a:ea typeface="宋体"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400" b="0" i="0" u="none" strike="noStrike" kern="1200" cap="none" spc="0" normalizeH="0" baseline="0" noProof="0" dirty="0">
                <a:ln>
                  <a:noFill/>
                </a:ln>
                <a:solidFill>
                  <a:prstClr val="black"/>
                </a:solidFill>
                <a:effectLst/>
                <a:uLnTx/>
                <a:uFillTx/>
                <a:latin typeface="宋体" pitchFamily="2" charset="-122"/>
                <a:ea typeface="宋体" pitchFamily="2" charset="-122"/>
                <a:cs typeface="+mn-cs"/>
              </a:rPr>
              <a:t>③</a:t>
            </a:r>
            <a:r>
              <a:rPr kumimoji="1" lang="zh-CN" altLang="en-US" sz="2400" b="0" i="0" u="none" strike="noStrike" kern="1200" cap="none" spc="0" normalizeH="0" baseline="0" noProof="0" dirty="0">
                <a:ln>
                  <a:noFill/>
                </a:ln>
                <a:solidFill>
                  <a:prstClr val="black"/>
                </a:solidFill>
                <a:effectLst/>
                <a:uLnTx/>
                <a:uFillTx/>
                <a:latin typeface="Verdana" panose="020B0804030504040204" pitchFamily="34" charset="0"/>
                <a:ea typeface="宋体" pitchFamily="2" charset="-122"/>
                <a:cs typeface="+mn-cs"/>
              </a:rPr>
              <a:t> </a:t>
            </a:r>
            <a:r>
              <a:rPr kumimoji="1" lang="zh-CN" altLang="en-US" sz="24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rPr>
              <a:t>技术</a:t>
            </a:r>
            <a:endParaRPr kumimoji="1" lang="zh-CN" altLang="en-US" sz="2400" b="0" i="0" u="none" strike="noStrike" kern="1200" cap="none" spc="0" normalizeH="0" baseline="0" noProof="0" dirty="0">
              <a:ln>
                <a:noFill/>
              </a:ln>
              <a:solidFill>
                <a:prstClr val="black"/>
              </a:solidFill>
              <a:effectLst/>
              <a:uLnTx/>
              <a:uFillTx/>
              <a:latin typeface="Verdana" panose="020B0804030504040204" pitchFamily="34" charset="0"/>
              <a:ea typeface="宋体"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4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rPr>
              <a:t>        并发控制。</a:t>
            </a:r>
            <a:endParaRPr kumimoji="1" lang="zh-CN" altLang="en-US" sz="2400" b="0" i="0" u="none" strike="noStrike" kern="1200" cap="none" spc="0" normalizeH="0" baseline="0" noProof="0" dirty="0">
              <a:ln>
                <a:noFill/>
              </a:ln>
              <a:solidFill>
                <a:prstClr val="black"/>
              </a:solidFill>
              <a:effectLst/>
              <a:uLnTx/>
              <a:uFillTx/>
              <a:latin typeface="Verdana" panose="020B0804030504040204" pitchFamily="34" charset="0"/>
              <a:ea typeface="宋体"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400" b="0" i="0" u="none" strike="noStrike" kern="1200" cap="none" spc="0" normalizeH="0" baseline="0" noProof="0" dirty="0">
                <a:ln>
                  <a:noFill/>
                </a:ln>
                <a:solidFill>
                  <a:prstClr val="black"/>
                </a:solidFill>
                <a:effectLst/>
                <a:uLnTx/>
                <a:uFillTx/>
                <a:latin typeface="宋体" pitchFamily="2" charset="-122"/>
                <a:ea typeface="宋体" pitchFamily="2" charset="-122"/>
                <a:cs typeface="+mn-cs"/>
              </a:rPr>
              <a:t>④</a:t>
            </a:r>
            <a:r>
              <a:rPr kumimoji="1" lang="zh-CN" altLang="en-US" sz="2400" b="0" i="0" u="none" strike="noStrike" kern="1200" cap="none" spc="0" normalizeH="0" baseline="0" noProof="0" dirty="0">
                <a:ln>
                  <a:noFill/>
                </a:ln>
                <a:solidFill>
                  <a:prstClr val="black"/>
                </a:solidFill>
                <a:effectLst/>
                <a:uLnTx/>
                <a:uFillTx/>
                <a:latin typeface="Verdana" panose="020B0804030504040204" pitchFamily="34" charset="0"/>
                <a:ea typeface="宋体" pitchFamily="2" charset="-122"/>
                <a:cs typeface="+mn-cs"/>
              </a:rPr>
              <a:t> </a:t>
            </a:r>
            <a:r>
              <a:rPr kumimoji="1" lang="zh-CN" altLang="en-US" sz="24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rPr>
              <a:t>实现</a:t>
            </a:r>
            <a:endParaRPr kumimoji="1" lang="zh-CN" altLang="en-US" sz="2400" b="0" i="0" u="none" strike="noStrike" kern="1200" cap="none" spc="0" normalizeH="0" baseline="0" noProof="0" dirty="0">
              <a:ln>
                <a:noFill/>
              </a:ln>
              <a:solidFill>
                <a:prstClr val="black"/>
              </a:solidFill>
              <a:effectLst/>
              <a:uLnTx/>
              <a:uFillTx/>
              <a:latin typeface="Verdana" panose="020B0804030504040204" pitchFamily="34" charset="0"/>
              <a:ea typeface="宋体"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400" b="0" i="0" u="none" strike="noStrike" kern="1200" cap="none" spc="0" normalizeH="0" baseline="0" noProof="0" dirty="0">
                <a:ln>
                  <a:noFill/>
                </a:ln>
                <a:solidFill>
                  <a:prstClr val="black"/>
                </a:solidFill>
                <a:effectLst/>
                <a:uLnTx/>
                <a:uFillTx/>
                <a:latin typeface="Verdana" panose="020B0804030504040204" pitchFamily="34" charset="0"/>
                <a:ea typeface="宋体" pitchFamily="2" charset="-122"/>
                <a:cs typeface="+mn-cs"/>
              </a:rPr>
              <a:t>      DBMS</a:t>
            </a:r>
            <a:r>
              <a:rPr kumimoji="1" lang="zh-CN" altLang="en-US" sz="2400" b="0" i="0" u="none" strike="noStrike" kern="1200" cap="none" spc="0" normalizeH="0" baseline="0" noProof="0" dirty="0">
                <a:ln>
                  <a:noFill/>
                </a:ln>
                <a:solidFill>
                  <a:prstClr val="black"/>
                </a:solidFill>
                <a:effectLst/>
                <a:uLnTx/>
                <a:uFillTx/>
                <a:latin typeface="Verdana" panose="020B0804030504040204" pitchFamily="34" charset="0"/>
                <a:ea typeface="宋体" pitchFamily="2" charset="-122"/>
                <a:cs typeface="+mn-cs"/>
              </a:rPr>
              <a:t>依据应用程序设定的事务隔离级别</a:t>
            </a:r>
            <a:r>
              <a:rPr kumimoji="1" lang="zh-CN" altLang="en-US" sz="24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rPr>
              <a:t>自动实现。</a:t>
            </a:r>
            <a:endParaRPr kumimoji="1" lang="en-US" altLang="zh-CN" sz="24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endParaRPr>
          </a:p>
          <a:p>
            <a:pPr>
              <a:defRPr/>
            </a:pPr>
            <a:endParaRPr lang="en-US" altLang="zh-CN" dirty="0">
              <a:solidFill>
                <a:prstClr val="black"/>
              </a:solidFill>
            </a:endParaRPr>
          </a:p>
          <a:p>
            <a:pPr>
              <a:defRPr/>
            </a:pPr>
            <a:r>
              <a:rPr lang="en-US" altLang="zh-CN" dirty="0">
                <a:solidFill>
                  <a:prstClr val="black"/>
                </a:solidFill>
              </a:rPr>
              <a:t>4</a:t>
            </a:r>
            <a:r>
              <a:rPr lang="zh-CN" altLang="en-US" dirty="0">
                <a:solidFill>
                  <a:prstClr val="black"/>
                </a:solidFill>
                <a:latin typeface="Times New Roman" panose="02020503050405090304" pitchFamily="18" charset="0"/>
              </a:rPr>
              <a:t>）持久性（</a:t>
            </a:r>
            <a:r>
              <a:rPr lang="en-US" altLang="zh-CN" dirty="0">
                <a:solidFill>
                  <a:prstClr val="black"/>
                </a:solidFill>
              </a:rPr>
              <a:t>Durability</a:t>
            </a:r>
            <a:r>
              <a:rPr lang="zh-CN" altLang="en-US" dirty="0">
                <a:solidFill>
                  <a:prstClr val="black"/>
                </a:solidFill>
                <a:latin typeface="Times New Roman" panose="02020503050405090304" pitchFamily="18" charset="0"/>
              </a:rPr>
              <a:t>）</a:t>
            </a:r>
            <a:endParaRPr kumimoji="1" lang="zh-CN" altLang="en-US" sz="2400" b="0" i="0" u="none" strike="noStrike" kern="1200" cap="none" spc="0" normalizeH="0" baseline="0" noProof="0" dirty="0">
              <a:ln>
                <a:noFill/>
              </a:ln>
              <a:solidFill>
                <a:prstClr val="black"/>
              </a:solidFill>
              <a:effectLst/>
              <a:uLnTx/>
              <a:uFillTx/>
              <a:latin typeface="Verdana" panose="020B0804030504040204" pitchFamily="34" charset="0"/>
              <a:ea typeface="宋体" pitchFamily="2" charset="-122"/>
              <a:cs typeface="+mn-cs"/>
            </a:endParaRPr>
          </a:p>
        </p:txBody>
      </p:sp>
      <p:sp>
        <p:nvSpPr>
          <p:cNvPr id="3" name="灯片编号占位符 2"/>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A4A714E6-9499-4B9D-945F-12ACD332B638}" type="slidenum">
              <a:rPr kumimoji="0" lang="en-US" altLang="zh-CN" sz="1200" b="0" i="0" u="none" strike="noStrike" kern="1200" cap="none" spc="0" normalizeH="0" baseline="0" noProof="0" smtClean="0">
                <a:ln>
                  <a:noFill/>
                </a:ln>
                <a:solidFill>
                  <a:srgbClr val="04617B">
                    <a:shade val="90000"/>
                  </a:srgbClr>
                </a:solidFill>
                <a:effectLst/>
                <a:uLnTx/>
                <a:uFillTx/>
                <a:latin typeface="Verdana" panose="020B0804030504040204" pitchFamily="34" charset="0"/>
                <a:ea typeface="宋体" pitchFamily="2" charset="-122"/>
                <a:cs typeface="+mn-cs"/>
              </a:rPr>
            </a:fld>
            <a:endParaRPr kumimoji="0" lang="en-US" altLang="zh-CN" sz="1200" b="0" i="0" u="none" strike="noStrike" kern="1200" cap="none" spc="0" normalizeH="0" baseline="0" noProof="0">
              <a:ln>
                <a:noFill/>
              </a:ln>
              <a:solidFill>
                <a:srgbClr val="04617B">
                  <a:shade val="90000"/>
                </a:srgbClr>
              </a:solidFill>
              <a:effectLst/>
              <a:uLnTx/>
              <a:uFillTx/>
              <a:latin typeface="Verdana" panose="020B0804030504040204" pitchFamily="34" charset="0"/>
              <a:ea typeface="宋体" pitchFamily="2" charset="-122"/>
              <a:cs typeface="+mn-cs"/>
            </a:endParaRPr>
          </a:p>
        </p:txBody>
      </p:sp>
      <p:sp>
        <p:nvSpPr>
          <p:cNvPr id="4" name="圆角矩形标注 3"/>
          <p:cNvSpPr/>
          <p:nvPr/>
        </p:nvSpPr>
        <p:spPr>
          <a:xfrm>
            <a:off x="5010894" y="2780928"/>
            <a:ext cx="914400" cy="612648"/>
          </a:xfrm>
          <a:prstGeom prst="wedgeRoundRectCallout">
            <a:avLst>
              <a:gd name="adj1" fmla="val -97222"/>
              <a:gd name="adj2" fmla="val -43221"/>
              <a:gd name="adj3" fmla="val 16667"/>
            </a:avLst>
          </a:prstGeom>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2400" b="0" i="0" u="none" strike="noStrike" kern="1200" cap="none" spc="0" normalizeH="0" baseline="0" noProof="0" dirty="0">
                <a:ln>
                  <a:noFill/>
                </a:ln>
                <a:solidFill>
                  <a:prstClr val="black"/>
                </a:solidFill>
                <a:effectLst/>
                <a:uLnTx/>
                <a:uFillTx/>
                <a:latin typeface="Constantia"/>
                <a:ea typeface="宋体" pitchFamily="2" charset="-122"/>
                <a:cs typeface="+mn-cs"/>
              </a:rPr>
              <a:t>插入</a:t>
            </a:r>
            <a:endParaRPr kumimoji="1" lang="zh-CN" altLang="en-US" sz="2400" b="0" i="0" u="none" strike="noStrike" kern="1200" cap="none" spc="0" normalizeH="0" baseline="0" noProof="0" dirty="0">
              <a:ln>
                <a:noFill/>
              </a:ln>
              <a:solidFill>
                <a:prstClr val="black"/>
              </a:solidFill>
              <a:effectLst/>
              <a:uLnTx/>
              <a:uFillTx/>
              <a:latin typeface="Constantia"/>
              <a:ea typeface="宋体" pitchFamily="2" charset="-122"/>
              <a:cs typeface="+mn-cs"/>
            </a:endParaRPr>
          </a:p>
        </p:txBody>
      </p:sp>
      <p:sp>
        <p:nvSpPr>
          <p:cNvPr id="5" name="圆角矩形标注 4"/>
          <p:cNvSpPr/>
          <p:nvPr/>
        </p:nvSpPr>
        <p:spPr>
          <a:xfrm>
            <a:off x="6235030" y="3087252"/>
            <a:ext cx="914400" cy="612648"/>
          </a:xfrm>
          <a:prstGeom prst="wedgeRoundRectCallout">
            <a:avLst>
              <a:gd name="adj1" fmla="val -97222"/>
              <a:gd name="adj2" fmla="val -43221"/>
              <a:gd name="adj3" fmla="val 16667"/>
            </a:avLst>
          </a:prstGeom>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2400" b="0" i="0" u="none" strike="noStrike" kern="1200" cap="none" spc="0" normalizeH="0" baseline="0" noProof="0" dirty="0">
                <a:ln>
                  <a:noFill/>
                </a:ln>
                <a:solidFill>
                  <a:prstClr val="black"/>
                </a:solidFill>
                <a:effectLst/>
                <a:uLnTx/>
                <a:uFillTx/>
                <a:latin typeface="Constantia"/>
                <a:ea typeface="宋体" pitchFamily="2" charset="-122"/>
                <a:cs typeface="+mn-cs"/>
              </a:rPr>
              <a:t>更新</a:t>
            </a:r>
            <a:endParaRPr kumimoji="1" lang="zh-CN" altLang="en-US" sz="2400" b="0" i="0" u="none" strike="noStrike" kern="1200" cap="none" spc="0" normalizeH="0" baseline="0" noProof="0" dirty="0">
              <a:ln>
                <a:noFill/>
              </a:ln>
              <a:solidFill>
                <a:prstClr val="black"/>
              </a:solidFill>
              <a:effectLst/>
              <a:uLnTx/>
              <a:uFillTx/>
              <a:latin typeface="Constantia"/>
              <a:ea typeface="宋体" pitchFamily="2" charset="-122"/>
              <a:cs typeface="+mn-cs"/>
            </a:endParaRPr>
          </a:p>
        </p:txBody>
      </p:sp>
      <p:sp>
        <p:nvSpPr>
          <p:cNvPr id="6" name="圆角矩形标注 5"/>
          <p:cNvSpPr/>
          <p:nvPr/>
        </p:nvSpPr>
        <p:spPr>
          <a:xfrm>
            <a:off x="7113984" y="3517235"/>
            <a:ext cx="914400" cy="612648"/>
          </a:xfrm>
          <a:prstGeom prst="wedgeRoundRectCallout">
            <a:avLst>
              <a:gd name="adj1" fmla="val -97222"/>
              <a:gd name="adj2" fmla="val -43221"/>
              <a:gd name="adj3" fmla="val 16667"/>
            </a:avLst>
          </a:prstGeom>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2400" b="0" i="0" u="none" strike="noStrike" kern="1200" cap="none" spc="0" normalizeH="0" baseline="0" noProof="0" dirty="0">
                <a:ln>
                  <a:noFill/>
                </a:ln>
                <a:solidFill>
                  <a:prstClr val="black"/>
                </a:solidFill>
                <a:effectLst/>
                <a:uLnTx/>
                <a:uFillTx/>
                <a:latin typeface="Constantia"/>
                <a:ea typeface="宋体" pitchFamily="2" charset="-122"/>
                <a:cs typeface="+mn-cs"/>
              </a:rPr>
              <a:t>插入</a:t>
            </a:r>
            <a:endParaRPr kumimoji="1" lang="zh-CN" altLang="en-US" sz="2400" b="0" i="0" u="none" strike="noStrike" kern="1200" cap="none" spc="0" normalizeH="0" baseline="0" noProof="0" dirty="0">
              <a:ln>
                <a:noFill/>
              </a:ln>
              <a:solidFill>
                <a:prstClr val="black"/>
              </a:solidFill>
              <a:effectLst/>
              <a:uLnTx/>
              <a:uFillTx/>
              <a:latin typeface="Constantia"/>
              <a:ea typeface="宋体" pitchFamily="2" charset="-122"/>
              <a:cs typeface="+mn-cs"/>
            </a:endParaRPr>
          </a:p>
        </p:txBody>
      </p:sp>
      <p:sp>
        <p:nvSpPr>
          <p:cNvPr id="7" name="流程图: 可选过程 6"/>
          <p:cNvSpPr/>
          <p:nvPr/>
        </p:nvSpPr>
        <p:spPr>
          <a:xfrm>
            <a:off x="6084168" y="548680"/>
            <a:ext cx="2736304" cy="831304"/>
          </a:xfrm>
          <a:prstGeom prst="flowChartAlternateProcess">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2800" b="1" dirty="0">
                <a:ln w="22225">
                  <a:solidFill>
                    <a:schemeClr val="accent2"/>
                  </a:solidFill>
                  <a:prstDash val="solid"/>
                </a:ln>
                <a:solidFill>
                  <a:schemeClr val="accent2">
                    <a:lumMod val="40000"/>
                    <a:lumOff val="60000"/>
                  </a:schemeClr>
                </a:solidFill>
              </a:rPr>
              <a:t>事务概念复习</a:t>
            </a:r>
            <a:endParaRPr lang="zh-CN" altLang="en-US" sz="2800" b="1" dirty="0">
              <a:ln w="22225">
                <a:solidFill>
                  <a:schemeClr val="accent2"/>
                </a:solidFill>
                <a:prstDash val="solid"/>
              </a:ln>
              <a:solidFill>
                <a:schemeClr val="accent2">
                  <a:lumMod val="40000"/>
                  <a:lumOff val="60000"/>
                </a:schemeClr>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标题 1"/>
          <p:cNvSpPr>
            <a:spLocks noGrp="1" noChangeArrowheads="1"/>
          </p:cNvSpPr>
          <p:nvPr>
            <p:ph type="title"/>
          </p:nvPr>
        </p:nvSpPr>
        <p:spPr>
          <a:xfrm>
            <a:off x="457200" y="704850"/>
            <a:ext cx="8229600" cy="630237"/>
          </a:xfrm>
        </p:spPr>
        <p:txBody>
          <a:bodyPr/>
          <a:lstStyle/>
          <a:p>
            <a:r>
              <a:rPr lang="en-US" altLang="zh-CN" sz="3600" b="1" dirty="0">
                <a:latin typeface="+mj-ea"/>
              </a:rPr>
              <a:t>11.2 </a:t>
            </a:r>
            <a:r>
              <a:rPr lang="zh-CN" altLang="en-US" sz="3600" b="1" dirty="0">
                <a:latin typeface="+mj-ea"/>
              </a:rPr>
              <a:t>并发控制</a:t>
            </a:r>
            <a:endParaRPr lang="zh-CN" altLang="en-US" sz="3600" dirty="0">
              <a:latin typeface="+mj-ea"/>
            </a:endParaRPr>
          </a:p>
        </p:txBody>
      </p:sp>
      <p:sp>
        <p:nvSpPr>
          <p:cNvPr id="3" name="内容占位符 2"/>
          <p:cNvSpPr>
            <a:spLocks noGrp="1"/>
          </p:cNvSpPr>
          <p:nvPr>
            <p:ph idx="1"/>
          </p:nvPr>
        </p:nvSpPr>
        <p:spPr>
          <a:xfrm>
            <a:off x="250825" y="1916831"/>
            <a:ext cx="8713788" cy="4209331"/>
          </a:xfrm>
        </p:spPr>
        <p:txBody>
          <a:bodyPr/>
          <a:lstStyle/>
          <a:p>
            <a:pPr>
              <a:buFont typeface="Wingdings" panose="05000000000000000000" pitchFamily="2" charset="2"/>
              <a:buChar char="Ø"/>
              <a:defRPr/>
            </a:pPr>
            <a:r>
              <a:rPr lang="zh-CN" altLang="en-US" dirty="0"/>
              <a:t>事务有</a:t>
            </a:r>
            <a:r>
              <a:rPr lang="en-US" altLang="zh-CN" dirty="0"/>
              <a:t>ACID</a:t>
            </a:r>
            <a:r>
              <a:rPr lang="zh-CN" altLang="en-US" dirty="0"/>
              <a:t>特性，在恢复章节谈到用日志、影子页保证原子性，本章重点阐述如何解决隔离性与一致性问题。</a:t>
            </a:r>
            <a:endParaRPr lang="en-US" altLang="zh-CN" dirty="0"/>
          </a:p>
          <a:p>
            <a:pPr>
              <a:buFont typeface="Wingdings" panose="05000000000000000000" pitchFamily="2" charset="2"/>
              <a:buChar char="Ø"/>
              <a:defRPr/>
            </a:pPr>
            <a:r>
              <a:rPr lang="zh-CN" altLang="en-US" dirty="0"/>
              <a:t>一致性分两类</a:t>
            </a:r>
            <a:endParaRPr lang="en-US" altLang="zh-CN" dirty="0"/>
          </a:p>
          <a:p>
            <a:pPr lvl="1">
              <a:buFont typeface="Wingdings" panose="05000000000000000000" pitchFamily="2" charset="2"/>
              <a:buChar char="ü"/>
              <a:defRPr/>
            </a:pPr>
            <a:r>
              <a:rPr lang="zh-CN" altLang="zh-CN" dirty="0"/>
              <a:t>数据库一致性（</a:t>
            </a:r>
            <a:r>
              <a:rPr lang="en-US" altLang="zh-CN" dirty="0"/>
              <a:t>Database Consistency</a:t>
            </a:r>
            <a:r>
              <a:rPr lang="zh-CN" altLang="zh-CN" dirty="0"/>
              <a:t>）</a:t>
            </a:r>
            <a:endParaRPr lang="en-US" altLang="zh-CN" dirty="0"/>
          </a:p>
          <a:p>
            <a:pPr lvl="1">
              <a:buFont typeface="Wingdings" panose="05000000000000000000" pitchFamily="2" charset="2"/>
              <a:buChar char="ü"/>
              <a:defRPr/>
            </a:pPr>
            <a:r>
              <a:rPr lang="zh-CN" altLang="en-US" dirty="0"/>
              <a:t>事务</a:t>
            </a:r>
            <a:r>
              <a:rPr lang="zh-CN" altLang="zh-CN" dirty="0"/>
              <a:t>一致性（</a:t>
            </a:r>
            <a:r>
              <a:rPr lang="en-US" altLang="zh-CN" dirty="0"/>
              <a:t>Transaction Consistency</a:t>
            </a:r>
            <a:r>
              <a:rPr lang="zh-CN" altLang="zh-CN" dirty="0"/>
              <a:t>）</a:t>
            </a:r>
            <a:endParaRPr lang="en-US" altLang="zh-CN" dirty="0"/>
          </a:p>
          <a:p>
            <a:pPr marL="342900" lvl="1" indent="-342900">
              <a:buFont typeface="Wingdings" panose="05000000000000000000" pitchFamily="2" charset="2"/>
              <a:buChar char="Ø"/>
              <a:defRPr/>
            </a:pPr>
            <a:r>
              <a:rPr lang="zh-CN" altLang="en-US" sz="2800" dirty="0">
                <a:cs typeface="+mn-cs"/>
              </a:rPr>
              <a:t>采用封锁、协议保证隔离性</a:t>
            </a:r>
            <a:endParaRPr lang="en-US" altLang="zh-CN" sz="2800" dirty="0">
              <a:cs typeface="+mn-cs"/>
            </a:endParaRPr>
          </a:p>
          <a:p>
            <a:pPr lvl="1">
              <a:buFont typeface="Wingdings" panose="05000000000000000000" pitchFamily="2" charset="2"/>
              <a:buChar char="ü"/>
              <a:defRPr/>
            </a:pPr>
            <a:r>
              <a:rPr lang="zh-CN" altLang="en-US" dirty="0"/>
              <a:t>悲观（</a:t>
            </a:r>
            <a:r>
              <a:rPr lang="en-US" altLang="zh-CN" dirty="0"/>
              <a:t>Pessimistic</a:t>
            </a:r>
            <a:r>
              <a:rPr lang="zh-CN" altLang="en-US" dirty="0"/>
              <a:t>）</a:t>
            </a:r>
            <a:endParaRPr lang="en-US" altLang="zh-CN" dirty="0"/>
          </a:p>
          <a:p>
            <a:pPr lvl="1">
              <a:buFont typeface="Wingdings" panose="05000000000000000000" pitchFamily="2" charset="2"/>
              <a:buChar char="ü"/>
              <a:defRPr/>
            </a:pPr>
            <a:r>
              <a:rPr lang="zh-CN" altLang="en-US" dirty="0"/>
              <a:t>乐观（</a:t>
            </a:r>
            <a:r>
              <a:rPr lang="en-US" altLang="zh-CN" dirty="0"/>
              <a:t>Optimistic</a:t>
            </a:r>
            <a:r>
              <a:rPr lang="zh-CN" altLang="en-US" dirty="0"/>
              <a:t>）</a:t>
            </a:r>
            <a:endParaRPr lang="en-US" altLang="zh-CN" dirty="0"/>
          </a:p>
          <a:p>
            <a:pPr marL="0" indent="0">
              <a:buFontTx/>
              <a:buNone/>
              <a:defRPr/>
            </a:pPr>
            <a:endParaRPr lang="zh-CN" altLang="en-US" dirty="0"/>
          </a:p>
        </p:txBody>
      </p:sp>
      <p:sp>
        <p:nvSpPr>
          <p:cNvPr id="4" name="星形: 六角 7"/>
          <p:cNvSpPr/>
          <p:nvPr/>
        </p:nvSpPr>
        <p:spPr>
          <a:xfrm>
            <a:off x="250825" y="74613"/>
            <a:ext cx="576759" cy="630237"/>
          </a:xfrm>
          <a:prstGeom prst="star6">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prstClr val="white"/>
              </a:solidFill>
              <a:effectLst/>
              <a:uLnTx/>
              <a:uFillTx/>
              <a:latin typeface="Constantia"/>
              <a:ea typeface="宋体" pitchFamily="2" charset="-122"/>
              <a:cs typeface="+mn-c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ext Box 2"/>
          <p:cNvSpPr txBox="1">
            <a:spLocks noChangeArrowheads="1"/>
          </p:cNvSpPr>
          <p:nvPr/>
        </p:nvSpPr>
        <p:spPr bwMode="auto">
          <a:xfrm>
            <a:off x="212725" y="76200"/>
            <a:ext cx="8626475" cy="6664325"/>
          </a:xfrm>
          <a:prstGeom prst="rect">
            <a:avLst/>
          </a:prstGeom>
          <a:noFill/>
          <a:ln w="9525">
            <a:noFill/>
            <a:miter lim="800000"/>
          </a:ln>
        </p:spPr>
        <p:txBody>
          <a:bodyPr>
            <a:spAutoFit/>
          </a:bodyPr>
          <a:lstStyle/>
          <a:p>
            <a:pPr algn="just"/>
            <a:r>
              <a:rPr lang="en-US" altLang="zh-CN" b="1" dirty="0">
                <a:ea typeface="黑体" pitchFamily="2" charset="-122"/>
              </a:rPr>
              <a:t>11. 2 </a:t>
            </a:r>
            <a:r>
              <a:rPr lang="zh-CN" altLang="en-US" b="1" dirty="0">
                <a:ea typeface="黑体" pitchFamily="2" charset="-122"/>
              </a:rPr>
              <a:t>并发控制</a:t>
            </a:r>
            <a:endParaRPr lang="zh-CN" altLang="en-US" b="1" dirty="0">
              <a:ea typeface="黑体" pitchFamily="2" charset="-122"/>
            </a:endParaRPr>
          </a:p>
          <a:p>
            <a:pPr algn="just"/>
            <a:endParaRPr lang="zh-CN" altLang="en-US" b="1" dirty="0">
              <a:ea typeface="黑体" pitchFamily="2" charset="-122"/>
            </a:endParaRPr>
          </a:p>
          <a:p>
            <a:pPr algn="just"/>
            <a:endParaRPr lang="zh-CN" altLang="en-US" dirty="0"/>
          </a:p>
          <a:p>
            <a:pPr algn="just"/>
            <a:endParaRPr lang="zh-CN" altLang="en-US" dirty="0"/>
          </a:p>
          <a:p>
            <a:pPr algn="just"/>
            <a:endParaRPr lang="zh-CN" altLang="en-US" dirty="0"/>
          </a:p>
          <a:p>
            <a:pPr algn="just"/>
            <a:endParaRPr lang="zh-CN" altLang="en-US" dirty="0"/>
          </a:p>
          <a:p>
            <a:pPr algn="just"/>
            <a:endParaRPr lang="zh-CN" altLang="en-US" dirty="0"/>
          </a:p>
          <a:p>
            <a:pPr algn="just"/>
            <a:endParaRPr lang="zh-CN" altLang="en-US" dirty="0"/>
          </a:p>
          <a:p>
            <a:pPr algn="just"/>
            <a:endParaRPr lang="zh-CN" altLang="en-US" dirty="0"/>
          </a:p>
          <a:p>
            <a:pPr algn="just"/>
            <a:endParaRPr lang="zh-CN" altLang="en-US" dirty="0"/>
          </a:p>
          <a:p>
            <a:pPr algn="just"/>
            <a:endParaRPr lang="zh-CN" altLang="en-US" dirty="0"/>
          </a:p>
          <a:p>
            <a:pPr algn="just"/>
            <a:endParaRPr lang="zh-CN" altLang="en-US" dirty="0"/>
          </a:p>
          <a:p>
            <a:pPr algn="just"/>
            <a:endParaRPr lang="zh-CN" altLang="en-US" dirty="0"/>
          </a:p>
          <a:p>
            <a:pPr algn="just"/>
            <a:r>
              <a:rPr lang="en-US" altLang="zh-CN" dirty="0"/>
              <a:t>1</a:t>
            </a:r>
            <a:r>
              <a:rPr lang="zh-CN" altLang="en-US" dirty="0">
                <a:latin typeface="Times New Roman" panose="02020503050405090304" pitchFamily="18" charset="0"/>
              </a:rPr>
              <a:t>、问题的提出</a:t>
            </a:r>
            <a:endParaRPr lang="zh-CN" altLang="en-US" dirty="0">
              <a:latin typeface="Times New Roman" panose="02020503050405090304" pitchFamily="18" charset="0"/>
            </a:endParaRPr>
          </a:p>
          <a:p>
            <a:pPr algn="just"/>
            <a:r>
              <a:rPr lang="zh-CN" altLang="en-US" dirty="0"/>
              <a:t>问题</a:t>
            </a:r>
            <a:r>
              <a:rPr lang="en-US" altLang="zh-CN" dirty="0"/>
              <a:t>1</a:t>
            </a:r>
            <a:r>
              <a:rPr lang="zh-CN" altLang="en-US" dirty="0">
                <a:latin typeface="Times New Roman" panose="02020503050405090304" pitchFamily="18" charset="0"/>
              </a:rPr>
              <a:t>）丢失更新（</a:t>
            </a:r>
            <a:r>
              <a:rPr lang="en-US" altLang="zh-CN" dirty="0"/>
              <a:t>lost update</a:t>
            </a:r>
            <a:r>
              <a:rPr lang="zh-CN" altLang="en-US" dirty="0">
                <a:latin typeface="Times New Roman" panose="02020503050405090304" pitchFamily="18" charset="0"/>
              </a:rPr>
              <a:t>）</a:t>
            </a:r>
            <a:endParaRPr lang="zh-CN" altLang="en-US" dirty="0"/>
          </a:p>
          <a:p>
            <a:r>
              <a:rPr lang="en-US" altLang="zh-CN" dirty="0">
                <a:latin typeface="Times New Roman" panose="02020503050405090304" pitchFamily="18" charset="0"/>
              </a:rPr>
              <a:t>——</a:t>
            </a:r>
            <a:r>
              <a:rPr lang="zh-CN" altLang="en-US" dirty="0">
                <a:latin typeface="宋体" pitchFamily="2" charset="-122"/>
              </a:rPr>
              <a:t>两个以上事务从</a:t>
            </a:r>
            <a:r>
              <a:rPr lang="en-US" altLang="zh-CN" dirty="0"/>
              <a:t>DB</a:t>
            </a:r>
            <a:r>
              <a:rPr lang="zh-CN" altLang="en-US" dirty="0">
                <a:latin typeface="宋体" pitchFamily="2" charset="-122"/>
              </a:rPr>
              <a:t>中读入同一数据并修改之，其中一事务的提交结果破坏了另一事务的提交结果，导致该事务对</a:t>
            </a:r>
            <a:r>
              <a:rPr lang="en-US" altLang="zh-CN" dirty="0"/>
              <a:t>DB</a:t>
            </a:r>
            <a:r>
              <a:rPr lang="zh-CN" altLang="en-US" dirty="0">
                <a:latin typeface="宋体" pitchFamily="2" charset="-122"/>
              </a:rPr>
              <a:t>的修改被丢失。</a:t>
            </a:r>
            <a:r>
              <a:rPr lang="zh-CN" altLang="en-US" dirty="0"/>
              <a:t> </a:t>
            </a:r>
            <a:endParaRPr lang="zh-CN" altLang="en-US" dirty="0"/>
          </a:p>
        </p:txBody>
      </p:sp>
      <p:pic>
        <p:nvPicPr>
          <p:cNvPr id="28675" name="Picture 4" descr="事务并发"/>
          <p:cNvPicPr>
            <a:picLocks noChangeAspect="1" noChangeArrowheads="1"/>
          </p:cNvPicPr>
          <p:nvPr/>
        </p:nvPicPr>
        <p:blipFill>
          <a:blip r:embed="rId1"/>
          <a:srcRect/>
          <a:stretch>
            <a:fillRect/>
          </a:stretch>
        </p:blipFill>
        <p:spPr bwMode="auto">
          <a:xfrm>
            <a:off x="1905000" y="609600"/>
            <a:ext cx="5029200" cy="4038600"/>
          </a:xfrm>
          <a:prstGeom prst="rect">
            <a:avLst/>
          </a:prstGeom>
          <a:noFill/>
          <a:ln w="9525">
            <a:noFill/>
            <a:miter lim="800000"/>
            <a:headEnd/>
            <a:tailEnd/>
          </a:ln>
        </p:spPr>
      </p:pic>
      <p:sp>
        <p:nvSpPr>
          <p:cNvPr id="28676" name="AutoShape 5"/>
          <p:cNvSpPr>
            <a:spLocks noChangeArrowheads="1"/>
          </p:cNvSpPr>
          <p:nvPr/>
        </p:nvSpPr>
        <p:spPr bwMode="auto">
          <a:xfrm>
            <a:off x="8382000" y="609600"/>
            <a:ext cx="431800" cy="358775"/>
          </a:xfrm>
          <a:prstGeom prst="star4">
            <a:avLst>
              <a:gd name="adj" fmla="val 12500"/>
            </a:avLst>
          </a:prstGeom>
          <a:solidFill>
            <a:schemeClr val="accent1"/>
          </a:solidFill>
          <a:ln w="9525">
            <a:solidFill>
              <a:schemeClr val="tx1"/>
            </a:solidFill>
            <a:miter lim="800000"/>
          </a:ln>
        </p:spPr>
        <p:txBody>
          <a:bodyPr wrap="none" anchor="ctr"/>
          <a:lstStyle/>
          <a:p>
            <a:endParaRPr lang="zh-CN" altLang="en-US"/>
          </a:p>
        </p:txBody>
      </p:sp>
      <p:sp>
        <p:nvSpPr>
          <p:cNvPr id="8" name="灯片编号占位符 7"/>
          <p:cNvSpPr>
            <a:spLocks noGrp="1"/>
          </p:cNvSpPr>
          <p:nvPr>
            <p:ph type="sldNum" sz="quarter" idx="12"/>
          </p:nvPr>
        </p:nvSpPr>
        <p:spPr/>
        <p:txBody>
          <a:bodyPr/>
          <a:lstStyle/>
          <a:p>
            <a:pPr>
              <a:defRPr/>
            </a:pPr>
            <a:fld id="{8F8B8854-06D8-4D31-B909-0F9DEF0F2205}" type="slidenum">
              <a:rPr lang="en-US" altLang="zh-CN"/>
            </a:fld>
            <a:endParaRPr lang="en-US" altLang="zh-CN"/>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Text Box 2"/>
          <p:cNvSpPr txBox="1">
            <a:spLocks noChangeArrowheads="1"/>
          </p:cNvSpPr>
          <p:nvPr/>
        </p:nvSpPr>
        <p:spPr bwMode="auto">
          <a:xfrm>
            <a:off x="136525" y="31750"/>
            <a:ext cx="901700" cy="457200"/>
          </a:xfrm>
          <a:prstGeom prst="rect">
            <a:avLst/>
          </a:prstGeom>
          <a:noFill/>
          <a:ln w="9525">
            <a:noFill/>
            <a:miter lim="800000"/>
          </a:ln>
        </p:spPr>
        <p:txBody>
          <a:bodyPr wrap="none">
            <a:spAutoFit/>
          </a:bodyPr>
          <a:lstStyle/>
          <a:p>
            <a:r>
              <a:rPr lang="zh-CN" altLang="en-US">
                <a:latin typeface="宋体" pitchFamily="2" charset="-122"/>
              </a:rPr>
              <a:t>例：</a:t>
            </a:r>
            <a:r>
              <a:rPr lang="zh-CN" altLang="en-US"/>
              <a:t> </a:t>
            </a:r>
            <a:endParaRPr lang="zh-CN" altLang="en-US"/>
          </a:p>
        </p:txBody>
      </p:sp>
      <p:graphicFrame>
        <p:nvGraphicFramePr>
          <p:cNvPr id="1026" name="Object 3"/>
          <p:cNvGraphicFramePr>
            <a:graphicFrameLocks noChangeAspect="1"/>
          </p:cNvGraphicFramePr>
          <p:nvPr/>
        </p:nvGraphicFramePr>
        <p:xfrm>
          <a:off x="808038" y="231775"/>
          <a:ext cx="6856412" cy="4086225"/>
        </p:xfrm>
        <a:graphic>
          <a:graphicData uri="http://schemas.openxmlformats.org/presentationml/2006/ole">
            <mc:AlternateContent xmlns:mc="http://schemas.openxmlformats.org/markup-compatibility/2006">
              <mc:Choice xmlns:v="urn:schemas-microsoft-com:vml" Requires="v">
                <p:oleObj spid="_x0000_s31081" name="Document" r:id="rId1" imgW="8362315" imgH="4982210" progId="Word.Document.8">
                  <p:embed/>
                </p:oleObj>
              </mc:Choice>
              <mc:Fallback>
                <p:oleObj name="Document" r:id="rId1" imgW="8362315" imgH="4982210" progId="Word.Document.8">
                  <p:embed/>
                  <p:pic>
                    <p:nvPicPr>
                      <p:cNvPr id="0" name="Object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8038" y="231775"/>
                        <a:ext cx="6856412" cy="40862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28" name="Text Box 4"/>
          <p:cNvSpPr txBox="1">
            <a:spLocks noChangeArrowheads="1"/>
          </p:cNvSpPr>
          <p:nvPr/>
        </p:nvSpPr>
        <p:spPr bwMode="auto">
          <a:xfrm>
            <a:off x="228600" y="4038600"/>
            <a:ext cx="8686800" cy="2647950"/>
          </a:xfrm>
          <a:prstGeom prst="rect">
            <a:avLst/>
          </a:prstGeom>
          <a:noFill/>
          <a:ln w="9525">
            <a:noFill/>
            <a:miter lim="800000"/>
          </a:ln>
        </p:spPr>
        <p:txBody>
          <a:bodyPr>
            <a:spAutoFit/>
          </a:bodyPr>
          <a:lstStyle/>
          <a:p>
            <a:r>
              <a:rPr lang="zh-CN" altLang="en-US" dirty="0">
                <a:latin typeface="Times New Roman" panose="02020503050405090304" pitchFamily="18" charset="0"/>
              </a:rPr>
              <a:t>按</a:t>
            </a:r>
            <a:r>
              <a:rPr lang="en-US" altLang="zh-CN" dirty="0" err="1"/>
              <a:t>ti</a:t>
            </a:r>
            <a:r>
              <a:rPr lang="zh-CN" altLang="en-US" dirty="0">
                <a:latin typeface="Times New Roman" panose="02020503050405090304" pitchFamily="18" charset="0"/>
              </a:rPr>
              <a:t>执行：</a:t>
            </a:r>
            <a:endParaRPr lang="zh-CN" altLang="en-US" dirty="0"/>
          </a:p>
          <a:p>
            <a:r>
              <a:rPr lang="en-US" altLang="zh-CN" dirty="0">
                <a:latin typeface="Times New Roman" panose="02020503050405090304" pitchFamily="18" charset="0"/>
              </a:rPr>
              <a:t>·</a:t>
            </a:r>
            <a:r>
              <a:rPr lang="en-US" altLang="zh-CN" dirty="0"/>
              <a:t>TA</a:t>
            </a:r>
            <a:r>
              <a:rPr lang="zh-CN" altLang="en-US" dirty="0">
                <a:latin typeface="Times New Roman" panose="02020503050405090304" pitchFamily="18" charset="0"/>
              </a:rPr>
              <a:t>在</a:t>
            </a:r>
            <a:r>
              <a:rPr lang="en-US" altLang="zh-CN" dirty="0"/>
              <a:t>t1</a:t>
            </a:r>
            <a:r>
              <a:rPr lang="zh-CN" altLang="en-US" dirty="0">
                <a:latin typeface="Times New Roman" panose="02020503050405090304" pitchFamily="18" charset="0"/>
              </a:rPr>
              <a:t>处从</a:t>
            </a:r>
            <a:r>
              <a:rPr lang="en-US" altLang="zh-CN" dirty="0"/>
              <a:t>DB</a:t>
            </a:r>
            <a:r>
              <a:rPr lang="zh-CN" altLang="en-US" dirty="0">
                <a:latin typeface="Times New Roman" panose="02020503050405090304" pitchFamily="18" charset="0"/>
              </a:rPr>
              <a:t>中读入</a:t>
            </a:r>
            <a:r>
              <a:rPr lang="en-US" altLang="zh-CN" dirty="0"/>
              <a:t>X</a:t>
            </a:r>
            <a:r>
              <a:rPr lang="zh-CN" altLang="en-US" dirty="0">
                <a:latin typeface="Times New Roman" panose="02020503050405090304" pitchFamily="18" charset="0"/>
              </a:rPr>
              <a:t>值（为</a:t>
            </a:r>
            <a:r>
              <a:rPr lang="en-US" altLang="zh-CN" dirty="0"/>
              <a:t>100</a:t>
            </a:r>
            <a:r>
              <a:rPr lang="zh-CN" altLang="en-US" dirty="0">
                <a:latin typeface="Times New Roman" panose="02020503050405090304" pitchFamily="18" charset="0"/>
              </a:rPr>
              <a:t>），</a:t>
            </a:r>
            <a:r>
              <a:rPr lang="en-US" altLang="zh-CN" dirty="0"/>
              <a:t>TB</a:t>
            </a:r>
            <a:r>
              <a:rPr lang="zh-CN" altLang="en-US" dirty="0">
                <a:latin typeface="Times New Roman" panose="02020503050405090304" pitchFamily="18" charset="0"/>
              </a:rPr>
              <a:t>在</a:t>
            </a:r>
            <a:r>
              <a:rPr lang="en-US" altLang="zh-CN" dirty="0"/>
              <a:t>t2</a:t>
            </a:r>
            <a:r>
              <a:rPr lang="zh-CN" altLang="en-US" dirty="0">
                <a:latin typeface="Times New Roman" panose="02020503050405090304" pitchFamily="18" charset="0"/>
              </a:rPr>
              <a:t>处读入值（</a:t>
            </a:r>
            <a:r>
              <a:rPr lang="en-US" altLang="zh-CN" dirty="0"/>
              <a:t>100</a:t>
            </a:r>
            <a:r>
              <a:rPr lang="zh-CN" altLang="en-US" dirty="0">
                <a:latin typeface="Times New Roman" panose="02020503050405090304" pitchFamily="18" charset="0"/>
              </a:rPr>
              <a:t>）</a:t>
            </a:r>
            <a:endParaRPr lang="zh-CN" altLang="en-US" dirty="0"/>
          </a:p>
          <a:p>
            <a:r>
              <a:rPr lang="en-US" altLang="zh-CN" dirty="0">
                <a:latin typeface="Times New Roman" panose="02020503050405090304" pitchFamily="18" charset="0"/>
              </a:rPr>
              <a:t>·</a:t>
            </a:r>
            <a:r>
              <a:rPr lang="en-US" altLang="zh-CN" dirty="0"/>
              <a:t>TA</a:t>
            </a:r>
            <a:r>
              <a:rPr lang="zh-CN" altLang="en-US" dirty="0">
                <a:latin typeface="Times New Roman" panose="02020503050405090304" pitchFamily="18" charset="0"/>
              </a:rPr>
              <a:t>在</a:t>
            </a:r>
            <a:r>
              <a:rPr lang="en-US" altLang="zh-CN" dirty="0"/>
              <a:t>t3</a:t>
            </a:r>
            <a:r>
              <a:rPr lang="zh-CN" altLang="en-US" dirty="0">
                <a:latin typeface="Times New Roman" panose="02020503050405090304" pitchFamily="18" charset="0"/>
              </a:rPr>
              <a:t>执行</a:t>
            </a:r>
            <a:r>
              <a:rPr lang="en-US" altLang="zh-CN" dirty="0"/>
              <a:t>X-1</a:t>
            </a:r>
            <a:r>
              <a:rPr lang="zh-CN" altLang="en-US" dirty="0">
                <a:latin typeface="Times New Roman" panose="02020503050405090304" pitchFamily="18" charset="0"/>
              </a:rPr>
              <a:t>并写回</a:t>
            </a:r>
            <a:r>
              <a:rPr lang="en-US" altLang="zh-CN" dirty="0"/>
              <a:t>DB</a:t>
            </a:r>
            <a:r>
              <a:rPr lang="zh-CN" altLang="en-US" dirty="0">
                <a:latin typeface="Times New Roman" panose="02020503050405090304" pitchFamily="18" charset="0"/>
              </a:rPr>
              <a:t>，</a:t>
            </a:r>
            <a:r>
              <a:rPr lang="en-US" altLang="zh-CN" dirty="0"/>
              <a:t>DB</a:t>
            </a:r>
            <a:r>
              <a:rPr lang="zh-CN" altLang="en-US" dirty="0">
                <a:latin typeface="Times New Roman" panose="02020503050405090304" pitchFamily="18" charset="0"/>
              </a:rPr>
              <a:t>中</a:t>
            </a:r>
            <a:r>
              <a:rPr lang="en-US" altLang="zh-CN" dirty="0"/>
              <a:t>X</a:t>
            </a:r>
            <a:r>
              <a:rPr lang="zh-CN" altLang="en-US" dirty="0">
                <a:latin typeface="Times New Roman" panose="02020503050405090304" pitchFamily="18" charset="0"/>
              </a:rPr>
              <a:t>值为</a:t>
            </a:r>
            <a:r>
              <a:rPr lang="en-US" altLang="zh-CN" dirty="0"/>
              <a:t>99</a:t>
            </a:r>
            <a:endParaRPr lang="en-US" altLang="zh-CN" dirty="0"/>
          </a:p>
          <a:p>
            <a:r>
              <a:rPr lang="en-US" altLang="zh-CN" dirty="0">
                <a:latin typeface="Times New Roman" panose="02020503050405090304" pitchFamily="18" charset="0"/>
              </a:rPr>
              <a:t>·</a:t>
            </a:r>
            <a:r>
              <a:rPr lang="en-US" altLang="zh-CN" dirty="0"/>
              <a:t>TB</a:t>
            </a:r>
            <a:r>
              <a:rPr lang="zh-CN" altLang="en-US" dirty="0">
                <a:latin typeface="Times New Roman" panose="02020503050405090304" pitchFamily="18" charset="0"/>
              </a:rPr>
              <a:t>在</a:t>
            </a:r>
            <a:r>
              <a:rPr lang="en-US" altLang="zh-CN" dirty="0"/>
              <a:t>t4</a:t>
            </a:r>
            <a:r>
              <a:rPr lang="zh-CN" altLang="en-US" dirty="0">
                <a:latin typeface="Times New Roman" panose="02020503050405090304" pitchFamily="18" charset="0"/>
              </a:rPr>
              <a:t>执行</a:t>
            </a:r>
            <a:r>
              <a:rPr lang="en-US" altLang="zh-CN" dirty="0"/>
              <a:t>X-1</a:t>
            </a:r>
            <a:r>
              <a:rPr lang="zh-CN" altLang="en-US" dirty="0">
                <a:latin typeface="Times New Roman" panose="02020503050405090304" pitchFamily="18" charset="0"/>
              </a:rPr>
              <a:t>并写回</a:t>
            </a:r>
            <a:r>
              <a:rPr lang="en-US" altLang="zh-CN" dirty="0"/>
              <a:t>DB</a:t>
            </a:r>
            <a:r>
              <a:rPr lang="zh-CN" altLang="en-US" dirty="0">
                <a:latin typeface="Times New Roman" panose="02020503050405090304" pitchFamily="18" charset="0"/>
              </a:rPr>
              <a:t>，</a:t>
            </a:r>
            <a:r>
              <a:rPr lang="en-US" altLang="zh-CN" dirty="0"/>
              <a:t>DB</a:t>
            </a:r>
            <a:r>
              <a:rPr lang="zh-CN" altLang="en-US" dirty="0">
                <a:latin typeface="Times New Roman" panose="02020503050405090304" pitchFamily="18" charset="0"/>
              </a:rPr>
              <a:t>中</a:t>
            </a:r>
            <a:r>
              <a:rPr lang="en-US" altLang="zh-CN" dirty="0"/>
              <a:t>X</a:t>
            </a:r>
            <a:r>
              <a:rPr lang="zh-CN" altLang="en-US" dirty="0">
                <a:latin typeface="Times New Roman" panose="02020503050405090304" pitchFamily="18" charset="0"/>
              </a:rPr>
              <a:t>值为</a:t>
            </a:r>
            <a:r>
              <a:rPr lang="en-US" altLang="zh-CN" dirty="0"/>
              <a:t>99</a:t>
            </a:r>
            <a:r>
              <a:rPr lang="zh-CN" altLang="en-US" dirty="0">
                <a:latin typeface="Times New Roman" panose="02020503050405090304" pitchFamily="18" charset="0"/>
              </a:rPr>
              <a:t>。</a:t>
            </a:r>
            <a:endParaRPr lang="zh-CN" altLang="en-US" dirty="0"/>
          </a:p>
          <a:p>
            <a:r>
              <a:rPr lang="en-US" altLang="zh-CN" dirty="0">
                <a:latin typeface="Times New Roman" panose="02020503050405090304" pitchFamily="18" charset="0"/>
              </a:rPr>
              <a:t>·</a:t>
            </a:r>
            <a:r>
              <a:rPr lang="en-US" altLang="zh-CN" dirty="0"/>
              <a:t>TB</a:t>
            </a:r>
            <a:r>
              <a:rPr lang="zh-CN" altLang="en-US" dirty="0">
                <a:latin typeface="Times New Roman" panose="02020503050405090304" pitchFamily="18" charset="0"/>
              </a:rPr>
              <a:t>对</a:t>
            </a:r>
            <a:r>
              <a:rPr lang="en-US" altLang="zh-CN" dirty="0"/>
              <a:t>X</a:t>
            </a:r>
            <a:r>
              <a:rPr lang="zh-CN" altLang="en-US" dirty="0">
                <a:latin typeface="Times New Roman" panose="02020503050405090304" pitchFamily="18" charset="0"/>
              </a:rPr>
              <a:t>的修改履盖了</a:t>
            </a:r>
            <a:r>
              <a:rPr lang="en-US" altLang="zh-CN" dirty="0"/>
              <a:t>TA</a:t>
            </a:r>
            <a:r>
              <a:rPr lang="zh-CN" altLang="en-US" dirty="0">
                <a:latin typeface="Times New Roman" panose="02020503050405090304" pitchFamily="18" charset="0"/>
              </a:rPr>
              <a:t>对</a:t>
            </a:r>
            <a:r>
              <a:rPr lang="en-US" altLang="zh-CN" dirty="0"/>
              <a:t>X</a:t>
            </a:r>
            <a:r>
              <a:rPr lang="zh-CN" altLang="en-US" dirty="0">
                <a:latin typeface="Times New Roman" panose="02020503050405090304" pitchFamily="18" charset="0"/>
              </a:rPr>
              <a:t>修改，使</a:t>
            </a:r>
            <a:r>
              <a:rPr lang="en-US" altLang="zh-CN" dirty="0"/>
              <a:t>TA</a:t>
            </a:r>
            <a:r>
              <a:rPr lang="zh-CN" altLang="en-US" dirty="0">
                <a:latin typeface="Times New Roman" panose="02020503050405090304" pitchFamily="18" charset="0"/>
              </a:rPr>
              <a:t>之修改丢失。</a:t>
            </a:r>
            <a:endParaRPr lang="zh-CN" altLang="en-US" dirty="0"/>
          </a:p>
          <a:p>
            <a:r>
              <a:rPr lang="zh-CN" altLang="en-US" dirty="0">
                <a:latin typeface="宋体" pitchFamily="2" charset="-122"/>
              </a:rPr>
              <a:t>（若为飞机订票，则</a:t>
            </a:r>
            <a:r>
              <a:rPr lang="en-US" altLang="zh-CN" dirty="0"/>
              <a:t>TA</a:t>
            </a:r>
            <a:r>
              <a:rPr lang="zh-CN" altLang="en-US" dirty="0">
                <a:latin typeface="宋体" pitchFamily="2" charset="-122"/>
              </a:rPr>
              <a:t>、</a:t>
            </a:r>
            <a:r>
              <a:rPr lang="en-US" altLang="zh-CN" dirty="0"/>
              <a:t>TB</a:t>
            </a:r>
            <a:r>
              <a:rPr lang="zh-CN" altLang="en-US" dirty="0">
                <a:latin typeface="宋体" pitchFamily="2" charset="-122"/>
              </a:rPr>
              <a:t>实卖</a:t>
            </a:r>
            <a:r>
              <a:rPr lang="en-US" altLang="zh-CN" dirty="0"/>
              <a:t>2</a:t>
            </a:r>
            <a:r>
              <a:rPr lang="zh-CN" altLang="en-US" dirty="0">
                <a:latin typeface="宋体" pitchFamily="2" charset="-122"/>
              </a:rPr>
              <a:t>张票，但系统中只表现卖了一张票）</a:t>
            </a:r>
            <a:r>
              <a:rPr lang="zh-CN" altLang="en-US" dirty="0"/>
              <a:t> </a:t>
            </a:r>
            <a:endParaRPr lang="zh-CN" altLang="en-US" dirty="0"/>
          </a:p>
        </p:txBody>
      </p:sp>
      <p:sp>
        <p:nvSpPr>
          <p:cNvPr id="8" name="灯片编号占位符 7"/>
          <p:cNvSpPr>
            <a:spLocks noGrp="1"/>
          </p:cNvSpPr>
          <p:nvPr>
            <p:ph type="sldNum" sz="quarter" idx="12"/>
          </p:nvPr>
        </p:nvSpPr>
        <p:spPr/>
        <p:txBody>
          <a:bodyPr/>
          <a:lstStyle/>
          <a:p>
            <a:pPr>
              <a:defRPr/>
            </a:pPr>
            <a:fld id="{AC015E18-9C10-4FA1-B5C1-BB48C362BBC6}" type="slidenum">
              <a:rPr lang="en-US" altLang="zh-CN"/>
            </a:fld>
            <a:endParaRPr lang="en-US" altLang="zh-CN"/>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1" name="Text Box 2"/>
          <p:cNvSpPr txBox="1">
            <a:spLocks noChangeArrowheads="1"/>
          </p:cNvSpPr>
          <p:nvPr/>
        </p:nvSpPr>
        <p:spPr bwMode="auto">
          <a:xfrm>
            <a:off x="228600" y="5543550"/>
            <a:ext cx="8686800" cy="457200"/>
          </a:xfrm>
          <a:prstGeom prst="rect">
            <a:avLst/>
          </a:prstGeom>
          <a:noFill/>
          <a:ln w="9525">
            <a:noFill/>
            <a:miter lim="800000"/>
          </a:ln>
        </p:spPr>
        <p:txBody>
          <a:bodyPr>
            <a:spAutoFit/>
          </a:bodyPr>
          <a:lstStyle/>
          <a:p>
            <a:r>
              <a:rPr lang="en-US" altLang="zh-CN"/>
              <a:t>Sc1=R</a:t>
            </a:r>
            <a:r>
              <a:rPr lang="en-US" altLang="zh-CN" baseline="-25000"/>
              <a:t>A</a:t>
            </a:r>
            <a:r>
              <a:rPr lang="en-US" altLang="zh-CN"/>
              <a:t>(X)</a:t>
            </a:r>
            <a:r>
              <a:rPr lang="en-US" altLang="zh-CN">
                <a:solidFill>
                  <a:srgbClr val="1D22F9"/>
                </a:solidFill>
              </a:rPr>
              <a:t>R</a:t>
            </a:r>
            <a:r>
              <a:rPr lang="en-US" altLang="zh-CN" baseline="-25000">
                <a:solidFill>
                  <a:srgbClr val="1D22F9"/>
                </a:solidFill>
              </a:rPr>
              <a:t>B</a:t>
            </a:r>
            <a:r>
              <a:rPr lang="en-US" altLang="zh-CN">
                <a:solidFill>
                  <a:srgbClr val="1D22F9"/>
                </a:solidFill>
              </a:rPr>
              <a:t>(X)</a:t>
            </a:r>
            <a:r>
              <a:rPr lang="en-US" altLang="zh-CN"/>
              <a:t>W</a:t>
            </a:r>
            <a:r>
              <a:rPr lang="en-US" altLang="zh-CN" baseline="-25000"/>
              <a:t>A</a:t>
            </a:r>
            <a:r>
              <a:rPr lang="en-US" altLang="zh-CN"/>
              <a:t>(X)</a:t>
            </a:r>
            <a:r>
              <a:rPr lang="en-US" altLang="zh-CN">
                <a:solidFill>
                  <a:srgbClr val="1D22F9"/>
                </a:solidFill>
              </a:rPr>
              <a:t>W</a:t>
            </a:r>
            <a:r>
              <a:rPr lang="en-US" altLang="zh-CN" baseline="-25000">
                <a:solidFill>
                  <a:srgbClr val="1D22F9"/>
                </a:solidFill>
              </a:rPr>
              <a:t>B</a:t>
            </a:r>
            <a:r>
              <a:rPr lang="en-US" altLang="zh-CN">
                <a:solidFill>
                  <a:srgbClr val="1D22F9"/>
                </a:solidFill>
              </a:rPr>
              <a:t>(X)</a:t>
            </a:r>
            <a:endParaRPr lang="en-US" altLang="zh-CN">
              <a:solidFill>
                <a:srgbClr val="1D22F9"/>
              </a:solidFill>
            </a:endParaRPr>
          </a:p>
        </p:txBody>
      </p:sp>
      <p:graphicFrame>
        <p:nvGraphicFramePr>
          <p:cNvPr id="2050" name="Object 3"/>
          <p:cNvGraphicFramePr>
            <a:graphicFrameLocks noChangeAspect="1"/>
          </p:cNvGraphicFramePr>
          <p:nvPr/>
        </p:nvGraphicFramePr>
        <p:xfrm>
          <a:off x="808038" y="1609725"/>
          <a:ext cx="6856412" cy="4086225"/>
        </p:xfrm>
        <a:graphic>
          <a:graphicData uri="http://schemas.openxmlformats.org/presentationml/2006/ole">
            <mc:AlternateContent xmlns:mc="http://schemas.openxmlformats.org/markup-compatibility/2006">
              <mc:Choice xmlns:v="urn:schemas-microsoft-com:vml" Requires="v">
                <p:oleObj spid="_x0000_s31081" name="Document" r:id="rId1" imgW="8362315" imgH="4982210" progId="Word.Document.8">
                  <p:embed/>
                </p:oleObj>
              </mc:Choice>
              <mc:Fallback>
                <p:oleObj name="Document" r:id="rId1" imgW="8362315" imgH="4982210" progId="Word.Document.8">
                  <p:embed/>
                  <p:pic>
                    <p:nvPicPr>
                      <p:cNvPr id="0" name="Object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8038" y="1609725"/>
                        <a:ext cx="6856412" cy="40862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052" name="Rectangle 4"/>
          <p:cNvSpPr>
            <a:spLocks noChangeArrowheads="1"/>
          </p:cNvSpPr>
          <p:nvPr/>
        </p:nvSpPr>
        <p:spPr bwMode="auto">
          <a:xfrm>
            <a:off x="304800" y="742950"/>
            <a:ext cx="8229600" cy="457200"/>
          </a:xfrm>
          <a:prstGeom prst="rect">
            <a:avLst/>
          </a:prstGeom>
          <a:noFill/>
          <a:ln w="9525">
            <a:noFill/>
            <a:miter lim="800000"/>
          </a:ln>
        </p:spPr>
        <p:txBody>
          <a:bodyPr>
            <a:spAutoFit/>
          </a:bodyPr>
          <a:lstStyle/>
          <a:p>
            <a:r>
              <a:rPr lang="zh-CN" altLang="en-US">
                <a:solidFill>
                  <a:srgbClr val="1D22F9"/>
                </a:solidFill>
                <a:latin typeface="Times New Roman" panose="02020503050405090304" pitchFamily="18" charset="0"/>
              </a:rPr>
              <a:t>调度的文本表达方式：</a:t>
            </a:r>
            <a:endParaRPr lang="zh-CN" altLang="en-US">
              <a:solidFill>
                <a:srgbClr val="1D22F9"/>
              </a:solidFill>
              <a:latin typeface="Times New Roman" panose="02020503050405090304" pitchFamily="18" charset="0"/>
            </a:endParaRPr>
          </a:p>
        </p:txBody>
      </p:sp>
      <p:sp>
        <p:nvSpPr>
          <p:cNvPr id="8" name="灯片编号占位符 7"/>
          <p:cNvSpPr>
            <a:spLocks noGrp="1"/>
          </p:cNvSpPr>
          <p:nvPr>
            <p:ph type="sldNum" sz="quarter" idx="12"/>
          </p:nvPr>
        </p:nvSpPr>
        <p:spPr/>
        <p:txBody>
          <a:bodyPr/>
          <a:lstStyle/>
          <a:p>
            <a:pPr>
              <a:defRPr/>
            </a:pPr>
            <a:fld id="{93A5089C-57E5-4099-8E8F-E9DEB8FB064A}" type="slidenum">
              <a:rPr lang="en-US" altLang="zh-CN"/>
            </a:fld>
            <a:endParaRPr lang="en-US" altLang="zh-CN"/>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Text Box 2"/>
          <p:cNvSpPr txBox="1">
            <a:spLocks noChangeArrowheads="1"/>
          </p:cNvSpPr>
          <p:nvPr/>
        </p:nvSpPr>
        <p:spPr bwMode="auto">
          <a:xfrm>
            <a:off x="136525" y="781050"/>
            <a:ext cx="7101624" cy="1569660"/>
          </a:xfrm>
          <a:prstGeom prst="rect">
            <a:avLst/>
          </a:prstGeom>
          <a:noFill/>
          <a:ln w="9525">
            <a:noFill/>
            <a:miter lim="800000"/>
          </a:ln>
        </p:spPr>
        <p:txBody>
          <a:bodyPr wrap="none">
            <a:spAutoFit/>
          </a:bodyPr>
          <a:lstStyle/>
          <a:p>
            <a:r>
              <a:rPr lang="zh-CN" altLang="en-US" dirty="0"/>
              <a:t>问题</a:t>
            </a:r>
            <a:r>
              <a:rPr lang="en-US" altLang="zh-CN" dirty="0"/>
              <a:t>2</a:t>
            </a:r>
            <a:r>
              <a:rPr lang="zh-CN" altLang="en-US" dirty="0">
                <a:latin typeface="Times New Roman" panose="02020503050405090304" pitchFamily="18" charset="0"/>
              </a:rPr>
              <a:t>）读不可重复（</a:t>
            </a:r>
            <a:r>
              <a:rPr lang="en-US" altLang="zh-CN" dirty="0"/>
              <a:t>non-repeatable read</a:t>
            </a:r>
            <a:r>
              <a:rPr lang="zh-CN" altLang="en-US" dirty="0">
                <a:latin typeface="Times New Roman" panose="02020503050405090304" pitchFamily="18" charset="0"/>
              </a:rPr>
              <a:t>）</a:t>
            </a:r>
            <a:endParaRPr lang="zh-CN" altLang="en-US" dirty="0"/>
          </a:p>
          <a:p>
            <a:r>
              <a:rPr lang="en-US" altLang="zh-CN" dirty="0">
                <a:latin typeface="Times New Roman" panose="02020503050405090304" pitchFamily="18" charset="0"/>
              </a:rPr>
              <a:t>——</a:t>
            </a:r>
            <a:r>
              <a:rPr lang="zh-CN" altLang="en-US" dirty="0">
                <a:latin typeface="Times New Roman" panose="02020503050405090304" pitchFamily="18" charset="0"/>
              </a:rPr>
              <a:t>同一事务重复读同一数据，但获得结果不同。</a:t>
            </a:r>
            <a:endParaRPr lang="zh-CN" altLang="en-US" dirty="0"/>
          </a:p>
          <a:p>
            <a:r>
              <a:rPr lang="zh-CN" altLang="en-US" dirty="0">
                <a:latin typeface="宋体" pitchFamily="2" charset="-122"/>
              </a:rPr>
              <a:t>①</a:t>
            </a:r>
            <a:r>
              <a:rPr lang="zh-CN" altLang="en-US" dirty="0"/>
              <a:t> </a:t>
            </a:r>
            <a:r>
              <a:rPr lang="zh-CN" altLang="en-US" dirty="0">
                <a:latin typeface="Times New Roman" panose="02020503050405090304" pitchFamily="18" charset="0"/>
              </a:rPr>
              <a:t>一事务读取后，另一事务对之进行了</a:t>
            </a:r>
            <a:r>
              <a:rPr lang="zh-CN" altLang="en-US" dirty="0">
                <a:solidFill>
                  <a:srgbClr val="FF0000"/>
                </a:solidFill>
                <a:latin typeface="Times New Roman" panose="02020503050405090304" pitchFamily="18" charset="0"/>
              </a:rPr>
              <a:t>修改</a:t>
            </a:r>
            <a:endParaRPr lang="zh-CN" altLang="en-US" dirty="0">
              <a:solidFill>
                <a:srgbClr val="FF0000"/>
              </a:solidFill>
            </a:endParaRPr>
          </a:p>
          <a:p>
            <a:r>
              <a:rPr lang="zh-CN" altLang="en-US" dirty="0">
                <a:latin typeface="宋体" pitchFamily="2" charset="-122"/>
              </a:rPr>
              <a:t>例：</a:t>
            </a:r>
            <a:r>
              <a:rPr lang="zh-CN" altLang="en-US" dirty="0"/>
              <a:t> </a:t>
            </a:r>
            <a:endParaRPr lang="zh-CN" altLang="en-US" dirty="0"/>
          </a:p>
        </p:txBody>
      </p:sp>
      <p:graphicFrame>
        <p:nvGraphicFramePr>
          <p:cNvPr id="3074" name="Object 3"/>
          <p:cNvGraphicFramePr>
            <a:graphicFrameLocks noChangeAspect="1"/>
          </p:cNvGraphicFramePr>
          <p:nvPr/>
        </p:nvGraphicFramePr>
        <p:xfrm>
          <a:off x="754063" y="2136775"/>
          <a:ext cx="7307262" cy="4435475"/>
        </p:xfrm>
        <a:graphic>
          <a:graphicData uri="http://schemas.openxmlformats.org/presentationml/2006/ole">
            <mc:AlternateContent xmlns:mc="http://schemas.openxmlformats.org/markup-compatibility/2006">
              <mc:Choice xmlns:v="urn:schemas-microsoft-com:vml" Requires="v">
                <p:oleObj spid="_x0000_s31081" name="Document" r:id="rId1" imgW="8246110" imgH="5036820" progId="Word.Document.8">
                  <p:embed/>
                </p:oleObj>
              </mc:Choice>
              <mc:Fallback>
                <p:oleObj name="Document" r:id="rId1" imgW="8246110" imgH="5036820" progId="Word.Document.8">
                  <p:embed/>
                  <p:pic>
                    <p:nvPicPr>
                      <p:cNvPr id="0" name="Object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4063" y="2136775"/>
                        <a:ext cx="7307262" cy="44354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灯片编号占位符 6"/>
          <p:cNvSpPr>
            <a:spLocks noGrp="1"/>
          </p:cNvSpPr>
          <p:nvPr>
            <p:ph type="sldNum" sz="quarter" idx="12"/>
          </p:nvPr>
        </p:nvSpPr>
        <p:spPr/>
        <p:txBody>
          <a:bodyPr/>
          <a:lstStyle/>
          <a:p>
            <a:pPr>
              <a:defRPr/>
            </a:pPr>
            <a:fld id="{DBA9D938-645F-4D86-8F51-DC2E6ADA0409}" type="slidenum">
              <a:rPr lang="en-US" altLang="zh-CN"/>
            </a:fld>
            <a:endParaRPr lang="en-US" altLang="zh-CN"/>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ext Box 2"/>
          <p:cNvSpPr txBox="1">
            <a:spLocks noChangeArrowheads="1"/>
          </p:cNvSpPr>
          <p:nvPr/>
        </p:nvSpPr>
        <p:spPr bwMode="auto">
          <a:xfrm>
            <a:off x="212725" y="820738"/>
            <a:ext cx="8702675" cy="4154984"/>
          </a:xfrm>
          <a:prstGeom prst="rect">
            <a:avLst/>
          </a:prstGeom>
          <a:noFill/>
          <a:ln w="9525">
            <a:noFill/>
            <a:miter lim="800000"/>
          </a:ln>
        </p:spPr>
        <p:txBody>
          <a:bodyPr>
            <a:spAutoFit/>
          </a:bodyPr>
          <a:lstStyle/>
          <a:p>
            <a:r>
              <a:rPr lang="zh-CN" altLang="en-US" dirty="0">
                <a:latin typeface="Times New Roman" panose="02020503050405090304" pitchFamily="18" charset="0"/>
              </a:rPr>
              <a:t>按</a:t>
            </a:r>
            <a:r>
              <a:rPr lang="en-US" altLang="zh-CN" dirty="0" err="1"/>
              <a:t>ti</a:t>
            </a:r>
            <a:r>
              <a:rPr lang="zh-CN" altLang="en-US" dirty="0">
                <a:latin typeface="Times New Roman" panose="02020503050405090304" pitchFamily="18" charset="0"/>
              </a:rPr>
              <a:t>执行：</a:t>
            </a:r>
            <a:endParaRPr lang="zh-CN" altLang="en-US" dirty="0"/>
          </a:p>
          <a:p>
            <a:r>
              <a:rPr lang="en-US" altLang="zh-CN" dirty="0">
                <a:latin typeface="Times New Roman" panose="02020503050405090304" pitchFamily="18" charset="0"/>
              </a:rPr>
              <a:t>·</a:t>
            </a:r>
            <a:r>
              <a:rPr lang="en-US" altLang="zh-CN" dirty="0"/>
              <a:t>T</a:t>
            </a:r>
            <a:r>
              <a:rPr lang="en-US" altLang="zh-CN" baseline="-30000" dirty="0"/>
              <a:t>A</a:t>
            </a:r>
            <a:r>
              <a:rPr lang="zh-CN" altLang="en-US" dirty="0">
                <a:latin typeface="Times New Roman" panose="02020503050405090304" pitchFamily="18" charset="0"/>
              </a:rPr>
              <a:t>第一次在</a:t>
            </a:r>
            <a:r>
              <a:rPr lang="en-US" altLang="zh-CN" dirty="0"/>
              <a:t>t1</a:t>
            </a:r>
            <a:r>
              <a:rPr lang="zh-CN" altLang="en-US" dirty="0">
                <a:latin typeface="Times New Roman" panose="02020503050405090304" pitchFamily="18" charset="0"/>
              </a:rPr>
              <a:t>处读</a:t>
            </a:r>
            <a:r>
              <a:rPr lang="en-US" altLang="zh-CN" dirty="0"/>
              <a:t>B</a:t>
            </a:r>
            <a:r>
              <a:rPr lang="zh-CN" altLang="en-US" dirty="0">
                <a:latin typeface="Times New Roman" panose="02020503050405090304" pitchFamily="18" charset="0"/>
              </a:rPr>
              <a:t>为</a:t>
            </a:r>
            <a:r>
              <a:rPr lang="en-US" altLang="zh-CN" dirty="0"/>
              <a:t>100</a:t>
            </a:r>
            <a:r>
              <a:rPr lang="zh-CN" altLang="en-US" dirty="0">
                <a:latin typeface="Times New Roman" panose="02020503050405090304" pitchFamily="18" charset="0"/>
              </a:rPr>
              <a:t>；</a:t>
            </a:r>
            <a:endParaRPr lang="zh-CN" altLang="en-US" dirty="0"/>
          </a:p>
          <a:p>
            <a:r>
              <a:rPr lang="en-US" altLang="zh-CN" dirty="0">
                <a:latin typeface="Times New Roman" panose="02020503050405090304" pitchFamily="18" charset="0"/>
              </a:rPr>
              <a:t>·</a:t>
            </a:r>
            <a:r>
              <a:rPr lang="en-US" altLang="zh-CN" dirty="0"/>
              <a:t>T</a:t>
            </a:r>
            <a:r>
              <a:rPr lang="en-US" altLang="zh-CN" baseline="-30000" dirty="0"/>
              <a:t>B</a:t>
            </a:r>
            <a:r>
              <a:rPr lang="zh-CN" altLang="en-US" dirty="0">
                <a:latin typeface="Times New Roman" panose="02020503050405090304" pitchFamily="18" charset="0"/>
              </a:rPr>
              <a:t>在</a:t>
            </a:r>
            <a:r>
              <a:rPr lang="en-US" altLang="zh-CN" dirty="0"/>
              <a:t>t2</a:t>
            </a:r>
            <a:r>
              <a:rPr lang="zh-CN" altLang="en-US" dirty="0">
                <a:latin typeface="Times New Roman" panose="02020503050405090304" pitchFamily="18" charset="0"/>
              </a:rPr>
              <a:t>处修改并写回</a:t>
            </a:r>
            <a:r>
              <a:rPr lang="en-US" altLang="zh-CN" dirty="0"/>
              <a:t>DB</a:t>
            </a:r>
            <a:r>
              <a:rPr lang="zh-CN" altLang="en-US" dirty="0">
                <a:latin typeface="Times New Roman" panose="02020503050405090304" pitchFamily="18" charset="0"/>
              </a:rPr>
              <a:t>，</a:t>
            </a:r>
            <a:r>
              <a:rPr lang="en-US" altLang="zh-CN" dirty="0"/>
              <a:t>B</a:t>
            </a:r>
            <a:r>
              <a:rPr lang="zh-CN" altLang="en-US" dirty="0">
                <a:latin typeface="Times New Roman" panose="02020503050405090304" pitchFamily="18" charset="0"/>
              </a:rPr>
              <a:t>为</a:t>
            </a:r>
            <a:r>
              <a:rPr lang="en-US" altLang="zh-CN" dirty="0"/>
              <a:t>200</a:t>
            </a:r>
            <a:r>
              <a:rPr lang="zh-CN" altLang="en-US" dirty="0">
                <a:latin typeface="Times New Roman" panose="02020503050405090304" pitchFamily="18" charset="0"/>
              </a:rPr>
              <a:t>；</a:t>
            </a:r>
            <a:endParaRPr lang="zh-CN" altLang="en-US" dirty="0"/>
          </a:p>
          <a:p>
            <a:r>
              <a:rPr lang="en-US" altLang="zh-CN" dirty="0">
                <a:latin typeface="Times New Roman" panose="02020503050405090304" pitchFamily="18" charset="0"/>
              </a:rPr>
              <a:t>·</a:t>
            </a:r>
            <a:r>
              <a:rPr lang="en-US" altLang="zh-CN" dirty="0"/>
              <a:t>T</a:t>
            </a:r>
            <a:r>
              <a:rPr lang="en-US" altLang="zh-CN" baseline="-30000" dirty="0"/>
              <a:t>A</a:t>
            </a:r>
            <a:r>
              <a:rPr lang="zh-CN" altLang="en-US" dirty="0">
                <a:latin typeface="Times New Roman" panose="02020503050405090304" pitchFamily="18" charset="0"/>
              </a:rPr>
              <a:t>在</a:t>
            </a:r>
            <a:r>
              <a:rPr lang="en-US" altLang="zh-CN" dirty="0"/>
              <a:t>t3</a:t>
            </a:r>
            <a:r>
              <a:rPr lang="zh-CN" altLang="en-US" dirty="0">
                <a:latin typeface="Times New Roman" panose="02020503050405090304" pitchFamily="18" charset="0"/>
              </a:rPr>
              <a:t>处读</a:t>
            </a:r>
            <a:r>
              <a:rPr lang="en-US" altLang="zh-CN" dirty="0"/>
              <a:t>B</a:t>
            </a:r>
            <a:r>
              <a:rPr lang="zh-CN" altLang="en-US" dirty="0">
                <a:latin typeface="Times New Roman" panose="02020503050405090304" pitchFamily="18" charset="0"/>
              </a:rPr>
              <a:t>（为校对用），</a:t>
            </a:r>
            <a:r>
              <a:rPr lang="en-US" altLang="zh-CN" dirty="0"/>
              <a:t>B</a:t>
            </a:r>
            <a:r>
              <a:rPr lang="zh-CN" altLang="en-US" dirty="0">
                <a:latin typeface="Times New Roman" panose="02020503050405090304" pitchFamily="18" charset="0"/>
              </a:rPr>
              <a:t>为</a:t>
            </a:r>
            <a:r>
              <a:rPr lang="en-US" altLang="zh-CN" dirty="0"/>
              <a:t>200</a:t>
            </a:r>
            <a:r>
              <a:rPr lang="zh-CN" altLang="en-US" dirty="0">
                <a:latin typeface="Times New Roman" panose="02020503050405090304" pitchFamily="18" charset="0"/>
              </a:rPr>
              <a:t>；</a:t>
            </a:r>
            <a:endParaRPr lang="zh-CN" altLang="en-US" dirty="0"/>
          </a:p>
          <a:p>
            <a:r>
              <a:rPr lang="en-US" altLang="zh-CN" dirty="0">
                <a:latin typeface="Times New Roman" panose="02020503050405090304" pitchFamily="18" charset="0"/>
              </a:rPr>
              <a:t>·</a:t>
            </a:r>
            <a:r>
              <a:rPr lang="en-US" altLang="zh-CN" dirty="0"/>
              <a:t>T</a:t>
            </a:r>
            <a:r>
              <a:rPr lang="en-US" altLang="zh-CN" baseline="-30000" dirty="0"/>
              <a:t>A</a:t>
            </a:r>
            <a:r>
              <a:rPr lang="zh-CN" altLang="en-US" dirty="0">
                <a:latin typeface="Times New Roman" panose="02020503050405090304" pitchFamily="18" charset="0"/>
              </a:rPr>
              <a:t>两次读</a:t>
            </a:r>
            <a:r>
              <a:rPr lang="en-US" altLang="zh-CN" dirty="0"/>
              <a:t>B</a:t>
            </a:r>
            <a:r>
              <a:rPr lang="zh-CN" altLang="en-US" dirty="0">
                <a:latin typeface="Times New Roman" panose="02020503050405090304" pitchFamily="18" charset="0"/>
              </a:rPr>
              <a:t>，（第二次为校对用），读结果不同（一次</a:t>
            </a:r>
            <a:r>
              <a:rPr lang="en-US" altLang="zh-CN" dirty="0"/>
              <a:t>100</a:t>
            </a:r>
            <a:r>
              <a:rPr lang="zh-CN" altLang="en-US" dirty="0">
                <a:latin typeface="Times New Roman" panose="02020503050405090304" pitchFamily="18" charset="0"/>
              </a:rPr>
              <a:t>，另一次为</a:t>
            </a:r>
            <a:r>
              <a:rPr lang="en-US" altLang="zh-CN" dirty="0"/>
              <a:t>200</a:t>
            </a:r>
            <a:r>
              <a:rPr lang="zh-CN" altLang="en-US" dirty="0">
                <a:latin typeface="Times New Roman" panose="02020503050405090304" pitchFamily="18" charset="0"/>
              </a:rPr>
              <a:t>）。</a:t>
            </a:r>
            <a:endParaRPr lang="zh-CN" altLang="en-US" dirty="0"/>
          </a:p>
          <a:p>
            <a:r>
              <a:rPr lang="zh-CN" altLang="en-US" dirty="0">
                <a:latin typeface="宋体" pitchFamily="2" charset="-122"/>
              </a:rPr>
              <a:t>②</a:t>
            </a:r>
            <a:r>
              <a:rPr lang="zh-CN" altLang="en-US" dirty="0"/>
              <a:t> </a:t>
            </a:r>
            <a:r>
              <a:rPr lang="zh-CN" altLang="en-US" dirty="0">
                <a:latin typeface="Times New Roman" panose="02020503050405090304" pitchFamily="18" charset="0"/>
              </a:rPr>
              <a:t>一事务读取数据后，另一并发事务</a:t>
            </a:r>
            <a:r>
              <a:rPr lang="zh-CN" altLang="en-US" dirty="0">
                <a:solidFill>
                  <a:srgbClr val="FF0000"/>
                </a:solidFill>
                <a:latin typeface="Times New Roman" panose="02020503050405090304" pitchFamily="18" charset="0"/>
              </a:rPr>
              <a:t>删去</a:t>
            </a:r>
            <a:r>
              <a:rPr lang="zh-CN" altLang="en-US" dirty="0">
                <a:latin typeface="Times New Roman" panose="02020503050405090304" pitchFamily="18" charset="0"/>
              </a:rPr>
              <a:t>了其中部分数据（少了）。</a:t>
            </a:r>
            <a:endParaRPr lang="zh-CN" altLang="en-US" dirty="0"/>
          </a:p>
          <a:p>
            <a:r>
              <a:rPr lang="zh-CN" altLang="en-US" dirty="0">
                <a:latin typeface="Times New Roman" panose="02020503050405090304" pitchFamily="18" charset="0"/>
              </a:rPr>
              <a:t>（</a:t>
            </a:r>
            <a:r>
              <a:rPr lang="zh-CN" altLang="en-US" dirty="0">
                <a:solidFill>
                  <a:srgbClr val="FF0000"/>
                </a:solidFill>
                <a:latin typeface="Times New Roman" panose="02020503050405090304" pitchFamily="18" charset="0"/>
              </a:rPr>
              <a:t>幻行现象：</a:t>
            </a:r>
            <a:r>
              <a:rPr lang="en-US" altLang="zh-CN" dirty="0">
                <a:solidFill>
                  <a:srgbClr val="FF0000"/>
                </a:solidFill>
              </a:rPr>
              <a:t>Phantom row</a:t>
            </a:r>
            <a:r>
              <a:rPr lang="zh-CN" altLang="en-US" dirty="0">
                <a:latin typeface="Times New Roman" panose="02020503050405090304" pitchFamily="18" charset="0"/>
              </a:rPr>
              <a:t>）</a:t>
            </a:r>
            <a:endParaRPr lang="zh-CN" altLang="en-US" dirty="0"/>
          </a:p>
          <a:p>
            <a:r>
              <a:rPr lang="zh-CN" altLang="en-US" dirty="0">
                <a:latin typeface="宋体" pitchFamily="2" charset="-122"/>
              </a:rPr>
              <a:t>③</a:t>
            </a:r>
            <a:r>
              <a:rPr lang="zh-CN" altLang="en-US" dirty="0"/>
              <a:t> </a:t>
            </a:r>
            <a:r>
              <a:rPr lang="zh-CN" altLang="en-US" dirty="0">
                <a:latin typeface="Times New Roman" panose="02020503050405090304" pitchFamily="18" charset="0"/>
              </a:rPr>
              <a:t>一事务读取数据后，另一事务</a:t>
            </a:r>
            <a:r>
              <a:rPr lang="zh-CN" altLang="en-US" dirty="0">
                <a:solidFill>
                  <a:srgbClr val="FF0000"/>
                </a:solidFill>
                <a:latin typeface="Times New Roman" panose="02020503050405090304" pitchFamily="18" charset="0"/>
              </a:rPr>
              <a:t>插入</a:t>
            </a:r>
            <a:r>
              <a:rPr lang="zh-CN" altLang="en-US" dirty="0">
                <a:latin typeface="Times New Roman" panose="02020503050405090304" pitchFamily="18" charset="0"/>
              </a:rPr>
              <a:t>了一些新数据（多了）。</a:t>
            </a:r>
            <a:endParaRPr lang="zh-CN" altLang="en-US" dirty="0"/>
          </a:p>
          <a:p>
            <a:r>
              <a:rPr lang="zh-CN" altLang="en-US" dirty="0">
                <a:latin typeface="Times New Roman" panose="02020503050405090304" pitchFamily="18" charset="0"/>
              </a:rPr>
              <a:t>（幻行现象）</a:t>
            </a:r>
            <a:endParaRPr lang="zh-CN" altLang="en-US" dirty="0"/>
          </a:p>
        </p:txBody>
      </p:sp>
      <p:sp>
        <p:nvSpPr>
          <p:cNvPr id="6" name="灯片编号占位符 5"/>
          <p:cNvSpPr>
            <a:spLocks noGrp="1"/>
          </p:cNvSpPr>
          <p:nvPr>
            <p:ph type="sldNum" sz="quarter" idx="12"/>
          </p:nvPr>
        </p:nvSpPr>
        <p:spPr/>
        <p:txBody>
          <a:bodyPr/>
          <a:lstStyle/>
          <a:p>
            <a:pPr>
              <a:defRPr/>
            </a:pPr>
            <a:fld id="{9C12E6A9-BE0D-44CC-9041-FFABA90854C9}" type="slidenum">
              <a:rPr lang="en-US" altLang="zh-CN"/>
            </a:fld>
            <a:endParaRPr lang="en-US" altLang="zh-CN"/>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098" name="Object 2"/>
          <p:cNvGraphicFramePr>
            <a:graphicFrameLocks noChangeAspect="1"/>
          </p:cNvGraphicFramePr>
          <p:nvPr/>
        </p:nvGraphicFramePr>
        <p:xfrm>
          <a:off x="762000" y="1836738"/>
          <a:ext cx="7307263" cy="4435475"/>
        </p:xfrm>
        <a:graphic>
          <a:graphicData uri="http://schemas.openxmlformats.org/presentationml/2006/ole">
            <mc:AlternateContent xmlns:mc="http://schemas.openxmlformats.org/markup-compatibility/2006">
              <mc:Choice xmlns:v="urn:schemas-microsoft-com:vml" Requires="v">
                <p:oleObj spid="_x0000_s31081" name="Document" r:id="rId1" imgW="8246110" imgH="5036820" progId="Word.Document.8">
                  <p:embed/>
                </p:oleObj>
              </mc:Choice>
              <mc:Fallback>
                <p:oleObj name="Document" r:id="rId1" imgW="8246110" imgH="5036820" progId="Word.Document.8">
                  <p:embed/>
                  <p:pic>
                    <p:nvPicPr>
                      <p:cNvPr id="0" name="Object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0" y="1836738"/>
                        <a:ext cx="7307263" cy="44354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099" name="Text Box 3"/>
          <p:cNvSpPr txBox="1">
            <a:spLocks noChangeArrowheads="1"/>
          </p:cNvSpPr>
          <p:nvPr/>
        </p:nvSpPr>
        <p:spPr bwMode="auto">
          <a:xfrm>
            <a:off x="288925" y="6043613"/>
            <a:ext cx="8474075" cy="457200"/>
          </a:xfrm>
          <a:prstGeom prst="rect">
            <a:avLst/>
          </a:prstGeom>
          <a:noFill/>
          <a:ln w="9525">
            <a:noFill/>
            <a:miter lim="800000"/>
          </a:ln>
        </p:spPr>
        <p:txBody>
          <a:bodyPr>
            <a:spAutoFit/>
          </a:bodyPr>
          <a:lstStyle/>
          <a:p>
            <a:r>
              <a:rPr lang="en-US" altLang="zh-CN" dirty="0"/>
              <a:t>Sc2=R</a:t>
            </a:r>
            <a:r>
              <a:rPr lang="en-US" altLang="zh-CN" baseline="-25000" dirty="0"/>
              <a:t>A</a:t>
            </a:r>
            <a:r>
              <a:rPr lang="en-US" altLang="zh-CN" dirty="0"/>
              <a:t>(A)R</a:t>
            </a:r>
            <a:r>
              <a:rPr lang="en-US" altLang="zh-CN" baseline="-25000" dirty="0"/>
              <a:t>A</a:t>
            </a:r>
            <a:r>
              <a:rPr lang="en-US" altLang="zh-CN" dirty="0"/>
              <a:t>(B) </a:t>
            </a:r>
            <a:r>
              <a:rPr lang="en-US" altLang="zh-CN" dirty="0">
                <a:solidFill>
                  <a:srgbClr val="1D22F9"/>
                </a:solidFill>
              </a:rPr>
              <a:t>R</a:t>
            </a:r>
            <a:r>
              <a:rPr lang="en-US" altLang="zh-CN" baseline="-25000" dirty="0">
                <a:solidFill>
                  <a:srgbClr val="1D22F9"/>
                </a:solidFill>
              </a:rPr>
              <a:t>B</a:t>
            </a:r>
            <a:r>
              <a:rPr lang="en-US" altLang="zh-CN" dirty="0">
                <a:solidFill>
                  <a:srgbClr val="1D22F9"/>
                </a:solidFill>
              </a:rPr>
              <a:t>(B) W</a:t>
            </a:r>
            <a:r>
              <a:rPr lang="en-US" altLang="zh-CN" baseline="-25000" dirty="0">
                <a:solidFill>
                  <a:srgbClr val="1D22F9"/>
                </a:solidFill>
              </a:rPr>
              <a:t>B</a:t>
            </a:r>
            <a:r>
              <a:rPr lang="en-US" altLang="zh-CN" dirty="0">
                <a:solidFill>
                  <a:srgbClr val="1D22F9"/>
                </a:solidFill>
              </a:rPr>
              <a:t>(B)</a:t>
            </a:r>
            <a:r>
              <a:rPr lang="en-US" altLang="zh-CN" dirty="0"/>
              <a:t> R</a:t>
            </a:r>
            <a:r>
              <a:rPr lang="en-US" altLang="zh-CN" baseline="-25000" dirty="0"/>
              <a:t>A</a:t>
            </a:r>
            <a:r>
              <a:rPr lang="en-US" altLang="zh-CN" dirty="0"/>
              <a:t>(A)R</a:t>
            </a:r>
            <a:r>
              <a:rPr lang="en-US" altLang="zh-CN" baseline="-25000" dirty="0"/>
              <a:t>A</a:t>
            </a:r>
            <a:r>
              <a:rPr lang="en-US" altLang="zh-CN" dirty="0"/>
              <a:t>(B)</a:t>
            </a:r>
            <a:endParaRPr lang="en-US" altLang="zh-CN" dirty="0"/>
          </a:p>
        </p:txBody>
      </p:sp>
      <p:sp>
        <p:nvSpPr>
          <p:cNvPr id="4100" name="Rectangle 4"/>
          <p:cNvSpPr>
            <a:spLocks noChangeArrowheads="1"/>
          </p:cNvSpPr>
          <p:nvPr/>
        </p:nvSpPr>
        <p:spPr bwMode="auto">
          <a:xfrm>
            <a:off x="228600" y="785813"/>
            <a:ext cx="8534400" cy="457200"/>
          </a:xfrm>
          <a:prstGeom prst="rect">
            <a:avLst/>
          </a:prstGeom>
          <a:noFill/>
          <a:ln w="9525">
            <a:noFill/>
            <a:miter lim="800000"/>
          </a:ln>
        </p:spPr>
        <p:txBody>
          <a:bodyPr>
            <a:spAutoFit/>
          </a:bodyPr>
          <a:lstStyle/>
          <a:p>
            <a:r>
              <a:rPr lang="zh-CN" altLang="en-US">
                <a:solidFill>
                  <a:srgbClr val="1D22F9"/>
                </a:solidFill>
              </a:rPr>
              <a:t>调度的文本表达方式：</a:t>
            </a:r>
            <a:endParaRPr lang="zh-CN" altLang="en-US">
              <a:solidFill>
                <a:srgbClr val="1D22F9"/>
              </a:solidFill>
            </a:endParaRPr>
          </a:p>
        </p:txBody>
      </p:sp>
      <p:sp>
        <p:nvSpPr>
          <p:cNvPr id="8" name="灯片编号占位符 7"/>
          <p:cNvSpPr>
            <a:spLocks noGrp="1"/>
          </p:cNvSpPr>
          <p:nvPr>
            <p:ph type="sldNum" sz="quarter" idx="12"/>
          </p:nvPr>
        </p:nvSpPr>
        <p:spPr/>
        <p:txBody>
          <a:bodyPr/>
          <a:lstStyle/>
          <a:p>
            <a:pPr>
              <a:defRPr/>
            </a:pPr>
            <a:fld id="{D57B19C5-704A-4D45-BF54-ED2A2EB52C57}" type="slidenum">
              <a:rPr lang="en-US" altLang="zh-CN"/>
            </a:fld>
            <a:endParaRPr lang="en-US" altLang="zh-CN"/>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Rectangle 2"/>
          <p:cNvSpPr>
            <a:spLocks noChangeArrowheads="1"/>
          </p:cNvSpPr>
          <p:nvPr/>
        </p:nvSpPr>
        <p:spPr bwMode="auto">
          <a:xfrm>
            <a:off x="381000" y="657225"/>
            <a:ext cx="8534400" cy="1004888"/>
          </a:xfrm>
          <a:prstGeom prst="rect">
            <a:avLst/>
          </a:prstGeom>
          <a:noFill/>
          <a:ln w="9525">
            <a:noFill/>
            <a:miter lim="800000"/>
          </a:ln>
        </p:spPr>
        <p:txBody>
          <a:bodyPr>
            <a:spAutoFit/>
          </a:bodyPr>
          <a:lstStyle/>
          <a:p>
            <a:pPr>
              <a:spcBef>
                <a:spcPct val="50000"/>
              </a:spcBef>
            </a:pPr>
            <a:r>
              <a:rPr lang="zh-CN" altLang="en-US" dirty="0"/>
              <a:t>问题</a:t>
            </a:r>
            <a:r>
              <a:rPr lang="en-US" altLang="zh-CN" dirty="0"/>
              <a:t>3</a:t>
            </a:r>
            <a:r>
              <a:rPr lang="zh-CN" altLang="en-US" dirty="0">
                <a:latin typeface="Times New Roman" panose="02020503050405090304" pitchFamily="18" charset="0"/>
              </a:rPr>
              <a:t>）读“脏”数据</a:t>
            </a:r>
            <a:r>
              <a:rPr lang="zh-CN" altLang="en-US" dirty="0"/>
              <a:t> </a:t>
            </a:r>
            <a:r>
              <a:rPr lang="en-US" altLang="zh-CN" dirty="0"/>
              <a:t>(read dirty)</a:t>
            </a:r>
            <a:endParaRPr lang="en-US" altLang="zh-CN" dirty="0"/>
          </a:p>
          <a:p>
            <a:pPr>
              <a:spcBef>
                <a:spcPct val="50000"/>
              </a:spcBef>
            </a:pPr>
            <a:r>
              <a:rPr lang="en-US" altLang="zh-CN" dirty="0">
                <a:latin typeface="Times New Roman" panose="02020503050405090304" pitchFamily="18" charset="0"/>
              </a:rPr>
              <a:t>——</a:t>
            </a:r>
            <a:r>
              <a:rPr lang="zh-CN" altLang="en-US" dirty="0">
                <a:latin typeface="宋体" pitchFamily="2" charset="-122"/>
              </a:rPr>
              <a:t>读未提交的随后又被撤消</a:t>
            </a:r>
            <a:r>
              <a:rPr lang="en-US" altLang="zh-CN" dirty="0"/>
              <a:t>(Rollback)</a:t>
            </a:r>
            <a:r>
              <a:rPr lang="zh-CN" altLang="en-US" dirty="0">
                <a:latin typeface="宋体" pitchFamily="2" charset="-122"/>
              </a:rPr>
              <a:t>的数据。</a:t>
            </a:r>
            <a:r>
              <a:rPr lang="zh-CN" altLang="en-US" dirty="0"/>
              <a:t> </a:t>
            </a:r>
            <a:endParaRPr lang="zh-CN" altLang="en-US" dirty="0"/>
          </a:p>
        </p:txBody>
      </p:sp>
      <p:sp>
        <p:nvSpPr>
          <p:cNvPr id="5124" name="Text Box 3"/>
          <p:cNvSpPr txBox="1">
            <a:spLocks noChangeArrowheads="1"/>
          </p:cNvSpPr>
          <p:nvPr/>
        </p:nvSpPr>
        <p:spPr bwMode="auto">
          <a:xfrm>
            <a:off x="212725" y="1755775"/>
            <a:ext cx="901700" cy="457200"/>
          </a:xfrm>
          <a:prstGeom prst="rect">
            <a:avLst/>
          </a:prstGeom>
          <a:noFill/>
          <a:ln w="9525">
            <a:noFill/>
            <a:miter lim="800000"/>
          </a:ln>
        </p:spPr>
        <p:txBody>
          <a:bodyPr wrap="none">
            <a:spAutoFit/>
          </a:bodyPr>
          <a:lstStyle/>
          <a:p>
            <a:r>
              <a:rPr lang="zh-CN" altLang="en-US">
                <a:latin typeface="宋体" pitchFamily="2" charset="-122"/>
              </a:rPr>
              <a:t>例：</a:t>
            </a:r>
            <a:r>
              <a:rPr lang="zh-CN" altLang="en-US"/>
              <a:t> </a:t>
            </a:r>
            <a:endParaRPr lang="zh-CN" altLang="en-US"/>
          </a:p>
        </p:txBody>
      </p:sp>
      <p:graphicFrame>
        <p:nvGraphicFramePr>
          <p:cNvPr id="5122" name="Object 4"/>
          <p:cNvGraphicFramePr>
            <a:graphicFrameLocks noChangeAspect="1"/>
          </p:cNvGraphicFramePr>
          <p:nvPr/>
        </p:nvGraphicFramePr>
        <p:xfrm>
          <a:off x="768350" y="1949450"/>
          <a:ext cx="7875588" cy="3838575"/>
        </p:xfrm>
        <a:graphic>
          <a:graphicData uri="http://schemas.openxmlformats.org/presentationml/2006/ole">
            <mc:AlternateContent xmlns:mc="http://schemas.openxmlformats.org/markup-compatibility/2006">
              <mc:Choice xmlns:v="urn:schemas-microsoft-com:vml" Requires="v">
                <p:oleObj spid="_x0000_s31081" name="Document" r:id="rId1" imgW="9269095" imgH="4514215" progId="Word.Document.8">
                  <p:embed/>
                </p:oleObj>
              </mc:Choice>
              <mc:Fallback>
                <p:oleObj name="Document" r:id="rId1" imgW="9269095" imgH="4514215" progId="Word.Document.8">
                  <p:embed/>
                  <p:pic>
                    <p:nvPicPr>
                      <p:cNvPr id="0" name="Object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8350" y="1949450"/>
                        <a:ext cx="7875588" cy="38385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125" name="Rectangle 5"/>
          <p:cNvSpPr>
            <a:spLocks noChangeArrowheads="1"/>
          </p:cNvSpPr>
          <p:nvPr/>
        </p:nvSpPr>
        <p:spPr bwMode="auto">
          <a:xfrm>
            <a:off x="381000" y="5686425"/>
            <a:ext cx="8534400" cy="457200"/>
          </a:xfrm>
          <a:prstGeom prst="rect">
            <a:avLst/>
          </a:prstGeom>
          <a:noFill/>
          <a:ln w="9525">
            <a:noFill/>
            <a:miter lim="800000"/>
          </a:ln>
        </p:spPr>
        <p:txBody>
          <a:bodyPr>
            <a:spAutoFit/>
          </a:bodyPr>
          <a:lstStyle/>
          <a:p>
            <a:pPr>
              <a:spcBef>
                <a:spcPct val="50000"/>
              </a:spcBef>
            </a:pPr>
            <a:r>
              <a:rPr lang="en-US" altLang="zh-CN" dirty="0"/>
              <a:t>SC3=R</a:t>
            </a:r>
            <a:r>
              <a:rPr lang="en-US" altLang="zh-CN" baseline="-25000" dirty="0"/>
              <a:t>A</a:t>
            </a:r>
            <a:r>
              <a:rPr lang="en-US" altLang="zh-CN" dirty="0"/>
              <a:t>(X) W</a:t>
            </a:r>
            <a:r>
              <a:rPr lang="en-US" altLang="zh-CN" baseline="-25000" dirty="0"/>
              <a:t>A</a:t>
            </a:r>
            <a:r>
              <a:rPr lang="en-US" altLang="zh-CN" dirty="0"/>
              <a:t>(X) </a:t>
            </a:r>
            <a:r>
              <a:rPr lang="en-US" altLang="zh-CN" dirty="0">
                <a:solidFill>
                  <a:srgbClr val="1D22F9"/>
                </a:solidFill>
              </a:rPr>
              <a:t>R</a:t>
            </a:r>
            <a:r>
              <a:rPr lang="en-US" altLang="zh-CN" baseline="-25000" dirty="0">
                <a:solidFill>
                  <a:srgbClr val="1D22F9"/>
                </a:solidFill>
              </a:rPr>
              <a:t>B</a:t>
            </a:r>
            <a:r>
              <a:rPr lang="en-US" altLang="zh-CN" dirty="0">
                <a:solidFill>
                  <a:srgbClr val="1D22F9"/>
                </a:solidFill>
              </a:rPr>
              <a:t>(X)</a:t>
            </a:r>
            <a:r>
              <a:rPr lang="en-US" altLang="zh-CN" dirty="0"/>
              <a:t> W</a:t>
            </a:r>
            <a:r>
              <a:rPr lang="en-US" altLang="zh-CN" baseline="-25000" dirty="0"/>
              <a:t>A</a:t>
            </a:r>
            <a:r>
              <a:rPr lang="en-US" altLang="zh-CN" dirty="0"/>
              <a:t>(X) </a:t>
            </a:r>
            <a:endParaRPr lang="en-US" altLang="zh-CN" dirty="0"/>
          </a:p>
        </p:txBody>
      </p:sp>
      <p:sp>
        <p:nvSpPr>
          <p:cNvPr id="9" name="灯片编号占位符 8"/>
          <p:cNvSpPr>
            <a:spLocks noGrp="1"/>
          </p:cNvSpPr>
          <p:nvPr>
            <p:ph type="sldNum" sz="quarter" idx="12"/>
          </p:nvPr>
        </p:nvSpPr>
        <p:spPr/>
        <p:txBody>
          <a:bodyPr/>
          <a:lstStyle/>
          <a:p>
            <a:pPr>
              <a:defRPr/>
            </a:pPr>
            <a:fld id="{EF66DACC-9F81-4FF1-9DF5-02718932BA0D}" type="slidenum">
              <a:rPr lang="en-US" altLang="zh-CN"/>
            </a:fld>
            <a:endParaRPr lang="en-US" altLang="zh-CN"/>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ext Box 5"/>
          <p:cNvSpPr txBox="1">
            <a:spLocks noChangeArrowheads="1"/>
          </p:cNvSpPr>
          <p:nvPr/>
        </p:nvSpPr>
        <p:spPr bwMode="auto">
          <a:xfrm>
            <a:off x="212725" y="741363"/>
            <a:ext cx="8778875" cy="5262979"/>
          </a:xfrm>
          <a:prstGeom prst="rect">
            <a:avLst/>
          </a:prstGeom>
          <a:noFill/>
          <a:ln w="9525">
            <a:noFill/>
            <a:miter lim="800000"/>
          </a:ln>
        </p:spPr>
        <p:txBody>
          <a:bodyPr>
            <a:spAutoFit/>
          </a:bodyPr>
          <a:lstStyle/>
          <a:p>
            <a:r>
              <a:rPr lang="zh-CN" altLang="en-US" dirty="0">
                <a:latin typeface="Times New Roman" panose="02020503050405090304" pitchFamily="18" charset="0"/>
              </a:rPr>
              <a:t>接上例：</a:t>
            </a:r>
            <a:r>
              <a:rPr lang="en-US" altLang="zh-CN" dirty="0"/>
              <a:t>SC3=R</a:t>
            </a:r>
            <a:r>
              <a:rPr lang="en-US" altLang="zh-CN" baseline="-25000" dirty="0"/>
              <a:t>A</a:t>
            </a:r>
            <a:r>
              <a:rPr lang="en-US" altLang="zh-CN" dirty="0"/>
              <a:t>(X) W</a:t>
            </a:r>
            <a:r>
              <a:rPr lang="en-US" altLang="zh-CN" baseline="-25000" dirty="0"/>
              <a:t>A</a:t>
            </a:r>
            <a:r>
              <a:rPr lang="en-US" altLang="zh-CN" dirty="0"/>
              <a:t>(X) R</a:t>
            </a:r>
            <a:r>
              <a:rPr lang="en-US" altLang="zh-CN" baseline="-25000" dirty="0"/>
              <a:t>B</a:t>
            </a:r>
            <a:r>
              <a:rPr lang="en-US" altLang="zh-CN" dirty="0"/>
              <a:t>(X) W</a:t>
            </a:r>
            <a:r>
              <a:rPr lang="en-US" altLang="zh-CN" baseline="-25000" dirty="0"/>
              <a:t>A</a:t>
            </a:r>
            <a:r>
              <a:rPr lang="en-US" altLang="zh-CN" dirty="0"/>
              <a:t>(X) </a:t>
            </a:r>
            <a:endParaRPr lang="en-US" altLang="zh-CN" dirty="0"/>
          </a:p>
          <a:p>
            <a:endParaRPr lang="en-US" altLang="zh-CN" dirty="0">
              <a:latin typeface="Times New Roman" panose="02020503050405090304" pitchFamily="18" charset="0"/>
            </a:endParaRPr>
          </a:p>
          <a:p>
            <a:r>
              <a:rPr lang="zh-CN" altLang="en-US" dirty="0">
                <a:latin typeface="Times New Roman" panose="02020503050405090304" pitchFamily="18" charset="0"/>
              </a:rPr>
              <a:t>按</a:t>
            </a:r>
            <a:r>
              <a:rPr lang="en-US" altLang="zh-CN" dirty="0" err="1"/>
              <a:t>ti</a:t>
            </a:r>
            <a:r>
              <a:rPr lang="zh-CN" altLang="en-US" dirty="0">
                <a:latin typeface="Times New Roman" panose="02020503050405090304" pitchFamily="18" charset="0"/>
              </a:rPr>
              <a:t>执行：</a:t>
            </a:r>
            <a:endParaRPr lang="zh-CN" altLang="en-US" dirty="0"/>
          </a:p>
          <a:p>
            <a:r>
              <a:rPr lang="en-US" altLang="zh-CN" dirty="0">
                <a:latin typeface="Times New Roman" panose="02020503050405090304" pitchFamily="18" charset="0"/>
              </a:rPr>
              <a:t>·</a:t>
            </a:r>
            <a:r>
              <a:rPr lang="en-US" altLang="zh-CN" dirty="0"/>
              <a:t>T</a:t>
            </a:r>
            <a:r>
              <a:rPr lang="en-US" altLang="zh-CN" baseline="-30000" dirty="0"/>
              <a:t>A</a:t>
            </a:r>
            <a:r>
              <a:rPr lang="zh-CN" altLang="en-US" dirty="0">
                <a:latin typeface="Times New Roman" panose="02020503050405090304" pitchFamily="18" charset="0"/>
              </a:rPr>
              <a:t>在</a:t>
            </a:r>
            <a:r>
              <a:rPr lang="en-US" altLang="zh-CN" dirty="0"/>
              <a:t>t</a:t>
            </a:r>
            <a:r>
              <a:rPr lang="en-US" altLang="zh-CN" baseline="-30000" dirty="0"/>
              <a:t>1</a:t>
            </a:r>
            <a:r>
              <a:rPr lang="zh-CN" altLang="en-US" dirty="0">
                <a:latin typeface="Times New Roman" panose="02020503050405090304" pitchFamily="18" charset="0"/>
              </a:rPr>
              <a:t>读</a:t>
            </a:r>
            <a:r>
              <a:rPr lang="en-US" altLang="zh-CN" dirty="0"/>
              <a:t>x (100)</a:t>
            </a:r>
            <a:r>
              <a:rPr lang="zh-CN" altLang="en-US" dirty="0">
                <a:latin typeface="Times New Roman" panose="02020503050405090304" pitchFamily="18" charset="0"/>
              </a:rPr>
              <a:t>并修改为</a:t>
            </a:r>
            <a:r>
              <a:rPr lang="en-US" altLang="zh-CN" dirty="0"/>
              <a:t>200</a:t>
            </a:r>
            <a:r>
              <a:rPr lang="zh-CN" altLang="en-US" dirty="0">
                <a:latin typeface="Times New Roman" panose="02020503050405090304" pitchFamily="18" charset="0"/>
              </a:rPr>
              <a:t>后写回磁盘</a:t>
            </a:r>
            <a:r>
              <a:rPr lang="en-US" altLang="zh-CN" dirty="0"/>
              <a:t>DB</a:t>
            </a:r>
            <a:r>
              <a:rPr lang="zh-CN" altLang="en-US" dirty="0">
                <a:latin typeface="Times New Roman" panose="02020503050405090304" pitchFamily="18" charset="0"/>
              </a:rPr>
              <a:t>中；</a:t>
            </a:r>
            <a:endParaRPr lang="zh-CN" altLang="en-US" dirty="0"/>
          </a:p>
          <a:p>
            <a:r>
              <a:rPr lang="en-US" altLang="zh-CN" dirty="0">
                <a:latin typeface="Times New Roman" panose="02020503050405090304" pitchFamily="18" charset="0"/>
              </a:rPr>
              <a:t>·</a:t>
            </a:r>
            <a:r>
              <a:rPr lang="en-US" altLang="zh-CN" dirty="0"/>
              <a:t>T</a:t>
            </a:r>
            <a:r>
              <a:rPr lang="en-US" altLang="zh-CN" baseline="-30000" dirty="0"/>
              <a:t>B</a:t>
            </a:r>
            <a:r>
              <a:rPr lang="zh-CN" altLang="en-US" dirty="0">
                <a:latin typeface="Times New Roman" panose="02020503050405090304" pitchFamily="18" charset="0"/>
              </a:rPr>
              <a:t>在</a:t>
            </a:r>
            <a:r>
              <a:rPr lang="en-US" altLang="zh-CN" dirty="0"/>
              <a:t>t</a:t>
            </a:r>
            <a:r>
              <a:rPr lang="en-US" altLang="zh-CN" baseline="-30000" dirty="0"/>
              <a:t>2</a:t>
            </a:r>
            <a:r>
              <a:rPr lang="zh-CN" altLang="en-US" dirty="0">
                <a:latin typeface="Times New Roman" panose="02020503050405090304" pitchFamily="18" charset="0"/>
              </a:rPr>
              <a:t>读</a:t>
            </a:r>
            <a:r>
              <a:rPr lang="en-US" altLang="zh-CN" dirty="0"/>
              <a:t>x</a:t>
            </a:r>
            <a:r>
              <a:rPr lang="zh-CN" altLang="en-US" dirty="0">
                <a:latin typeface="Times New Roman" panose="02020503050405090304" pitchFamily="18" charset="0"/>
              </a:rPr>
              <a:t>为</a:t>
            </a:r>
            <a:r>
              <a:rPr lang="en-US" altLang="zh-CN" dirty="0"/>
              <a:t>200</a:t>
            </a:r>
            <a:r>
              <a:rPr lang="zh-CN" altLang="en-US" dirty="0">
                <a:latin typeface="Times New Roman" panose="02020503050405090304" pitchFamily="18" charset="0"/>
              </a:rPr>
              <a:t>；</a:t>
            </a:r>
            <a:endParaRPr lang="zh-CN" altLang="en-US" dirty="0"/>
          </a:p>
          <a:p>
            <a:r>
              <a:rPr lang="en-US" altLang="zh-CN" dirty="0">
                <a:latin typeface="Times New Roman" panose="02020503050405090304" pitchFamily="18" charset="0"/>
              </a:rPr>
              <a:t>·</a:t>
            </a:r>
            <a:r>
              <a:rPr lang="en-US" altLang="zh-CN" dirty="0"/>
              <a:t>T</a:t>
            </a:r>
            <a:r>
              <a:rPr lang="en-US" altLang="zh-CN" baseline="-30000" dirty="0"/>
              <a:t>A</a:t>
            </a:r>
            <a:r>
              <a:rPr lang="zh-CN" altLang="en-US" dirty="0">
                <a:latin typeface="Times New Roman" panose="02020503050405090304" pitchFamily="18" charset="0"/>
              </a:rPr>
              <a:t>在</a:t>
            </a:r>
            <a:r>
              <a:rPr lang="en-US" altLang="zh-CN" dirty="0"/>
              <a:t>t3</a:t>
            </a:r>
            <a:r>
              <a:rPr lang="zh-CN" altLang="en-US" dirty="0">
                <a:latin typeface="Times New Roman" panose="02020503050405090304" pitchFamily="18" charset="0"/>
              </a:rPr>
              <a:t>处撤消对</a:t>
            </a:r>
            <a:r>
              <a:rPr lang="en-US" altLang="zh-CN" dirty="0"/>
              <a:t>x</a:t>
            </a:r>
            <a:r>
              <a:rPr lang="zh-CN" altLang="en-US" dirty="0">
                <a:latin typeface="Times New Roman" panose="02020503050405090304" pitchFamily="18" charset="0"/>
              </a:rPr>
              <a:t>修改，</a:t>
            </a:r>
            <a:r>
              <a:rPr lang="en-US" altLang="zh-CN" dirty="0"/>
              <a:t>x</a:t>
            </a:r>
            <a:r>
              <a:rPr lang="zh-CN" altLang="en-US" dirty="0">
                <a:latin typeface="Times New Roman" panose="02020503050405090304" pitchFamily="18" charset="0"/>
              </a:rPr>
              <a:t>恢复为</a:t>
            </a:r>
            <a:r>
              <a:rPr lang="en-US" altLang="zh-CN" dirty="0"/>
              <a:t>100</a:t>
            </a:r>
            <a:r>
              <a:rPr lang="zh-CN" altLang="en-US" dirty="0">
                <a:latin typeface="Times New Roman" panose="02020503050405090304" pitchFamily="18" charset="0"/>
              </a:rPr>
              <a:t>；</a:t>
            </a:r>
            <a:endParaRPr lang="zh-CN" altLang="en-US" dirty="0"/>
          </a:p>
          <a:p>
            <a:r>
              <a:rPr lang="en-US" altLang="zh-CN" dirty="0">
                <a:latin typeface="Times New Roman" panose="02020503050405090304" pitchFamily="18" charset="0"/>
              </a:rPr>
              <a:t>·</a:t>
            </a:r>
            <a:r>
              <a:rPr lang="en-US" altLang="zh-CN" dirty="0"/>
              <a:t>T</a:t>
            </a:r>
            <a:r>
              <a:rPr lang="en-US" altLang="zh-CN" baseline="-30000" dirty="0"/>
              <a:t>B</a:t>
            </a:r>
            <a:r>
              <a:rPr lang="zh-CN" altLang="en-US" dirty="0">
                <a:latin typeface="Times New Roman" panose="02020503050405090304" pitchFamily="18" charset="0"/>
              </a:rPr>
              <a:t>此时读出的</a:t>
            </a:r>
            <a:r>
              <a:rPr lang="en-US" altLang="zh-CN" dirty="0"/>
              <a:t>x</a:t>
            </a:r>
            <a:r>
              <a:rPr lang="zh-CN" altLang="en-US" dirty="0">
                <a:latin typeface="Times New Roman" panose="02020503050405090304" pitchFamily="18" charset="0"/>
              </a:rPr>
              <a:t>（</a:t>
            </a:r>
            <a:r>
              <a:rPr lang="en-US" altLang="zh-CN" dirty="0"/>
              <a:t>200</a:t>
            </a:r>
            <a:r>
              <a:rPr lang="zh-CN" altLang="en-US" dirty="0">
                <a:latin typeface="Times New Roman" panose="02020503050405090304" pitchFamily="18" charset="0"/>
              </a:rPr>
              <a:t>）数据与</a:t>
            </a:r>
            <a:r>
              <a:rPr lang="en-US" altLang="zh-CN" dirty="0"/>
              <a:t>DB</a:t>
            </a:r>
            <a:r>
              <a:rPr lang="zh-CN" altLang="en-US" dirty="0">
                <a:latin typeface="Times New Roman" panose="02020503050405090304" pitchFamily="18" charset="0"/>
              </a:rPr>
              <a:t>实际值</a:t>
            </a:r>
            <a:r>
              <a:rPr lang="en-US" altLang="zh-CN" dirty="0"/>
              <a:t>(100)</a:t>
            </a:r>
            <a:r>
              <a:rPr lang="zh-CN" altLang="en-US" dirty="0">
                <a:latin typeface="Times New Roman" panose="02020503050405090304" pitchFamily="18" charset="0"/>
              </a:rPr>
              <a:t>不一致，即</a:t>
            </a:r>
            <a:r>
              <a:rPr lang="en-US" altLang="zh-CN" dirty="0"/>
              <a:t>TB</a:t>
            </a:r>
            <a:r>
              <a:rPr lang="zh-CN" altLang="en-US" dirty="0">
                <a:latin typeface="Times New Roman" panose="02020503050405090304" pitchFamily="18" charset="0"/>
              </a:rPr>
              <a:t>读到的不正确的“脏”数据。</a:t>
            </a:r>
            <a:endParaRPr lang="zh-CN" altLang="en-US" dirty="0"/>
          </a:p>
          <a:p>
            <a:endParaRPr lang="en-US" altLang="zh-CN" dirty="0"/>
          </a:p>
          <a:p>
            <a:r>
              <a:rPr lang="en-US" altLang="zh-CN" dirty="0"/>
              <a:t>2. </a:t>
            </a:r>
            <a:r>
              <a:rPr lang="zh-CN" altLang="en-US" dirty="0"/>
              <a:t>上述几类问题的</a:t>
            </a:r>
            <a:r>
              <a:rPr lang="zh-CN" altLang="en-US" dirty="0">
                <a:latin typeface="Times New Roman" panose="02020503050405090304" pitchFamily="18" charset="0"/>
              </a:rPr>
              <a:t>原因</a:t>
            </a:r>
            <a:endParaRPr lang="zh-CN" altLang="en-US" dirty="0"/>
          </a:p>
          <a:p>
            <a:r>
              <a:rPr lang="zh-CN" altLang="en-US" dirty="0">
                <a:latin typeface="Times New Roman" panose="02020503050405090304" pitchFamily="18" charset="0"/>
              </a:rPr>
              <a:t>多事务并发操作数据库，破坏了事务的隔离性，导致了数据不一致。</a:t>
            </a:r>
            <a:endParaRPr lang="zh-CN" altLang="en-US" dirty="0"/>
          </a:p>
          <a:p>
            <a:r>
              <a:rPr lang="en-US" altLang="zh-CN" dirty="0"/>
              <a:t>3. </a:t>
            </a:r>
            <a:r>
              <a:rPr lang="zh-CN" altLang="en-US" dirty="0">
                <a:latin typeface="Times New Roman" panose="02020503050405090304" pitchFamily="18" charset="0"/>
              </a:rPr>
              <a:t>方法</a:t>
            </a:r>
            <a:endParaRPr lang="zh-CN" altLang="en-US" dirty="0"/>
          </a:p>
          <a:p>
            <a:r>
              <a:rPr lang="zh-CN" altLang="en-US" dirty="0">
                <a:latin typeface="宋体" pitchFamily="2" charset="-122"/>
              </a:rPr>
              <a:t>并发控制</a:t>
            </a:r>
            <a:r>
              <a:rPr lang="en-US" altLang="zh-CN" dirty="0"/>
              <a:t>(</a:t>
            </a:r>
            <a:r>
              <a:rPr lang="zh-CN" altLang="en-US" dirty="0">
                <a:latin typeface="宋体" pitchFamily="2" charset="-122"/>
              </a:rPr>
              <a:t>正确的并发操作调度策略</a:t>
            </a:r>
            <a:r>
              <a:rPr lang="en-US" altLang="zh-CN" dirty="0"/>
              <a:t>)</a:t>
            </a:r>
            <a:r>
              <a:rPr lang="zh-CN" altLang="en-US" dirty="0">
                <a:latin typeface="宋体" pitchFamily="2" charset="-122"/>
              </a:rPr>
              <a:t>。</a:t>
            </a:r>
            <a:r>
              <a:rPr lang="zh-CN" altLang="en-US" dirty="0"/>
              <a:t> </a:t>
            </a:r>
            <a:endParaRPr lang="zh-CN" altLang="en-US" dirty="0"/>
          </a:p>
        </p:txBody>
      </p:sp>
      <p:sp>
        <p:nvSpPr>
          <p:cNvPr id="6" name="灯片编号占位符 5"/>
          <p:cNvSpPr>
            <a:spLocks noGrp="1"/>
          </p:cNvSpPr>
          <p:nvPr>
            <p:ph type="sldNum" sz="quarter" idx="12"/>
          </p:nvPr>
        </p:nvSpPr>
        <p:spPr/>
        <p:txBody>
          <a:bodyPr/>
          <a:lstStyle/>
          <a:p>
            <a:pPr>
              <a:defRPr/>
            </a:pPr>
            <a:fld id="{926A7BBD-2951-4E10-A6F0-0743D24B6083}" type="slidenum">
              <a:rPr lang="en-US" altLang="zh-CN"/>
            </a:fld>
            <a:endParaRPr lang="en-US" altLang="zh-CN"/>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ChangeArrowheads="1"/>
          </p:cNvSpPr>
          <p:nvPr/>
        </p:nvSpPr>
        <p:spPr bwMode="auto">
          <a:xfrm>
            <a:off x="323850" y="115888"/>
            <a:ext cx="8458200" cy="6801862"/>
          </a:xfrm>
          <a:prstGeom prst="rect">
            <a:avLst/>
          </a:prstGeom>
          <a:noFill/>
          <a:ln w="9525">
            <a:noFill/>
            <a:miter lim="800000"/>
          </a:ln>
        </p:spPr>
        <p:txBody>
          <a:bodyPr>
            <a:spAutoFit/>
          </a:bodyPr>
          <a:lstStyle/>
          <a:p>
            <a:pPr>
              <a:spcBef>
                <a:spcPct val="50000"/>
              </a:spcBef>
            </a:pPr>
            <a:r>
              <a:rPr lang="en-US" altLang="zh-CN" sz="2800" b="1" dirty="0">
                <a:ea typeface="黑体" pitchFamily="2" charset="-122"/>
              </a:rPr>
              <a:t>11. 2  </a:t>
            </a:r>
            <a:r>
              <a:rPr lang="zh-CN" altLang="en-US" sz="2800" b="1" dirty="0">
                <a:ea typeface="黑体" pitchFamily="2" charset="-122"/>
              </a:rPr>
              <a:t>封锁</a:t>
            </a:r>
            <a:endParaRPr lang="zh-CN" altLang="en-US" sz="2800" b="1" dirty="0">
              <a:ea typeface="黑体" pitchFamily="2" charset="-122"/>
            </a:endParaRPr>
          </a:p>
          <a:p>
            <a:pPr>
              <a:spcBef>
                <a:spcPct val="50000"/>
              </a:spcBef>
            </a:pPr>
            <a:r>
              <a:rPr lang="en-US" altLang="zh-CN" b="1" dirty="0">
                <a:ea typeface="黑体" pitchFamily="2" charset="-122"/>
              </a:rPr>
              <a:t>11.</a:t>
            </a:r>
            <a:r>
              <a:rPr lang="en-US" altLang="zh-CN" b="1" dirty="0">
                <a:latin typeface="Arial" panose="020B0604020202090204" pitchFamily="34" charset="0"/>
                <a:cs typeface="Arial" panose="020B0604020202090204" pitchFamily="34" charset="0"/>
              </a:rPr>
              <a:t> 2.1  </a:t>
            </a:r>
            <a:r>
              <a:rPr lang="zh-CN" altLang="en-US" b="1" dirty="0">
                <a:latin typeface="Arial" panose="020B0604020202090204" pitchFamily="34" charset="0"/>
                <a:ea typeface="黑体" pitchFamily="2" charset="-122"/>
              </a:rPr>
              <a:t>概述</a:t>
            </a:r>
            <a:endParaRPr lang="zh-CN" altLang="en-US" b="1" dirty="0">
              <a:latin typeface="Arial" panose="020B0604020202090204" pitchFamily="34" charset="0"/>
              <a:cs typeface="Arial" panose="020B0604020202090204" pitchFamily="34" charset="0"/>
            </a:endParaRPr>
          </a:p>
          <a:p>
            <a:pPr>
              <a:spcBef>
                <a:spcPct val="50000"/>
              </a:spcBef>
            </a:pPr>
            <a:r>
              <a:rPr lang="en-US" altLang="zh-CN" dirty="0">
                <a:latin typeface="宋体" pitchFamily="2" charset="-122"/>
              </a:rPr>
              <a:t>1</a:t>
            </a:r>
            <a:r>
              <a:rPr lang="zh-CN" altLang="en-US" dirty="0">
                <a:latin typeface="Times New Roman" panose="02020503050405090304" pitchFamily="18" charset="0"/>
              </a:rPr>
              <a:t>、什么是封锁？</a:t>
            </a:r>
            <a:endParaRPr lang="zh-CN" altLang="en-US" dirty="0">
              <a:latin typeface="宋体" pitchFamily="2" charset="-122"/>
            </a:endParaRPr>
          </a:p>
          <a:p>
            <a:pPr>
              <a:spcBef>
                <a:spcPct val="50000"/>
              </a:spcBef>
            </a:pPr>
            <a:r>
              <a:rPr lang="zh-CN" altLang="en-US" dirty="0">
                <a:latin typeface="Times New Roman" panose="02020503050405090304" pitchFamily="18" charset="0"/>
              </a:rPr>
              <a:t>并发控制的一种技术。</a:t>
            </a:r>
            <a:endParaRPr lang="zh-CN" altLang="en-US" dirty="0">
              <a:latin typeface="Times New Roman" panose="02020503050405090304" pitchFamily="18" charset="0"/>
            </a:endParaRPr>
          </a:p>
          <a:p>
            <a:endParaRPr lang="zh-CN" altLang="en-US" dirty="0"/>
          </a:p>
          <a:p>
            <a:r>
              <a:rPr lang="zh-CN" altLang="en-US" dirty="0"/>
              <a:t>并发控制的多种方法：</a:t>
            </a:r>
            <a:endParaRPr lang="zh-CN" altLang="en-US" dirty="0"/>
          </a:p>
          <a:p>
            <a:r>
              <a:rPr lang="zh-CN" altLang="en-US" dirty="0"/>
              <a:t>① 锁（</a:t>
            </a:r>
            <a:r>
              <a:rPr lang="en-US" altLang="zh-CN" dirty="0"/>
              <a:t>Locking</a:t>
            </a:r>
            <a:r>
              <a:rPr lang="zh-CN" altLang="en-US" dirty="0"/>
              <a:t>）</a:t>
            </a:r>
            <a:r>
              <a:rPr lang="en-US" altLang="zh-CN" dirty="0">
                <a:latin typeface="Times New Roman" panose="02020503050405090304" pitchFamily="18" charset="0"/>
              </a:rPr>
              <a:t>——</a:t>
            </a:r>
            <a:r>
              <a:rPr lang="zh-CN" altLang="en-US" dirty="0"/>
              <a:t>商用主要方法</a:t>
            </a:r>
            <a:endParaRPr lang="zh-CN" altLang="en-US" dirty="0"/>
          </a:p>
          <a:p>
            <a:r>
              <a:rPr lang="zh-CN" altLang="en-US" dirty="0"/>
              <a:t>② 乐观（</a:t>
            </a:r>
            <a:r>
              <a:rPr lang="en-US" altLang="zh-CN" dirty="0"/>
              <a:t>Optimistic</a:t>
            </a:r>
            <a:r>
              <a:rPr lang="zh-CN" altLang="en-US" dirty="0"/>
              <a:t>）</a:t>
            </a:r>
            <a:endParaRPr lang="zh-CN" altLang="en-US" dirty="0"/>
          </a:p>
          <a:p>
            <a:r>
              <a:rPr lang="zh-CN" altLang="en-US" dirty="0"/>
              <a:t>③ 时间戳（</a:t>
            </a:r>
            <a:r>
              <a:rPr lang="en-US" altLang="zh-CN" dirty="0"/>
              <a:t>timestamping</a:t>
            </a:r>
            <a:r>
              <a:rPr lang="zh-CN" altLang="en-US" dirty="0"/>
              <a:t>）</a:t>
            </a:r>
            <a:endParaRPr lang="zh-CN" altLang="en-US" b="1" dirty="0"/>
          </a:p>
          <a:p>
            <a:pPr>
              <a:spcBef>
                <a:spcPct val="50000"/>
              </a:spcBef>
            </a:pPr>
            <a:r>
              <a:rPr lang="en-US" altLang="zh-CN" dirty="0">
                <a:latin typeface="宋体" pitchFamily="2" charset="-122"/>
              </a:rPr>
              <a:t>2</a:t>
            </a:r>
            <a:r>
              <a:rPr lang="zh-CN" altLang="en-US" dirty="0">
                <a:latin typeface="Times New Roman" panose="02020503050405090304" pitchFamily="18" charset="0"/>
              </a:rPr>
              <a:t>、封锁规则</a:t>
            </a:r>
            <a:endParaRPr lang="zh-CN" altLang="en-US" dirty="0">
              <a:latin typeface="宋体" pitchFamily="2" charset="-122"/>
            </a:endParaRPr>
          </a:p>
          <a:p>
            <a:pPr>
              <a:spcBef>
                <a:spcPct val="50000"/>
              </a:spcBef>
            </a:pPr>
            <a:r>
              <a:rPr lang="zh-CN" altLang="en-US" dirty="0">
                <a:latin typeface="宋体" pitchFamily="2" charset="-122"/>
              </a:rPr>
              <a:t>① </a:t>
            </a:r>
            <a:r>
              <a:rPr lang="zh-CN" altLang="en-US" dirty="0">
                <a:latin typeface="Times New Roman" panose="02020503050405090304" pitchFamily="18" charset="0"/>
              </a:rPr>
              <a:t>将要存取的数据须先申请加锁；</a:t>
            </a:r>
            <a:endParaRPr lang="zh-CN" altLang="en-US" dirty="0">
              <a:latin typeface="宋体" pitchFamily="2" charset="-122"/>
            </a:endParaRPr>
          </a:p>
          <a:p>
            <a:pPr>
              <a:spcBef>
                <a:spcPct val="50000"/>
              </a:spcBef>
            </a:pPr>
            <a:r>
              <a:rPr lang="zh-CN" altLang="en-US" dirty="0">
                <a:latin typeface="宋体" pitchFamily="2" charset="-122"/>
              </a:rPr>
              <a:t>② </a:t>
            </a:r>
            <a:r>
              <a:rPr lang="zh-CN" altLang="en-US" dirty="0">
                <a:latin typeface="Times New Roman" panose="02020503050405090304" pitchFamily="18" charset="0"/>
              </a:rPr>
              <a:t>已被加锁的数据不能再加不相容锁；</a:t>
            </a:r>
            <a:endParaRPr lang="zh-CN" altLang="en-US" dirty="0">
              <a:latin typeface="宋体" pitchFamily="2" charset="-122"/>
            </a:endParaRPr>
          </a:p>
          <a:p>
            <a:pPr>
              <a:spcBef>
                <a:spcPct val="50000"/>
              </a:spcBef>
            </a:pPr>
            <a:r>
              <a:rPr lang="zh-CN" altLang="en-US" dirty="0">
                <a:latin typeface="宋体" pitchFamily="2" charset="-122"/>
              </a:rPr>
              <a:t>③ </a:t>
            </a:r>
            <a:r>
              <a:rPr lang="zh-CN" altLang="en-US" dirty="0">
                <a:latin typeface="Times New Roman" panose="02020503050405090304" pitchFamily="18" charset="0"/>
              </a:rPr>
              <a:t>一旦</a:t>
            </a:r>
            <a:r>
              <a:rPr lang="zh-CN" altLang="en-US" dirty="0">
                <a:solidFill>
                  <a:srgbClr val="FF0000"/>
                </a:solidFill>
                <a:latin typeface="Times New Roman" panose="02020503050405090304" pitchFamily="18" charset="0"/>
              </a:rPr>
              <a:t>退出使用</a:t>
            </a:r>
            <a:r>
              <a:rPr lang="zh-CN" altLang="en-US" dirty="0">
                <a:latin typeface="Times New Roman" panose="02020503050405090304" pitchFamily="18" charset="0"/>
              </a:rPr>
              <a:t>应“立即”释放锁；</a:t>
            </a:r>
            <a:endParaRPr lang="zh-CN" altLang="en-US" dirty="0">
              <a:latin typeface="宋体" pitchFamily="2" charset="-122"/>
            </a:endParaRPr>
          </a:p>
          <a:p>
            <a:pPr>
              <a:spcBef>
                <a:spcPct val="50000"/>
              </a:spcBef>
            </a:pPr>
            <a:r>
              <a:rPr lang="zh-CN" altLang="en-US" dirty="0">
                <a:latin typeface="宋体" pitchFamily="2" charset="-122"/>
              </a:rPr>
              <a:t>④ </a:t>
            </a:r>
            <a:r>
              <a:rPr lang="zh-CN" altLang="en-US" dirty="0">
                <a:latin typeface="Times New Roman" panose="02020503050405090304" pitchFamily="18" charset="0"/>
              </a:rPr>
              <a:t>未被加锁的数据不可对之解锁。</a:t>
            </a:r>
            <a:endParaRPr lang="zh-CN" altLang="en-US" dirty="0">
              <a:latin typeface="Times New Roman" panose="02020503050405090304" pitchFamily="18" charset="0"/>
            </a:endParaRPr>
          </a:p>
        </p:txBody>
      </p:sp>
      <p:sp>
        <p:nvSpPr>
          <p:cNvPr id="6" name="灯片编号占位符 5"/>
          <p:cNvSpPr>
            <a:spLocks noGrp="1"/>
          </p:cNvSpPr>
          <p:nvPr>
            <p:ph type="sldNum" sz="quarter" idx="12"/>
          </p:nvPr>
        </p:nvSpPr>
        <p:spPr/>
        <p:txBody>
          <a:bodyPr/>
          <a:lstStyle/>
          <a:p>
            <a:pPr>
              <a:defRPr/>
            </a:pPr>
            <a:fld id="{76C569B4-E5C9-44EC-A632-C559A8A0B388}" type="slidenum">
              <a:rPr lang="en-US" altLang="zh-CN"/>
            </a:fld>
            <a:endParaRPr lang="en-US" altLang="zh-CN"/>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ChangeArrowheads="1"/>
          </p:cNvSpPr>
          <p:nvPr/>
        </p:nvSpPr>
        <p:spPr bwMode="auto">
          <a:xfrm>
            <a:off x="304800" y="757238"/>
            <a:ext cx="8610600" cy="5447645"/>
          </a:xfrm>
          <a:prstGeom prst="rect">
            <a:avLst/>
          </a:prstGeom>
          <a:noFill/>
          <a:ln w="9525">
            <a:noFill/>
            <a:miter lim="800000"/>
          </a:ln>
        </p:spPr>
        <p:txBody>
          <a:bodyPr>
            <a:spAutoFit/>
          </a:bodyPr>
          <a:lstStyle/>
          <a:p>
            <a:pPr>
              <a:spcBef>
                <a:spcPct val="50000"/>
              </a:spcBef>
            </a:pPr>
            <a:r>
              <a:rPr lang="en-US" altLang="zh-CN" b="1" dirty="0">
                <a:ea typeface="黑体" pitchFamily="2" charset="-122"/>
              </a:rPr>
              <a:t>11.</a:t>
            </a:r>
            <a:r>
              <a:rPr lang="en-US" altLang="zh-CN" b="1" dirty="0">
                <a:latin typeface="Arial" panose="020B0604020202090204" pitchFamily="34" charset="0"/>
                <a:cs typeface="Arial" panose="020B0604020202090204" pitchFamily="34" charset="0"/>
              </a:rPr>
              <a:t> 2.2  </a:t>
            </a:r>
            <a:r>
              <a:rPr lang="zh-CN" altLang="en-US" b="1" dirty="0">
                <a:latin typeface="Arial" panose="020B0604020202090204" pitchFamily="34" charset="0"/>
                <a:ea typeface="黑体" pitchFamily="2" charset="-122"/>
              </a:rPr>
              <a:t>申请时机</a:t>
            </a:r>
            <a:endParaRPr lang="zh-CN" altLang="en-US" b="1" dirty="0">
              <a:latin typeface="Arial" panose="020B0604020202090204" pitchFamily="34" charset="0"/>
              <a:cs typeface="Arial" panose="020B0604020202090204" pitchFamily="34" charset="0"/>
            </a:endParaRPr>
          </a:p>
          <a:p>
            <a:pPr>
              <a:spcBef>
                <a:spcPct val="50000"/>
              </a:spcBef>
            </a:pPr>
            <a:r>
              <a:rPr lang="en-US" altLang="zh-CN" dirty="0"/>
              <a:t>1</a:t>
            </a:r>
            <a:r>
              <a:rPr lang="zh-CN" altLang="en-US" dirty="0">
                <a:latin typeface="Times New Roman" panose="02020503050405090304" pitchFamily="18" charset="0"/>
              </a:rPr>
              <a:t>、事务</a:t>
            </a:r>
            <a:endParaRPr lang="zh-CN" altLang="en-US" dirty="0"/>
          </a:p>
          <a:p>
            <a:pPr marL="706755" indent="-342900">
              <a:spcBef>
                <a:spcPct val="50000"/>
              </a:spcBef>
              <a:buFont typeface="Wingdings" panose="05000000000000000000" pitchFamily="2" charset="2"/>
              <a:buChar char="Ø"/>
            </a:pPr>
            <a:r>
              <a:rPr lang="zh-CN" altLang="en-US" dirty="0">
                <a:latin typeface="Times New Roman" panose="02020503050405090304" pitchFamily="18" charset="0"/>
              </a:rPr>
              <a:t>无死锁；</a:t>
            </a:r>
            <a:endParaRPr lang="zh-CN" altLang="en-US" dirty="0"/>
          </a:p>
          <a:p>
            <a:pPr marL="706755" indent="-342900">
              <a:spcBef>
                <a:spcPct val="50000"/>
              </a:spcBef>
              <a:buFont typeface="Wingdings" panose="05000000000000000000" pitchFamily="2" charset="2"/>
              <a:buChar char="Ø"/>
            </a:pPr>
            <a:r>
              <a:rPr lang="zh-CN" altLang="en-US" dirty="0">
                <a:latin typeface="Times New Roman" panose="02020503050405090304" pitchFamily="18" charset="0"/>
              </a:rPr>
              <a:t>锁开销少；</a:t>
            </a:r>
            <a:endParaRPr lang="zh-CN" altLang="en-US" dirty="0"/>
          </a:p>
          <a:p>
            <a:pPr marL="706755" indent="-342900">
              <a:spcBef>
                <a:spcPct val="50000"/>
              </a:spcBef>
              <a:buFont typeface="Wingdings" panose="05000000000000000000" pitchFamily="2" charset="2"/>
              <a:buChar char="Ø"/>
            </a:pPr>
            <a:r>
              <a:rPr lang="zh-CN" altLang="en-US" dirty="0">
                <a:solidFill>
                  <a:srgbClr val="FF0000"/>
                </a:solidFill>
                <a:latin typeface="Times New Roman" panose="02020503050405090304" pitchFamily="18" charset="0"/>
              </a:rPr>
              <a:t>并发性低</a:t>
            </a:r>
            <a:r>
              <a:rPr lang="zh-CN" altLang="en-US" dirty="0">
                <a:latin typeface="Times New Roman" panose="02020503050405090304" pitchFamily="18" charset="0"/>
              </a:rPr>
              <a:t>。</a:t>
            </a:r>
            <a:endParaRPr lang="zh-CN" altLang="en-US" dirty="0"/>
          </a:p>
          <a:p>
            <a:pPr>
              <a:spcBef>
                <a:spcPct val="50000"/>
              </a:spcBef>
            </a:pPr>
            <a:r>
              <a:rPr lang="en-US" altLang="zh-CN" dirty="0"/>
              <a:t>2</a:t>
            </a:r>
            <a:r>
              <a:rPr lang="zh-CN" altLang="en-US" dirty="0">
                <a:latin typeface="Times New Roman" panose="02020503050405090304" pitchFamily="18" charset="0"/>
              </a:rPr>
              <a:t>、一条</a:t>
            </a:r>
            <a:r>
              <a:rPr lang="en-US" altLang="zh-CN" dirty="0"/>
              <a:t>SQL</a:t>
            </a:r>
            <a:r>
              <a:rPr lang="zh-CN" altLang="en-US" dirty="0">
                <a:latin typeface="Times New Roman" panose="02020503050405090304" pitchFamily="18" charset="0"/>
              </a:rPr>
              <a:t>语句</a:t>
            </a:r>
            <a:endParaRPr lang="zh-CN" altLang="en-US" dirty="0"/>
          </a:p>
          <a:p>
            <a:pPr marL="706755" indent="-342900">
              <a:spcBef>
                <a:spcPct val="50000"/>
              </a:spcBef>
              <a:buFont typeface="Wingdings" panose="05000000000000000000" pitchFamily="2" charset="2"/>
              <a:buChar char="Ø"/>
            </a:pPr>
            <a:r>
              <a:rPr lang="zh-CN" altLang="en-US" dirty="0">
                <a:latin typeface="Times New Roman" panose="02020503050405090304" pitchFamily="18" charset="0"/>
              </a:rPr>
              <a:t>并发性高；</a:t>
            </a:r>
            <a:endParaRPr lang="zh-CN" altLang="en-US" dirty="0"/>
          </a:p>
          <a:p>
            <a:pPr marL="706755" indent="-342900">
              <a:spcBef>
                <a:spcPct val="50000"/>
              </a:spcBef>
              <a:buFont typeface="Wingdings" panose="05000000000000000000" pitchFamily="2" charset="2"/>
              <a:buChar char="Ø"/>
            </a:pPr>
            <a:r>
              <a:rPr lang="zh-CN" altLang="en-US" dirty="0">
                <a:solidFill>
                  <a:srgbClr val="FF0000"/>
                </a:solidFill>
                <a:latin typeface="Times New Roman" panose="02020503050405090304" pitchFamily="18" charset="0"/>
              </a:rPr>
              <a:t>锁开销大</a:t>
            </a:r>
            <a:r>
              <a:rPr lang="zh-CN" altLang="en-US" dirty="0">
                <a:latin typeface="Times New Roman" panose="02020503050405090304" pitchFamily="18" charset="0"/>
              </a:rPr>
              <a:t>；</a:t>
            </a:r>
            <a:endParaRPr lang="zh-CN" altLang="en-US" dirty="0"/>
          </a:p>
          <a:p>
            <a:pPr marL="706755" indent="-342900">
              <a:spcBef>
                <a:spcPct val="50000"/>
              </a:spcBef>
              <a:buFont typeface="Wingdings" panose="05000000000000000000" pitchFamily="2" charset="2"/>
              <a:buChar char="Ø"/>
            </a:pPr>
            <a:r>
              <a:rPr lang="zh-CN" altLang="en-US" dirty="0">
                <a:latin typeface="Times New Roman" panose="02020503050405090304" pitchFamily="18" charset="0"/>
              </a:rPr>
              <a:t>死锁；</a:t>
            </a:r>
            <a:endParaRPr lang="zh-CN" altLang="en-US" dirty="0"/>
          </a:p>
          <a:p>
            <a:pPr marL="706755" indent="-342900">
              <a:spcBef>
                <a:spcPct val="50000"/>
              </a:spcBef>
              <a:buFont typeface="Wingdings" panose="05000000000000000000" pitchFamily="2" charset="2"/>
              <a:buChar char="Ø"/>
            </a:pPr>
            <a:r>
              <a:rPr lang="zh-CN" altLang="en-US" dirty="0">
                <a:latin typeface="Times New Roman" panose="02020503050405090304" pitchFamily="18" charset="0"/>
              </a:rPr>
              <a:t>申请频繁。</a:t>
            </a:r>
            <a:endParaRPr lang="zh-CN" altLang="en-US" dirty="0"/>
          </a:p>
        </p:txBody>
      </p:sp>
      <p:sp>
        <p:nvSpPr>
          <p:cNvPr id="6" name="灯片编号占位符 5"/>
          <p:cNvSpPr>
            <a:spLocks noGrp="1"/>
          </p:cNvSpPr>
          <p:nvPr>
            <p:ph type="sldNum" sz="quarter" idx="12"/>
          </p:nvPr>
        </p:nvSpPr>
        <p:spPr/>
        <p:txBody>
          <a:bodyPr/>
          <a:lstStyle/>
          <a:p>
            <a:pPr>
              <a:defRPr/>
            </a:pPr>
            <a:fld id="{763B3FD0-5FC1-4068-86DB-6444A669F70E}" type="slidenum">
              <a:rPr lang="en-US" altLang="zh-CN"/>
            </a:fld>
            <a:endParaRPr lang="en-US" altLang="zh-CN"/>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ChangeArrowheads="1"/>
          </p:cNvSpPr>
          <p:nvPr/>
        </p:nvSpPr>
        <p:spPr bwMode="auto">
          <a:xfrm>
            <a:off x="304800" y="765175"/>
            <a:ext cx="8534400" cy="3416320"/>
          </a:xfrm>
          <a:prstGeom prst="rect">
            <a:avLst/>
          </a:prstGeom>
          <a:noFill/>
          <a:ln w="9525">
            <a:noFill/>
            <a:miter lim="800000"/>
          </a:ln>
        </p:spPr>
        <p:txBody>
          <a:bodyPr>
            <a:spAutoFit/>
          </a:bodyPr>
          <a:lstStyle/>
          <a:p>
            <a:pPr>
              <a:spcBef>
                <a:spcPct val="50000"/>
              </a:spcBef>
            </a:pPr>
            <a:r>
              <a:rPr lang="en-US" altLang="zh-CN" b="1" dirty="0">
                <a:ea typeface="黑体" pitchFamily="2" charset="-122"/>
              </a:rPr>
              <a:t>11.</a:t>
            </a:r>
            <a:r>
              <a:rPr lang="en-US" altLang="zh-CN" b="1" dirty="0">
                <a:latin typeface="Arial" panose="020B0604020202090204" pitchFamily="34" charset="0"/>
                <a:cs typeface="Arial" panose="020B0604020202090204" pitchFamily="34" charset="0"/>
              </a:rPr>
              <a:t> 2.3  </a:t>
            </a:r>
            <a:r>
              <a:rPr lang="zh-CN" altLang="en-US" b="1" dirty="0">
                <a:latin typeface="Arial" panose="020B0604020202090204" pitchFamily="34" charset="0"/>
                <a:ea typeface="黑体" pitchFamily="2" charset="-122"/>
              </a:rPr>
              <a:t>申请方式</a:t>
            </a:r>
            <a:endParaRPr lang="zh-CN" altLang="en-US" b="1" dirty="0">
              <a:latin typeface="Arial" panose="020B0604020202090204" pitchFamily="34" charset="0"/>
              <a:cs typeface="Arial" panose="020B0604020202090204" pitchFamily="34" charset="0"/>
            </a:endParaRPr>
          </a:p>
          <a:p>
            <a:pPr>
              <a:spcBef>
                <a:spcPct val="50000"/>
              </a:spcBef>
            </a:pPr>
            <a:r>
              <a:rPr lang="en-US" altLang="zh-CN" dirty="0"/>
              <a:t>1</a:t>
            </a:r>
            <a:r>
              <a:rPr lang="zh-CN" altLang="en-US" dirty="0">
                <a:latin typeface="Times New Roman" panose="02020503050405090304" pitchFamily="18" charset="0"/>
              </a:rPr>
              <a:t>、显式</a:t>
            </a:r>
            <a:endParaRPr lang="zh-CN" altLang="en-US" dirty="0">
              <a:latin typeface="Times New Roman" panose="02020503050405090304" pitchFamily="18" charset="0"/>
            </a:endParaRPr>
          </a:p>
          <a:p>
            <a:pPr>
              <a:spcBef>
                <a:spcPct val="50000"/>
              </a:spcBef>
            </a:pPr>
            <a:r>
              <a:rPr lang="zh-CN" altLang="en-US" dirty="0">
                <a:latin typeface="Times New Roman" panose="02020503050405090304" pitchFamily="18" charset="0"/>
              </a:rPr>
              <a:t>       应事务的要求直接加到数据对象上</a:t>
            </a:r>
            <a:endParaRPr lang="zh-CN" altLang="en-US" dirty="0"/>
          </a:p>
          <a:p>
            <a:pPr>
              <a:spcBef>
                <a:spcPct val="50000"/>
              </a:spcBef>
            </a:pPr>
            <a:r>
              <a:rPr lang="en-US" altLang="zh-CN" dirty="0"/>
              <a:t>2</a:t>
            </a:r>
            <a:r>
              <a:rPr lang="zh-CN" altLang="en-US" dirty="0">
                <a:latin typeface="Times New Roman" panose="02020503050405090304" pitchFamily="18" charset="0"/>
              </a:rPr>
              <a:t>、隐式</a:t>
            </a:r>
            <a:endParaRPr lang="zh-CN" altLang="en-US" dirty="0">
              <a:latin typeface="Times New Roman" panose="02020503050405090304" pitchFamily="18" charset="0"/>
            </a:endParaRPr>
          </a:p>
          <a:p>
            <a:pPr>
              <a:spcBef>
                <a:spcPct val="50000"/>
              </a:spcBef>
            </a:pPr>
            <a:r>
              <a:rPr lang="zh-CN" altLang="en-US" dirty="0">
                <a:latin typeface="Times New Roman" panose="02020503050405090304" pitchFamily="18" charset="0"/>
              </a:rPr>
              <a:t>       该数据对象没有独立加锁，由于数据对象的</a:t>
            </a:r>
            <a:r>
              <a:rPr lang="zh-CN" altLang="en-US" b="1" dirty="0">
                <a:latin typeface="Times New Roman" panose="02020503050405090304" pitchFamily="18" charset="0"/>
              </a:rPr>
              <a:t>多粒度层次结构中</a:t>
            </a:r>
            <a:r>
              <a:rPr lang="zh-CN" altLang="en-US" dirty="0">
                <a:latin typeface="Times New Roman" panose="02020503050405090304" pitchFamily="18" charset="0"/>
              </a:rPr>
              <a:t>的</a:t>
            </a:r>
            <a:r>
              <a:rPr lang="zh-CN" altLang="en-US" b="1" dirty="0">
                <a:latin typeface="Times New Roman" panose="02020503050405090304" pitchFamily="18" charset="0"/>
              </a:rPr>
              <a:t>上级结点</a:t>
            </a:r>
            <a:r>
              <a:rPr lang="zh-CN" altLang="en-US" dirty="0">
                <a:latin typeface="Times New Roman" panose="02020503050405090304" pitchFamily="18" charset="0"/>
              </a:rPr>
              <a:t>加了锁，使该数据对象</a:t>
            </a:r>
            <a:r>
              <a:rPr lang="zh-CN" altLang="en-US" b="1" dirty="0">
                <a:latin typeface="Times New Roman" panose="02020503050405090304" pitchFamily="18" charset="0"/>
              </a:rPr>
              <a:t>隐含的</a:t>
            </a:r>
            <a:r>
              <a:rPr lang="zh-CN" altLang="en-US" dirty="0">
                <a:latin typeface="Times New Roman" panose="02020503050405090304" pitchFamily="18" charset="0"/>
              </a:rPr>
              <a:t>加了相同类型的锁。</a:t>
            </a:r>
            <a:endParaRPr lang="zh-CN" altLang="en-US" dirty="0">
              <a:latin typeface="Times New Roman" panose="02020503050405090304" pitchFamily="18" charset="0"/>
            </a:endParaRPr>
          </a:p>
        </p:txBody>
      </p:sp>
      <p:sp>
        <p:nvSpPr>
          <p:cNvPr id="6" name="灯片编号占位符 5"/>
          <p:cNvSpPr>
            <a:spLocks noGrp="1"/>
          </p:cNvSpPr>
          <p:nvPr>
            <p:ph type="sldNum" sz="quarter" idx="12"/>
          </p:nvPr>
        </p:nvSpPr>
        <p:spPr/>
        <p:txBody>
          <a:bodyPr/>
          <a:lstStyle/>
          <a:p>
            <a:pPr>
              <a:defRPr/>
            </a:pPr>
            <a:fld id="{83A591C3-CCF3-4545-87A0-AA225973F4C9}" type="slidenum">
              <a:rPr lang="en-US" altLang="zh-CN"/>
            </a:fld>
            <a:endParaRPr lang="en-US" altLang="zh-CN"/>
          </a:p>
        </p:txBody>
      </p:sp>
      <p:sp>
        <p:nvSpPr>
          <p:cNvPr id="2" name="椭圆 1"/>
          <p:cNvSpPr/>
          <p:nvPr/>
        </p:nvSpPr>
        <p:spPr>
          <a:xfrm>
            <a:off x="2843808" y="4005064"/>
            <a:ext cx="288032" cy="1764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椭圆 4"/>
          <p:cNvSpPr/>
          <p:nvPr/>
        </p:nvSpPr>
        <p:spPr>
          <a:xfrm>
            <a:off x="1979712" y="4797152"/>
            <a:ext cx="288032" cy="1764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椭圆 6"/>
          <p:cNvSpPr/>
          <p:nvPr/>
        </p:nvSpPr>
        <p:spPr>
          <a:xfrm>
            <a:off x="3707904" y="4797152"/>
            <a:ext cx="288032" cy="1764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椭圆 7"/>
          <p:cNvSpPr/>
          <p:nvPr/>
        </p:nvSpPr>
        <p:spPr>
          <a:xfrm>
            <a:off x="827584" y="5589240"/>
            <a:ext cx="288032" cy="1764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椭圆 8"/>
          <p:cNvSpPr/>
          <p:nvPr/>
        </p:nvSpPr>
        <p:spPr>
          <a:xfrm>
            <a:off x="1937428" y="5589239"/>
            <a:ext cx="288032" cy="1764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椭圆 9"/>
          <p:cNvSpPr/>
          <p:nvPr/>
        </p:nvSpPr>
        <p:spPr>
          <a:xfrm>
            <a:off x="5292080" y="5589238"/>
            <a:ext cx="288032" cy="1764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椭圆 10"/>
          <p:cNvSpPr/>
          <p:nvPr/>
        </p:nvSpPr>
        <p:spPr>
          <a:xfrm>
            <a:off x="3537491" y="5589237"/>
            <a:ext cx="288032" cy="1764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椭圆 11"/>
          <p:cNvSpPr/>
          <p:nvPr/>
        </p:nvSpPr>
        <p:spPr>
          <a:xfrm>
            <a:off x="3121087" y="6268134"/>
            <a:ext cx="288032" cy="1764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椭圆 12"/>
          <p:cNvSpPr/>
          <p:nvPr/>
        </p:nvSpPr>
        <p:spPr>
          <a:xfrm>
            <a:off x="4716016" y="6268134"/>
            <a:ext cx="288032" cy="1764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p:cNvSpPr txBox="1"/>
          <p:nvPr/>
        </p:nvSpPr>
        <p:spPr>
          <a:xfrm>
            <a:off x="1735812" y="3894602"/>
            <a:ext cx="1107996" cy="461665"/>
          </a:xfrm>
          <a:prstGeom prst="rect">
            <a:avLst/>
          </a:prstGeom>
          <a:noFill/>
        </p:spPr>
        <p:txBody>
          <a:bodyPr wrap="none" rtlCol="0">
            <a:spAutoFit/>
          </a:bodyPr>
          <a:lstStyle/>
          <a:p>
            <a:r>
              <a:rPr lang="zh-CN" altLang="en-US" dirty="0">
                <a:solidFill>
                  <a:srgbClr val="0066FF"/>
                </a:solidFill>
              </a:rPr>
              <a:t>数据库</a:t>
            </a:r>
            <a:endParaRPr lang="zh-CN" altLang="en-US" dirty="0">
              <a:solidFill>
                <a:srgbClr val="0066FF"/>
              </a:solidFill>
            </a:endParaRPr>
          </a:p>
        </p:txBody>
      </p:sp>
      <p:sp>
        <p:nvSpPr>
          <p:cNvPr id="14" name="文本框 13"/>
          <p:cNvSpPr txBox="1"/>
          <p:nvPr/>
        </p:nvSpPr>
        <p:spPr>
          <a:xfrm>
            <a:off x="777642" y="4635589"/>
            <a:ext cx="1015021" cy="461665"/>
          </a:xfrm>
          <a:prstGeom prst="rect">
            <a:avLst/>
          </a:prstGeom>
          <a:noFill/>
        </p:spPr>
        <p:txBody>
          <a:bodyPr wrap="none" rtlCol="0">
            <a:spAutoFit/>
          </a:bodyPr>
          <a:lstStyle/>
          <a:p>
            <a:r>
              <a:rPr lang="zh-CN" altLang="en-US" dirty="0">
                <a:solidFill>
                  <a:srgbClr val="0066FF"/>
                </a:solidFill>
              </a:rPr>
              <a:t>关系</a:t>
            </a:r>
            <a:r>
              <a:rPr lang="en-US" altLang="zh-CN" dirty="0">
                <a:solidFill>
                  <a:srgbClr val="0066FF"/>
                </a:solidFill>
              </a:rPr>
              <a:t>R</a:t>
            </a:r>
            <a:endParaRPr lang="zh-CN" altLang="en-US" dirty="0">
              <a:solidFill>
                <a:srgbClr val="0066FF"/>
              </a:solidFill>
            </a:endParaRPr>
          </a:p>
        </p:txBody>
      </p:sp>
      <p:sp>
        <p:nvSpPr>
          <p:cNvPr id="15" name="文本框 14"/>
          <p:cNvSpPr txBox="1"/>
          <p:nvPr/>
        </p:nvSpPr>
        <p:spPr>
          <a:xfrm>
            <a:off x="2585500" y="4654533"/>
            <a:ext cx="1010213" cy="461665"/>
          </a:xfrm>
          <a:prstGeom prst="rect">
            <a:avLst/>
          </a:prstGeom>
          <a:noFill/>
        </p:spPr>
        <p:txBody>
          <a:bodyPr wrap="none" rtlCol="0">
            <a:spAutoFit/>
          </a:bodyPr>
          <a:lstStyle/>
          <a:p>
            <a:r>
              <a:rPr lang="zh-CN" altLang="en-US" dirty="0">
                <a:solidFill>
                  <a:srgbClr val="0066FF"/>
                </a:solidFill>
              </a:rPr>
              <a:t>关系</a:t>
            </a:r>
            <a:r>
              <a:rPr lang="en-US" altLang="zh-CN" dirty="0">
                <a:solidFill>
                  <a:srgbClr val="0066FF"/>
                </a:solidFill>
              </a:rPr>
              <a:t>S</a:t>
            </a:r>
            <a:endParaRPr lang="zh-CN" altLang="en-US" dirty="0">
              <a:solidFill>
                <a:srgbClr val="0066FF"/>
              </a:solidFill>
            </a:endParaRPr>
          </a:p>
        </p:txBody>
      </p:sp>
      <p:sp>
        <p:nvSpPr>
          <p:cNvPr id="16" name="文本框 15"/>
          <p:cNvSpPr txBox="1"/>
          <p:nvPr/>
        </p:nvSpPr>
        <p:spPr>
          <a:xfrm>
            <a:off x="2411760" y="5415607"/>
            <a:ext cx="1205779" cy="461665"/>
          </a:xfrm>
          <a:prstGeom prst="rect">
            <a:avLst/>
          </a:prstGeom>
          <a:noFill/>
        </p:spPr>
        <p:txBody>
          <a:bodyPr wrap="none" rtlCol="0">
            <a:spAutoFit/>
          </a:bodyPr>
          <a:lstStyle/>
          <a:p>
            <a:r>
              <a:rPr lang="zh-CN" altLang="en-US" dirty="0">
                <a:solidFill>
                  <a:srgbClr val="0066FF"/>
                </a:solidFill>
              </a:rPr>
              <a:t>分区</a:t>
            </a:r>
            <a:r>
              <a:rPr lang="en-US" altLang="zh-CN" dirty="0">
                <a:solidFill>
                  <a:srgbClr val="0066FF"/>
                </a:solidFill>
              </a:rPr>
              <a:t>S1</a:t>
            </a:r>
            <a:endParaRPr lang="zh-CN" altLang="en-US" dirty="0">
              <a:solidFill>
                <a:srgbClr val="0066FF"/>
              </a:solidFill>
            </a:endParaRPr>
          </a:p>
        </p:txBody>
      </p:sp>
      <p:sp>
        <p:nvSpPr>
          <p:cNvPr id="17" name="文本框 16"/>
          <p:cNvSpPr txBox="1"/>
          <p:nvPr/>
        </p:nvSpPr>
        <p:spPr>
          <a:xfrm>
            <a:off x="4014293" y="5413681"/>
            <a:ext cx="1205779" cy="461665"/>
          </a:xfrm>
          <a:prstGeom prst="rect">
            <a:avLst/>
          </a:prstGeom>
          <a:noFill/>
        </p:spPr>
        <p:txBody>
          <a:bodyPr wrap="none" rtlCol="0">
            <a:spAutoFit/>
          </a:bodyPr>
          <a:lstStyle/>
          <a:p>
            <a:r>
              <a:rPr lang="zh-CN" altLang="en-US" dirty="0">
                <a:solidFill>
                  <a:srgbClr val="0066FF"/>
                </a:solidFill>
              </a:rPr>
              <a:t>分区</a:t>
            </a:r>
            <a:r>
              <a:rPr lang="en-US" altLang="zh-CN" dirty="0">
                <a:solidFill>
                  <a:srgbClr val="0066FF"/>
                </a:solidFill>
              </a:rPr>
              <a:t>S2</a:t>
            </a:r>
            <a:endParaRPr lang="zh-CN" altLang="en-US" dirty="0">
              <a:solidFill>
                <a:srgbClr val="0066FF"/>
              </a:solidFill>
            </a:endParaRPr>
          </a:p>
        </p:txBody>
      </p:sp>
      <p:sp>
        <p:nvSpPr>
          <p:cNvPr id="18" name="文本框 17"/>
          <p:cNvSpPr txBox="1"/>
          <p:nvPr/>
        </p:nvSpPr>
        <p:spPr>
          <a:xfrm>
            <a:off x="1891087" y="6125516"/>
            <a:ext cx="1156086" cy="461665"/>
          </a:xfrm>
          <a:prstGeom prst="rect">
            <a:avLst/>
          </a:prstGeom>
          <a:noFill/>
        </p:spPr>
        <p:txBody>
          <a:bodyPr wrap="none" rtlCol="0">
            <a:spAutoFit/>
          </a:bodyPr>
          <a:lstStyle/>
          <a:p>
            <a:r>
              <a:rPr lang="zh-CN" altLang="en-US" dirty="0">
                <a:solidFill>
                  <a:srgbClr val="0066FF"/>
                </a:solidFill>
              </a:rPr>
              <a:t>元组</a:t>
            </a:r>
            <a:r>
              <a:rPr lang="en-US" altLang="zh-CN" dirty="0">
                <a:solidFill>
                  <a:srgbClr val="0066FF"/>
                </a:solidFill>
              </a:rPr>
              <a:t>s1</a:t>
            </a:r>
            <a:endParaRPr lang="zh-CN" altLang="en-US" dirty="0">
              <a:solidFill>
                <a:srgbClr val="0066FF"/>
              </a:solidFill>
            </a:endParaRPr>
          </a:p>
        </p:txBody>
      </p:sp>
      <p:sp>
        <p:nvSpPr>
          <p:cNvPr id="19" name="文本框 18"/>
          <p:cNvSpPr txBox="1"/>
          <p:nvPr/>
        </p:nvSpPr>
        <p:spPr>
          <a:xfrm>
            <a:off x="3559930" y="6125516"/>
            <a:ext cx="1156086" cy="461665"/>
          </a:xfrm>
          <a:prstGeom prst="rect">
            <a:avLst/>
          </a:prstGeom>
          <a:noFill/>
        </p:spPr>
        <p:txBody>
          <a:bodyPr wrap="none" rtlCol="0">
            <a:spAutoFit/>
          </a:bodyPr>
          <a:lstStyle/>
          <a:p>
            <a:r>
              <a:rPr lang="zh-CN" altLang="en-US" dirty="0">
                <a:solidFill>
                  <a:srgbClr val="0066FF"/>
                </a:solidFill>
              </a:rPr>
              <a:t>元组</a:t>
            </a:r>
            <a:r>
              <a:rPr lang="en-US" altLang="zh-CN" dirty="0">
                <a:solidFill>
                  <a:srgbClr val="0066FF"/>
                </a:solidFill>
              </a:rPr>
              <a:t>s2</a:t>
            </a:r>
            <a:endParaRPr lang="zh-CN" altLang="en-US" dirty="0">
              <a:solidFill>
                <a:srgbClr val="0066FF"/>
              </a:solidFill>
            </a:endParaRPr>
          </a:p>
        </p:txBody>
      </p:sp>
      <p:cxnSp>
        <p:nvCxnSpPr>
          <p:cNvPr id="23" name="直接连接符 22"/>
          <p:cNvCxnSpPr>
            <a:stCxn id="5" idx="0"/>
            <a:endCxn id="2" idx="3"/>
          </p:cNvCxnSpPr>
          <p:nvPr/>
        </p:nvCxnSpPr>
        <p:spPr>
          <a:xfrm flipV="1">
            <a:off x="2123728" y="4155657"/>
            <a:ext cx="762261" cy="641495"/>
          </a:xfrm>
          <a:prstGeom prst="line">
            <a:avLst/>
          </a:prstGeom>
        </p:spPr>
        <p:style>
          <a:lnRef idx="1">
            <a:schemeClr val="accent1"/>
          </a:lnRef>
          <a:fillRef idx="0">
            <a:schemeClr val="accent1"/>
          </a:fillRef>
          <a:effectRef idx="0">
            <a:schemeClr val="accent1"/>
          </a:effectRef>
          <a:fontRef idx="minor">
            <a:schemeClr val="tx1"/>
          </a:fontRef>
        </p:style>
      </p:cxnSp>
      <p:cxnSp>
        <p:nvCxnSpPr>
          <p:cNvPr id="25" name="直接连接符 24"/>
          <p:cNvCxnSpPr>
            <a:stCxn id="2" idx="5"/>
            <a:endCxn id="7" idx="0"/>
          </p:cNvCxnSpPr>
          <p:nvPr/>
        </p:nvCxnSpPr>
        <p:spPr>
          <a:xfrm>
            <a:off x="3089659" y="4155657"/>
            <a:ext cx="762261" cy="641495"/>
          </a:xfrm>
          <a:prstGeom prst="line">
            <a:avLst/>
          </a:prstGeom>
        </p:spPr>
        <p:style>
          <a:lnRef idx="1">
            <a:schemeClr val="accent1"/>
          </a:lnRef>
          <a:fillRef idx="0">
            <a:schemeClr val="accent1"/>
          </a:fillRef>
          <a:effectRef idx="0">
            <a:schemeClr val="accent1"/>
          </a:effectRef>
          <a:fontRef idx="minor">
            <a:schemeClr val="tx1"/>
          </a:fontRef>
        </p:style>
      </p:cxnSp>
      <p:cxnSp>
        <p:nvCxnSpPr>
          <p:cNvPr id="27" name="直接连接符 26"/>
          <p:cNvCxnSpPr>
            <a:stCxn id="5" idx="3"/>
            <a:endCxn id="8" idx="7"/>
          </p:cNvCxnSpPr>
          <p:nvPr/>
        </p:nvCxnSpPr>
        <p:spPr>
          <a:xfrm flipH="1">
            <a:off x="1073435" y="4947745"/>
            <a:ext cx="948458" cy="667333"/>
          </a:xfrm>
          <a:prstGeom prst="line">
            <a:avLst/>
          </a:prstGeom>
        </p:spPr>
        <p:style>
          <a:lnRef idx="1">
            <a:schemeClr val="accent1"/>
          </a:lnRef>
          <a:fillRef idx="0">
            <a:schemeClr val="accent1"/>
          </a:fillRef>
          <a:effectRef idx="0">
            <a:schemeClr val="accent1"/>
          </a:effectRef>
          <a:fontRef idx="minor">
            <a:schemeClr val="tx1"/>
          </a:fontRef>
        </p:style>
      </p:cxnSp>
      <p:cxnSp>
        <p:nvCxnSpPr>
          <p:cNvPr id="29" name="直接连接符 28"/>
          <p:cNvCxnSpPr>
            <a:stCxn id="5" idx="4"/>
            <a:endCxn id="9" idx="0"/>
          </p:cNvCxnSpPr>
          <p:nvPr/>
        </p:nvCxnSpPr>
        <p:spPr>
          <a:xfrm flipH="1">
            <a:off x="2081444" y="4973583"/>
            <a:ext cx="42284" cy="615656"/>
          </a:xfrm>
          <a:prstGeom prst="line">
            <a:avLst/>
          </a:prstGeom>
        </p:spPr>
        <p:style>
          <a:lnRef idx="1">
            <a:schemeClr val="accent1"/>
          </a:lnRef>
          <a:fillRef idx="0">
            <a:schemeClr val="accent1"/>
          </a:fillRef>
          <a:effectRef idx="0">
            <a:schemeClr val="accent1"/>
          </a:effectRef>
          <a:fontRef idx="minor">
            <a:schemeClr val="tx1"/>
          </a:fontRef>
        </p:style>
      </p:cxnSp>
      <p:cxnSp>
        <p:nvCxnSpPr>
          <p:cNvPr id="31" name="直接连接符 30"/>
          <p:cNvCxnSpPr>
            <a:stCxn id="7" idx="4"/>
            <a:endCxn id="11" idx="0"/>
          </p:cNvCxnSpPr>
          <p:nvPr/>
        </p:nvCxnSpPr>
        <p:spPr>
          <a:xfrm flipH="1">
            <a:off x="3681507" y="4973583"/>
            <a:ext cx="170413" cy="615654"/>
          </a:xfrm>
          <a:prstGeom prst="line">
            <a:avLst/>
          </a:prstGeom>
        </p:spPr>
        <p:style>
          <a:lnRef idx="1">
            <a:schemeClr val="accent1"/>
          </a:lnRef>
          <a:fillRef idx="0">
            <a:schemeClr val="accent1"/>
          </a:fillRef>
          <a:effectRef idx="0">
            <a:schemeClr val="accent1"/>
          </a:effectRef>
          <a:fontRef idx="minor">
            <a:schemeClr val="tx1"/>
          </a:fontRef>
        </p:style>
      </p:cxnSp>
      <p:cxnSp>
        <p:nvCxnSpPr>
          <p:cNvPr id="33" name="直接连接符 32"/>
          <p:cNvCxnSpPr>
            <a:stCxn id="7" idx="5"/>
            <a:endCxn id="10" idx="0"/>
          </p:cNvCxnSpPr>
          <p:nvPr/>
        </p:nvCxnSpPr>
        <p:spPr>
          <a:xfrm>
            <a:off x="3953755" y="4947745"/>
            <a:ext cx="1482341" cy="641493"/>
          </a:xfrm>
          <a:prstGeom prst="line">
            <a:avLst/>
          </a:prstGeom>
        </p:spPr>
        <p:style>
          <a:lnRef idx="1">
            <a:schemeClr val="accent1"/>
          </a:lnRef>
          <a:fillRef idx="0">
            <a:schemeClr val="accent1"/>
          </a:fillRef>
          <a:effectRef idx="0">
            <a:schemeClr val="accent1"/>
          </a:effectRef>
          <a:fontRef idx="minor">
            <a:schemeClr val="tx1"/>
          </a:fontRef>
        </p:style>
      </p:cxnSp>
      <p:cxnSp>
        <p:nvCxnSpPr>
          <p:cNvPr id="35" name="直接连接符 34"/>
          <p:cNvCxnSpPr>
            <a:stCxn id="11" idx="4"/>
            <a:endCxn id="12" idx="7"/>
          </p:cNvCxnSpPr>
          <p:nvPr/>
        </p:nvCxnSpPr>
        <p:spPr>
          <a:xfrm flipH="1">
            <a:off x="3366938" y="5765668"/>
            <a:ext cx="314569" cy="528304"/>
          </a:xfrm>
          <a:prstGeom prst="line">
            <a:avLst/>
          </a:prstGeom>
        </p:spPr>
        <p:style>
          <a:lnRef idx="1">
            <a:schemeClr val="accent1"/>
          </a:lnRef>
          <a:fillRef idx="0">
            <a:schemeClr val="accent1"/>
          </a:fillRef>
          <a:effectRef idx="0">
            <a:schemeClr val="accent1"/>
          </a:effectRef>
          <a:fontRef idx="minor">
            <a:schemeClr val="tx1"/>
          </a:fontRef>
        </p:style>
      </p:cxnSp>
      <p:cxnSp>
        <p:nvCxnSpPr>
          <p:cNvPr id="37" name="直接连接符 36"/>
          <p:cNvCxnSpPr>
            <a:stCxn id="11" idx="5"/>
            <a:endCxn id="13" idx="1"/>
          </p:cNvCxnSpPr>
          <p:nvPr/>
        </p:nvCxnSpPr>
        <p:spPr>
          <a:xfrm>
            <a:off x="3783342" y="5739830"/>
            <a:ext cx="974855" cy="554142"/>
          </a:xfrm>
          <a:prstGeom prst="line">
            <a:avLst/>
          </a:prstGeom>
        </p:spPr>
        <p:style>
          <a:lnRef idx="1">
            <a:schemeClr val="accent1"/>
          </a:lnRef>
          <a:fillRef idx="0">
            <a:schemeClr val="accent1"/>
          </a:fillRef>
          <a:effectRef idx="0">
            <a:schemeClr val="accent1"/>
          </a:effectRef>
          <a:fontRef idx="minor">
            <a:schemeClr val="tx1"/>
          </a:fontRef>
        </p:style>
      </p:cxnSp>
      <p:sp>
        <p:nvSpPr>
          <p:cNvPr id="39" name="文本框 38"/>
          <p:cNvSpPr txBox="1"/>
          <p:nvPr/>
        </p:nvSpPr>
        <p:spPr>
          <a:xfrm>
            <a:off x="4063986" y="4647052"/>
            <a:ext cx="704039" cy="558615"/>
          </a:xfrm>
          <a:prstGeom prst="rect">
            <a:avLst/>
          </a:prstGeom>
          <a:noFill/>
        </p:spPr>
        <p:txBody>
          <a:bodyPr wrap="none" rtlCol="0">
            <a:spAutoFit/>
          </a:bodyPr>
          <a:lstStyle/>
          <a:p>
            <a:r>
              <a:rPr lang="en-US" altLang="zh-CN" dirty="0">
                <a:solidFill>
                  <a:srgbClr val="FF0000"/>
                </a:solidFill>
              </a:rPr>
              <a:t>X</a:t>
            </a:r>
            <a:r>
              <a:rPr lang="zh-CN" altLang="en-US" dirty="0">
                <a:solidFill>
                  <a:srgbClr val="FF0000"/>
                </a:solidFill>
              </a:rPr>
              <a:t>锁</a:t>
            </a:r>
            <a:endParaRPr lang="zh-CN" altLang="en-US" dirty="0">
              <a:solidFill>
                <a:srgbClr val="FF0000"/>
              </a:solidFill>
            </a:endParaRPr>
          </a:p>
        </p:txBody>
      </p:sp>
      <p:sp>
        <p:nvSpPr>
          <p:cNvPr id="40" name="文本框 39"/>
          <p:cNvSpPr txBox="1"/>
          <p:nvPr/>
        </p:nvSpPr>
        <p:spPr>
          <a:xfrm>
            <a:off x="3785953" y="5441816"/>
            <a:ext cx="704039" cy="558615"/>
          </a:xfrm>
          <a:prstGeom prst="rect">
            <a:avLst/>
          </a:prstGeom>
          <a:noFill/>
        </p:spPr>
        <p:txBody>
          <a:bodyPr wrap="none" rtlCol="0">
            <a:spAutoFit/>
          </a:bodyPr>
          <a:lstStyle/>
          <a:p>
            <a:r>
              <a:rPr lang="en-US" altLang="zh-CN" dirty="0">
                <a:solidFill>
                  <a:srgbClr val="FF0000"/>
                </a:solidFill>
              </a:rPr>
              <a:t>X</a:t>
            </a:r>
            <a:r>
              <a:rPr lang="zh-CN" altLang="en-US" dirty="0">
                <a:solidFill>
                  <a:srgbClr val="FF0000"/>
                </a:solidFill>
              </a:rPr>
              <a:t>锁</a:t>
            </a:r>
            <a:endParaRPr lang="zh-CN" altLang="en-US" dirty="0">
              <a:solidFill>
                <a:srgbClr val="FF0000"/>
              </a:solidFill>
            </a:endParaRPr>
          </a:p>
        </p:txBody>
      </p:sp>
      <p:sp>
        <p:nvSpPr>
          <p:cNvPr id="41" name="文本框 40"/>
          <p:cNvSpPr txBox="1"/>
          <p:nvPr/>
        </p:nvSpPr>
        <p:spPr>
          <a:xfrm>
            <a:off x="5657255" y="5441815"/>
            <a:ext cx="704039" cy="558615"/>
          </a:xfrm>
          <a:prstGeom prst="rect">
            <a:avLst/>
          </a:prstGeom>
          <a:noFill/>
        </p:spPr>
        <p:txBody>
          <a:bodyPr wrap="none" rtlCol="0">
            <a:spAutoFit/>
          </a:bodyPr>
          <a:lstStyle/>
          <a:p>
            <a:r>
              <a:rPr lang="en-US" altLang="zh-CN" dirty="0">
                <a:solidFill>
                  <a:srgbClr val="FF0000"/>
                </a:solidFill>
              </a:rPr>
              <a:t>X</a:t>
            </a:r>
            <a:r>
              <a:rPr lang="zh-CN" altLang="en-US" dirty="0">
                <a:solidFill>
                  <a:srgbClr val="FF0000"/>
                </a:solidFill>
              </a:rPr>
              <a:t>锁</a:t>
            </a:r>
            <a:endParaRPr lang="zh-CN" altLang="en-US" dirty="0">
              <a:solidFill>
                <a:srgbClr val="FF0000"/>
              </a:solidFill>
            </a:endParaRPr>
          </a:p>
        </p:txBody>
      </p:sp>
      <p:sp>
        <p:nvSpPr>
          <p:cNvPr id="42" name="文本框 41"/>
          <p:cNvSpPr txBox="1"/>
          <p:nvPr/>
        </p:nvSpPr>
        <p:spPr>
          <a:xfrm>
            <a:off x="3122313" y="6113714"/>
            <a:ext cx="704039" cy="558615"/>
          </a:xfrm>
          <a:prstGeom prst="rect">
            <a:avLst/>
          </a:prstGeom>
          <a:noFill/>
        </p:spPr>
        <p:txBody>
          <a:bodyPr wrap="none" rtlCol="0">
            <a:spAutoFit/>
          </a:bodyPr>
          <a:lstStyle/>
          <a:p>
            <a:r>
              <a:rPr lang="en-US" altLang="zh-CN" dirty="0">
                <a:solidFill>
                  <a:srgbClr val="FF0000"/>
                </a:solidFill>
              </a:rPr>
              <a:t>X</a:t>
            </a:r>
            <a:r>
              <a:rPr lang="zh-CN" altLang="en-US" dirty="0">
                <a:solidFill>
                  <a:srgbClr val="FF0000"/>
                </a:solidFill>
              </a:rPr>
              <a:t>锁</a:t>
            </a:r>
            <a:endParaRPr lang="zh-CN" altLang="en-US" dirty="0">
              <a:solidFill>
                <a:srgbClr val="FF0000"/>
              </a:solidFill>
            </a:endParaRPr>
          </a:p>
        </p:txBody>
      </p:sp>
      <p:sp>
        <p:nvSpPr>
          <p:cNvPr id="43" name="文本框 42"/>
          <p:cNvSpPr txBox="1"/>
          <p:nvPr/>
        </p:nvSpPr>
        <p:spPr>
          <a:xfrm>
            <a:off x="5036895" y="6113331"/>
            <a:ext cx="704039" cy="558615"/>
          </a:xfrm>
          <a:prstGeom prst="rect">
            <a:avLst/>
          </a:prstGeom>
          <a:noFill/>
        </p:spPr>
        <p:txBody>
          <a:bodyPr wrap="none" rtlCol="0">
            <a:spAutoFit/>
          </a:bodyPr>
          <a:lstStyle/>
          <a:p>
            <a:r>
              <a:rPr lang="en-US" altLang="zh-CN" dirty="0">
                <a:solidFill>
                  <a:srgbClr val="FF0000"/>
                </a:solidFill>
              </a:rPr>
              <a:t>X</a:t>
            </a:r>
            <a:r>
              <a:rPr lang="zh-CN" altLang="en-US" dirty="0">
                <a:solidFill>
                  <a:srgbClr val="FF0000"/>
                </a:solidFill>
              </a:rPr>
              <a:t>锁</a:t>
            </a:r>
            <a:endParaRPr lang="zh-CN" altLang="en-US" dirty="0">
              <a:solidFill>
                <a:srgbClr val="FF0000"/>
              </a:solidFill>
            </a:endParaRPr>
          </a:p>
        </p:txBody>
      </p:sp>
      <p:sp>
        <p:nvSpPr>
          <p:cNvPr id="20" name="椭圆 19"/>
          <p:cNvSpPr/>
          <p:nvPr/>
        </p:nvSpPr>
        <p:spPr>
          <a:xfrm>
            <a:off x="3537491" y="4356267"/>
            <a:ext cx="1466557" cy="759931"/>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grpId="0" nodeType="clickEffect">
                                  <p:stCondLst>
                                    <p:cond delay="0"/>
                                  </p:stCondLst>
                                  <p:childTnLst>
                                    <p:set>
                                      <p:cBhvr>
                                        <p:cTn id="6" dur="1" fill="hold">
                                          <p:stCondLst>
                                            <p:cond delay="0"/>
                                          </p:stCondLst>
                                        </p:cTn>
                                        <p:tgtEl>
                                          <p:spTgt spid="39"/>
                                        </p:tgtEl>
                                        <p:attrNameLst>
                                          <p:attrName>style.visibility</p:attrName>
                                        </p:attrNameLst>
                                      </p:cBhvr>
                                      <p:to>
                                        <p:strVal val="visible"/>
                                      </p:to>
                                    </p:set>
                                    <p:anim calcmode="lin" valueType="num">
                                      <p:cBhvr additive="base">
                                        <p:cTn id="7" dur="500" fill="hold"/>
                                        <p:tgtEl>
                                          <p:spTgt spid="39"/>
                                        </p:tgtEl>
                                        <p:attrNameLst>
                                          <p:attrName>ppt_x</p:attrName>
                                        </p:attrNameLst>
                                      </p:cBhvr>
                                      <p:tavLst>
                                        <p:tav tm="0">
                                          <p:val>
                                            <p:strVal val="#ppt_x"/>
                                          </p:val>
                                        </p:tav>
                                        <p:tav tm="100000">
                                          <p:val>
                                            <p:strVal val="#ppt_x"/>
                                          </p:val>
                                        </p:tav>
                                      </p:tavLst>
                                    </p:anim>
                                    <p:anim calcmode="lin" valueType="num">
                                      <p:cBhvr additive="base">
                                        <p:cTn id="8" dur="500" fill="hold"/>
                                        <p:tgtEl>
                                          <p:spTgt spid="39"/>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1" fill="hold" grpId="0" nodeType="clickEffect">
                                  <p:stCondLst>
                                    <p:cond delay="0"/>
                                  </p:stCondLst>
                                  <p:childTnLst>
                                    <p:set>
                                      <p:cBhvr>
                                        <p:cTn id="12" dur="1" fill="hold">
                                          <p:stCondLst>
                                            <p:cond delay="0"/>
                                          </p:stCondLst>
                                        </p:cTn>
                                        <p:tgtEl>
                                          <p:spTgt spid="40"/>
                                        </p:tgtEl>
                                        <p:attrNameLst>
                                          <p:attrName>style.visibility</p:attrName>
                                        </p:attrNameLst>
                                      </p:cBhvr>
                                      <p:to>
                                        <p:strVal val="visible"/>
                                      </p:to>
                                    </p:set>
                                    <p:anim calcmode="lin" valueType="num">
                                      <p:cBhvr additive="base">
                                        <p:cTn id="13" dur="500" fill="hold"/>
                                        <p:tgtEl>
                                          <p:spTgt spid="40"/>
                                        </p:tgtEl>
                                        <p:attrNameLst>
                                          <p:attrName>ppt_x</p:attrName>
                                        </p:attrNameLst>
                                      </p:cBhvr>
                                      <p:tavLst>
                                        <p:tav tm="0">
                                          <p:val>
                                            <p:strVal val="#ppt_x"/>
                                          </p:val>
                                        </p:tav>
                                        <p:tav tm="100000">
                                          <p:val>
                                            <p:strVal val="#ppt_x"/>
                                          </p:val>
                                        </p:tav>
                                      </p:tavLst>
                                    </p:anim>
                                    <p:anim calcmode="lin" valueType="num">
                                      <p:cBhvr additive="base">
                                        <p:cTn id="14" dur="500" fill="hold"/>
                                        <p:tgtEl>
                                          <p:spTgt spid="40"/>
                                        </p:tgtEl>
                                        <p:attrNameLst>
                                          <p:attrName>ppt_y</p:attrName>
                                        </p:attrNameLst>
                                      </p:cBhvr>
                                      <p:tavLst>
                                        <p:tav tm="0">
                                          <p:val>
                                            <p:strVal val="0-#ppt_h/2"/>
                                          </p:val>
                                        </p:tav>
                                        <p:tav tm="100000">
                                          <p:val>
                                            <p:strVal val="#ppt_y"/>
                                          </p:val>
                                        </p:tav>
                                      </p:tavLst>
                                    </p:anim>
                                  </p:childTnLst>
                                </p:cTn>
                              </p:par>
                              <p:par>
                                <p:cTn id="15" presetID="2" presetClass="entr" presetSubtype="1" fill="hold" grpId="0" nodeType="withEffect">
                                  <p:stCondLst>
                                    <p:cond delay="0"/>
                                  </p:stCondLst>
                                  <p:childTnLst>
                                    <p:set>
                                      <p:cBhvr>
                                        <p:cTn id="16" dur="1" fill="hold">
                                          <p:stCondLst>
                                            <p:cond delay="0"/>
                                          </p:stCondLst>
                                        </p:cTn>
                                        <p:tgtEl>
                                          <p:spTgt spid="41"/>
                                        </p:tgtEl>
                                        <p:attrNameLst>
                                          <p:attrName>style.visibility</p:attrName>
                                        </p:attrNameLst>
                                      </p:cBhvr>
                                      <p:to>
                                        <p:strVal val="visible"/>
                                      </p:to>
                                    </p:set>
                                    <p:anim calcmode="lin" valueType="num">
                                      <p:cBhvr additive="base">
                                        <p:cTn id="17" dur="500" fill="hold"/>
                                        <p:tgtEl>
                                          <p:spTgt spid="41"/>
                                        </p:tgtEl>
                                        <p:attrNameLst>
                                          <p:attrName>ppt_x</p:attrName>
                                        </p:attrNameLst>
                                      </p:cBhvr>
                                      <p:tavLst>
                                        <p:tav tm="0">
                                          <p:val>
                                            <p:strVal val="#ppt_x"/>
                                          </p:val>
                                        </p:tav>
                                        <p:tav tm="100000">
                                          <p:val>
                                            <p:strVal val="#ppt_x"/>
                                          </p:val>
                                        </p:tav>
                                      </p:tavLst>
                                    </p:anim>
                                    <p:anim calcmode="lin" valueType="num">
                                      <p:cBhvr additive="base">
                                        <p:cTn id="18" dur="500" fill="hold"/>
                                        <p:tgtEl>
                                          <p:spTgt spid="41"/>
                                        </p:tgtEl>
                                        <p:attrNameLst>
                                          <p:attrName>ppt_y</p:attrName>
                                        </p:attrNameLst>
                                      </p:cBhvr>
                                      <p:tavLst>
                                        <p:tav tm="0">
                                          <p:val>
                                            <p:strVal val="0-#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1" fill="hold" grpId="0" nodeType="clickEffect">
                                  <p:stCondLst>
                                    <p:cond delay="0"/>
                                  </p:stCondLst>
                                  <p:childTnLst>
                                    <p:set>
                                      <p:cBhvr>
                                        <p:cTn id="22" dur="1" fill="hold">
                                          <p:stCondLst>
                                            <p:cond delay="0"/>
                                          </p:stCondLst>
                                        </p:cTn>
                                        <p:tgtEl>
                                          <p:spTgt spid="42"/>
                                        </p:tgtEl>
                                        <p:attrNameLst>
                                          <p:attrName>style.visibility</p:attrName>
                                        </p:attrNameLst>
                                      </p:cBhvr>
                                      <p:to>
                                        <p:strVal val="visible"/>
                                      </p:to>
                                    </p:set>
                                    <p:anim calcmode="lin" valueType="num">
                                      <p:cBhvr additive="base">
                                        <p:cTn id="23" dur="500" fill="hold"/>
                                        <p:tgtEl>
                                          <p:spTgt spid="42"/>
                                        </p:tgtEl>
                                        <p:attrNameLst>
                                          <p:attrName>ppt_x</p:attrName>
                                        </p:attrNameLst>
                                      </p:cBhvr>
                                      <p:tavLst>
                                        <p:tav tm="0">
                                          <p:val>
                                            <p:strVal val="#ppt_x"/>
                                          </p:val>
                                        </p:tav>
                                        <p:tav tm="100000">
                                          <p:val>
                                            <p:strVal val="#ppt_x"/>
                                          </p:val>
                                        </p:tav>
                                      </p:tavLst>
                                    </p:anim>
                                    <p:anim calcmode="lin" valueType="num">
                                      <p:cBhvr additive="base">
                                        <p:cTn id="24" dur="500" fill="hold"/>
                                        <p:tgtEl>
                                          <p:spTgt spid="42"/>
                                        </p:tgtEl>
                                        <p:attrNameLst>
                                          <p:attrName>ppt_y</p:attrName>
                                        </p:attrNameLst>
                                      </p:cBhvr>
                                      <p:tavLst>
                                        <p:tav tm="0">
                                          <p:val>
                                            <p:strVal val="0-#ppt_h/2"/>
                                          </p:val>
                                        </p:tav>
                                        <p:tav tm="100000">
                                          <p:val>
                                            <p:strVal val="#ppt_y"/>
                                          </p:val>
                                        </p:tav>
                                      </p:tavLst>
                                    </p:anim>
                                  </p:childTnLst>
                                </p:cTn>
                              </p:par>
                              <p:par>
                                <p:cTn id="25" presetID="2" presetClass="entr" presetSubtype="1" fill="hold" grpId="0" nodeType="withEffect">
                                  <p:stCondLst>
                                    <p:cond delay="0"/>
                                  </p:stCondLst>
                                  <p:childTnLst>
                                    <p:set>
                                      <p:cBhvr>
                                        <p:cTn id="26" dur="1" fill="hold">
                                          <p:stCondLst>
                                            <p:cond delay="0"/>
                                          </p:stCondLst>
                                        </p:cTn>
                                        <p:tgtEl>
                                          <p:spTgt spid="43"/>
                                        </p:tgtEl>
                                        <p:attrNameLst>
                                          <p:attrName>style.visibility</p:attrName>
                                        </p:attrNameLst>
                                      </p:cBhvr>
                                      <p:to>
                                        <p:strVal val="visible"/>
                                      </p:to>
                                    </p:set>
                                    <p:anim calcmode="lin" valueType="num">
                                      <p:cBhvr additive="base">
                                        <p:cTn id="27" dur="500" fill="hold"/>
                                        <p:tgtEl>
                                          <p:spTgt spid="43"/>
                                        </p:tgtEl>
                                        <p:attrNameLst>
                                          <p:attrName>ppt_x</p:attrName>
                                        </p:attrNameLst>
                                      </p:cBhvr>
                                      <p:tavLst>
                                        <p:tav tm="0">
                                          <p:val>
                                            <p:strVal val="#ppt_x"/>
                                          </p:val>
                                        </p:tav>
                                        <p:tav tm="100000">
                                          <p:val>
                                            <p:strVal val="#ppt_x"/>
                                          </p:val>
                                        </p:tav>
                                      </p:tavLst>
                                    </p:anim>
                                    <p:anim calcmode="lin" valueType="num">
                                      <p:cBhvr additive="base">
                                        <p:cTn id="28" dur="500" fill="hold"/>
                                        <p:tgtEl>
                                          <p:spTgt spid="43"/>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 grpId="0"/>
      <p:bldP spid="40" grpId="0"/>
      <p:bldP spid="41" grpId="0"/>
      <p:bldP spid="42" grpId="0"/>
      <p:bldP spid="43"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Rectangle 2"/>
          <p:cNvSpPr>
            <a:spLocks noChangeArrowheads="1"/>
          </p:cNvSpPr>
          <p:nvPr/>
        </p:nvSpPr>
        <p:spPr bwMode="auto">
          <a:xfrm>
            <a:off x="304800" y="709613"/>
            <a:ext cx="8534400" cy="2492990"/>
          </a:xfrm>
          <a:prstGeom prst="rect">
            <a:avLst/>
          </a:prstGeom>
          <a:noFill/>
          <a:ln w="9525">
            <a:noFill/>
            <a:miter lim="800000"/>
          </a:ln>
        </p:spPr>
        <p:txBody>
          <a:bodyPr>
            <a:spAutoFit/>
          </a:bodyPr>
          <a:lstStyle/>
          <a:p>
            <a:pPr>
              <a:spcBef>
                <a:spcPct val="50000"/>
              </a:spcBef>
            </a:pPr>
            <a:r>
              <a:rPr lang="en-US" altLang="zh-CN" b="1" dirty="0">
                <a:ea typeface="黑体" pitchFamily="2" charset="-122"/>
              </a:rPr>
              <a:t>11.</a:t>
            </a:r>
            <a:r>
              <a:rPr lang="en-US" altLang="zh-CN" b="1" dirty="0">
                <a:latin typeface="Arial" panose="020B0604020202090204" pitchFamily="34" charset="0"/>
                <a:cs typeface="Arial" panose="020B0604020202090204" pitchFamily="34" charset="0"/>
              </a:rPr>
              <a:t> 2. 4  </a:t>
            </a:r>
            <a:r>
              <a:rPr lang="zh-CN" altLang="en-US" b="1" dirty="0">
                <a:latin typeface="Arial" panose="020B0604020202090204" pitchFamily="34" charset="0"/>
                <a:ea typeface="黑体" pitchFamily="2" charset="-122"/>
              </a:rPr>
              <a:t>封锁类型</a:t>
            </a:r>
            <a:endParaRPr lang="zh-CN" altLang="en-US" b="1" dirty="0">
              <a:latin typeface="Arial" panose="020B0604020202090204" pitchFamily="34" charset="0"/>
              <a:cs typeface="Arial" panose="020B0604020202090204" pitchFamily="34" charset="0"/>
            </a:endParaRPr>
          </a:p>
          <a:p>
            <a:pPr>
              <a:spcBef>
                <a:spcPct val="50000"/>
              </a:spcBef>
            </a:pPr>
            <a:r>
              <a:rPr lang="en-US" altLang="zh-CN" dirty="0">
                <a:latin typeface="宋体" pitchFamily="2" charset="-122"/>
              </a:rPr>
              <a:t>1</a:t>
            </a:r>
            <a:r>
              <a:rPr lang="zh-CN" altLang="en-US" dirty="0">
                <a:latin typeface="Times New Roman" panose="02020503050405090304" pitchFamily="18" charset="0"/>
              </a:rPr>
              <a:t>、排它锁（</a:t>
            </a:r>
            <a:r>
              <a:rPr lang="en-US" altLang="zh-CN" dirty="0">
                <a:latin typeface="宋体" pitchFamily="2" charset="-122"/>
              </a:rPr>
              <a:t>X</a:t>
            </a:r>
            <a:r>
              <a:rPr lang="zh-CN" altLang="en-US" dirty="0">
                <a:latin typeface="Times New Roman" panose="02020503050405090304" pitchFamily="18" charset="0"/>
              </a:rPr>
              <a:t>锁：</a:t>
            </a:r>
            <a:r>
              <a:rPr lang="en-US" altLang="zh-CN" dirty="0">
                <a:latin typeface="宋体" pitchFamily="2" charset="-122"/>
              </a:rPr>
              <a:t>exclusive lock</a:t>
            </a:r>
            <a:r>
              <a:rPr lang="zh-CN" altLang="en-US" dirty="0">
                <a:latin typeface="Times New Roman" panose="02020503050405090304" pitchFamily="18" charset="0"/>
              </a:rPr>
              <a:t>）</a:t>
            </a:r>
            <a:endParaRPr lang="zh-CN" altLang="en-US" dirty="0">
              <a:latin typeface="宋体" pitchFamily="2" charset="-122"/>
            </a:endParaRPr>
          </a:p>
          <a:p>
            <a:pPr>
              <a:spcBef>
                <a:spcPct val="50000"/>
              </a:spcBef>
            </a:pPr>
            <a:r>
              <a:rPr lang="en-US" altLang="zh-CN" dirty="0">
                <a:latin typeface="Times New Roman" panose="02020503050405090304" pitchFamily="18" charset="0"/>
              </a:rPr>
              <a:t>——</a:t>
            </a:r>
            <a:r>
              <a:rPr lang="zh-CN" altLang="en-US" dirty="0">
                <a:latin typeface="Times New Roman" panose="02020503050405090304" pitchFamily="18" charset="0"/>
              </a:rPr>
              <a:t>若事务</a:t>
            </a:r>
            <a:r>
              <a:rPr lang="en-US" altLang="zh-CN" dirty="0">
                <a:latin typeface="宋体" pitchFamily="2" charset="-122"/>
              </a:rPr>
              <a:t>Ti</a:t>
            </a:r>
            <a:r>
              <a:rPr lang="zh-CN" altLang="en-US" dirty="0">
                <a:latin typeface="Times New Roman" panose="02020503050405090304" pitchFamily="18" charset="0"/>
              </a:rPr>
              <a:t>持有数据</a:t>
            </a:r>
            <a:r>
              <a:rPr lang="en-US" altLang="zh-CN" dirty="0">
                <a:latin typeface="宋体" pitchFamily="2" charset="-122"/>
              </a:rPr>
              <a:t>Di</a:t>
            </a:r>
            <a:r>
              <a:rPr lang="zh-CN" altLang="en-US" dirty="0">
                <a:latin typeface="Times New Roman" panose="02020503050405090304" pitchFamily="18" charset="0"/>
              </a:rPr>
              <a:t>的</a:t>
            </a:r>
            <a:r>
              <a:rPr lang="en-US" altLang="zh-CN" dirty="0">
                <a:latin typeface="宋体" pitchFamily="2" charset="-122"/>
              </a:rPr>
              <a:t>X</a:t>
            </a:r>
            <a:r>
              <a:rPr lang="zh-CN" altLang="en-US" dirty="0">
                <a:latin typeface="Times New Roman" panose="02020503050405090304" pitchFamily="18" charset="0"/>
              </a:rPr>
              <a:t>锁，则</a:t>
            </a:r>
            <a:r>
              <a:rPr lang="en-US" altLang="zh-CN" dirty="0">
                <a:latin typeface="宋体" pitchFamily="2" charset="-122"/>
              </a:rPr>
              <a:t>Ti</a:t>
            </a:r>
            <a:r>
              <a:rPr lang="zh-CN" altLang="en-US" dirty="0">
                <a:latin typeface="Times New Roman" panose="02020503050405090304" pitchFamily="18" charset="0"/>
              </a:rPr>
              <a:t>可读、写</a:t>
            </a:r>
            <a:r>
              <a:rPr lang="en-US" altLang="zh-CN" dirty="0">
                <a:latin typeface="宋体" pitchFamily="2" charset="-122"/>
              </a:rPr>
              <a:t>Di</a:t>
            </a:r>
            <a:r>
              <a:rPr lang="zh-CN" altLang="en-US" dirty="0">
                <a:latin typeface="Times New Roman" panose="02020503050405090304" pitchFamily="18" charset="0"/>
              </a:rPr>
              <a:t>，其它任何事务不能再对</a:t>
            </a:r>
            <a:r>
              <a:rPr lang="en-US" altLang="zh-CN" dirty="0">
                <a:latin typeface="宋体" pitchFamily="2" charset="-122"/>
              </a:rPr>
              <a:t>Di</a:t>
            </a:r>
            <a:r>
              <a:rPr lang="zh-CN" altLang="en-US" dirty="0">
                <a:latin typeface="Times New Roman" panose="02020503050405090304" pitchFamily="18" charset="0"/>
              </a:rPr>
              <a:t>加任何锁，直至</a:t>
            </a:r>
            <a:r>
              <a:rPr lang="en-US" altLang="zh-CN" dirty="0">
                <a:latin typeface="宋体" pitchFamily="2" charset="-122"/>
              </a:rPr>
              <a:t>Ti</a:t>
            </a:r>
            <a:r>
              <a:rPr lang="zh-CN" altLang="en-US" dirty="0">
                <a:latin typeface="Times New Roman" panose="02020503050405090304" pitchFamily="18" charset="0"/>
              </a:rPr>
              <a:t>释放该</a:t>
            </a:r>
            <a:r>
              <a:rPr lang="en-US" altLang="zh-CN" dirty="0">
                <a:latin typeface="宋体" pitchFamily="2" charset="-122"/>
              </a:rPr>
              <a:t>X</a:t>
            </a:r>
            <a:r>
              <a:rPr lang="zh-CN" altLang="en-US" dirty="0">
                <a:latin typeface="Times New Roman" panose="02020503050405090304" pitchFamily="18" charset="0"/>
              </a:rPr>
              <a:t>锁。</a:t>
            </a:r>
            <a:endParaRPr lang="zh-CN" altLang="en-US" dirty="0">
              <a:latin typeface="宋体" pitchFamily="2" charset="-122"/>
            </a:endParaRPr>
          </a:p>
          <a:p>
            <a:pPr>
              <a:spcBef>
                <a:spcPct val="50000"/>
              </a:spcBef>
            </a:pPr>
            <a:r>
              <a:rPr lang="en-US" altLang="zh-CN" dirty="0">
                <a:latin typeface="宋体" pitchFamily="2" charset="-122"/>
              </a:rPr>
              <a:t>X</a:t>
            </a:r>
            <a:r>
              <a:rPr lang="zh-CN" altLang="en-US" dirty="0">
                <a:latin typeface="宋体" pitchFamily="2" charset="-122"/>
              </a:rPr>
              <a:t>锁</a:t>
            </a:r>
            <a:r>
              <a:rPr lang="zh-CN" altLang="en-US" dirty="0">
                <a:solidFill>
                  <a:srgbClr val="FF0000"/>
                </a:solidFill>
                <a:latin typeface="宋体" pitchFamily="2" charset="-122"/>
              </a:rPr>
              <a:t>用于写保护</a:t>
            </a:r>
            <a:r>
              <a:rPr lang="zh-CN" altLang="en-US" dirty="0">
                <a:latin typeface="宋体" pitchFamily="2" charset="-122"/>
              </a:rPr>
              <a:t>，防止丢失更新。 </a:t>
            </a:r>
            <a:r>
              <a:rPr lang="zh-CN" altLang="en-US" dirty="0"/>
              <a:t> </a:t>
            </a:r>
            <a:endParaRPr lang="zh-CN" altLang="en-US" dirty="0"/>
          </a:p>
        </p:txBody>
      </p:sp>
      <p:sp>
        <p:nvSpPr>
          <p:cNvPr id="6148" name="Text Box 3"/>
          <p:cNvSpPr txBox="1">
            <a:spLocks noChangeArrowheads="1"/>
          </p:cNvSpPr>
          <p:nvPr/>
        </p:nvSpPr>
        <p:spPr bwMode="auto">
          <a:xfrm>
            <a:off x="304800" y="3444875"/>
            <a:ext cx="1816100" cy="457200"/>
          </a:xfrm>
          <a:prstGeom prst="rect">
            <a:avLst/>
          </a:prstGeom>
          <a:noFill/>
          <a:ln w="9525">
            <a:noFill/>
            <a:miter lim="800000"/>
          </a:ln>
        </p:spPr>
        <p:txBody>
          <a:bodyPr wrap="none">
            <a:spAutoFit/>
          </a:bodyPr>
          <a:lstStyle/>
          <a:p>
            <a:r>
              <a:rPr lang="zh-CN" altLang="en-US">
                <a:latin typeface="宋体" pitchFamily="2" charset="-122"/>
              </a:rPr>
              <a:t>相容矩阵：</a:t>
            </a:r>
            <a:r>
              <a:rPr lang="zh-CN" altLang="en-US"/>
              <a:t> </a:t>
            </a:r>
            <a:endParaRPr lang="zh-CN" altLang="en-US"/>
          </a:p>
        </p:txBody>
      </p:sp>
      <p:graphicFrame>
        <p:nvGraphicFramePr>
          <p:cNvPr id="6146" name="Object 4"/>
          <p:cNvGraphicFramePr>
            <a:graphicFrameLocks noChangeAspect="1"/>
          </p:cNvGraphicFramePr>
          <p:nvPr/>
        </p:nvGraphicFramePr>
        <p:xfrm>
          <a:off x="1082675" y="4022725"/>
          <a:ext cx="6199188" cy="2478088"/>
        </p:xfrm>
        <a:graphic>
          <a:graphicData uri="http://schemas.openxmlformats.org/presentationml/2006/ole">
            <mc:AlternateContent xmlns:mc="http://schemas.openxmlformats.org/markup-compatibility/2006">
              <mc:Choice xmlns:v="urn:schemas-microsoft-com:vml" Requires="v">
                <p:oleObj spid="_x0000_s31081" name="Document" r:id="rId1" imgW="6195695" imgH="2503805" progId="Word.Document.8">
                  <p:embed/>
                </p:oleObj>
              </mc:Choice>
              <mc:Fallback>
                <p:oleObj name="Document" r:id="rId1" imgW="6195695" imgH="2503805" progId="Word.Document.8">
                  <p:embed/>
                  <p:pic>
                    <p:nvPicPr>
                      <p:cNvPr id="0" name="Object 4"/>
                      <p:cNvPicPr>
                        <a:picLocks noChangeAspect="1" noChangeArrowheads="1"/>
                      </p:cNvPicPr>
                      <p:nvPr/>
                    </p:nvPicPr>
                    <p:blipFill>
                      <a:blip r:embed="rId2"/>
                      <a:srcRect/>
                      <a:stretch>
                        <a:fillRect/>
                      </a:stretch>
                    </p:blipFill>
                    <p:spPr bwMode="auto">
                      <a:xfrm>
                        <a:off x="1082675" y="4022725"/>
                        <a:ext cx="6199188" cy="24780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 name="灯片编号占位符 7"/>
          <p:cNvSpPr>
            <a:spLocks noGrp="1"/>
          </p:cNvSpPr>
          <p:nvPr>
            <p:ph type="sldNum" sz="quarter" idx="12"/>
          </p:nvPr>
        </p:nvSpPr>
        <p:spPr/>
        <p:txBody>
          <a:bodyPr/>
          <a:lstStyle/>
          <a:p>
            <a:pPr>
              <a:defRPr/>
            </a:pPr>
            <a:fld id="{00F178C5-E51D-4B74-A13E-760F4AF1373C}" type="slidenum">
              <a:rPr lang="en-US" altLang="zh-CN"/>
            </a:fld>
            <a:endParaRPr lang="en-US" altLang="zh-CN"/>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Text Box 2"/>
          <p:cNvSpPr txBox="1">
            <a:spLocks noChangeArrowheads="1"/>
          </p:cNvSpPr>
          <p:nvPr/>
        </p:nvSpPr>
        <p:spPr bwMode="auto">
          <a:xfrm>
            <a:off x="212725" y="715963"/>
            <a:ext cx="8702675" cy="2308324"/>
          </a:xfrm>
          <a:prstGeom prst="rect">
            <a:avLst/>
          </a:prstGeom>
          <a:noFill/>
          <a:ln w="9525">
            <a:noFill/>
            <a:miter lim="800000"/>
          </a:ln>
        </p:spPr>
        <p:txBody>
          <a:bodyPr>
            <a:spAutoFit/>
          </a:bodyPr>
          <a:lstStyle/>
          <a:p>
            <a:r>
              <a:rPr lang="en-US" altLang="zh-CN" dirty="0"/>
              <a:t>2</a:t>
            </a:r>
            <a:r>
              <a:rPr lang="zh-CN" altLang="en-US" dirty="0">
                <a:latin typeface="Times New Roman" panose="02020503050405090304" pitchFamily="18" charset="0"/>
              </a:rPr>
              <a:t>、共享锁（</a:t>
            </a:r>
            <a:r>
              <a:rPr lang="en-US" altLang="zh-CN" dirty="0"/>
              <a:t>S</a:t>
            </a:r>
            <a:r>
              <a:rPr lang="zh-CN" altLang="en-US" dirty="0">
                <a:latin typeface="Times New Roman" panose="02020503050405090304" pitchFamily="18" charset="0"/>
              </a:rPr>
              <a:t>锁：</a:t>
            </a:r>
            <a:r>
              <a:rPr lang="en-US" altLang="zh-CN" dirty="0"/>
              <a:t>share lock</a:t>
            </a:r>
            <a:r>
              <a:rPr lang="zh-CN" altLang="en-US" dirty="0">
                <a:latin typeface="Times New Roman" panose="02020503050405090304" pitchFamily="18" charset="0"/>
              </a:rPr>
              <a:t>）</a:t>
            </a:r>
            <a:endParaRPr lang="zh-CN" altLang="en-US" dirty="0"/>
          </a:p>
          <a:p>
            <a:r>
              <a:rPr lang="en-US" altLang="zh-CN" dirty="0">
                <a:latin typeface="Times New Roman" panose="02020503050405090304" pitchFamily="18" charset="0"/>
              </a:rPr>
              <a:t>——</a:t>
            </a:r>
            <a:r>
              <a:rPr lang="zh-CN" altLang="en-US" dirty="0">
                <a:latin typeface="Times New Roman" panose="02020503050405090304" pitchFamily="18" charset="0"/>
              </a:rPr>
              <a:t>若事务</a:t>
            </a:r>
            <a:r>
              <a:rPr lang="en-US" altLang="zh-CN" dirty="0"/>
              <a:t>Ti</a:t>
            </a:r>
            <a:r>
              <a:rPr lang="zh-CN" altLang="en-US" dirty="0">
                <a:latin typeface="Times New Roman" panose="02020503050405090304" pitchFamily="18" charset="0"/>
              </a:rPr>
              <a:t>持有数据</a:t>
            </a:r>
            <a:r>
              <a:rPr lang="en-US" altLang="zh-CN" dirty="0"/>
              <a:t>Di</a:t>
            </a:r>
            <a:r>
              <a:rPr lang="zh-CN" altLang="en-US" dirty="0">
                <a:latin typeface="Times New Roman" panose="02020503050405090304" pitchFamily="18" charset="0"/>
              </a:rPr>
              <a:t>的</a:t>
            </a:r>
            <a:r>
              <a:rPr lang="en-US" altLang="zh-CN" dirty="0"/>
              <a:t>S</a:t>
            </a:r>
            <a:r>
              <a:rPr lang="zh-CN" altLang="en-US" dirty="0">
                <a:latin typeface="Times New Roman" panose="02020503050405090304" pitchFamily="18" charset="0"/>
              </a:rPr>
              <a:t>锁，则其它事务仍可对</a:t>
            </a:r>
            <a:r>
              <a:rPr lang="en-US" altLang="zh-CN" dirty="0"/>
              <a:t>Di</a:t>
            </a:r>
            <a:r>
              <a:rPr lang="zh-CN" altLang="en-US" dirty="0">
                <a:latin typeface="Times New Roman" panose="02020503050405090304" pitchFamily="18" charset="0"/>
              </a:rPr>
              <a:t>加</a:t>
            </a:r>
            <a:r>
              <a:rPr lang="en-US" altLang="zh-CN" dirty="0"/>
              <a:t>S</a:t>
            </a:r>
            <a:r>
              <a:rPr lang="zh-CN" altLang="en-US" dirty="0">
                <a:latin typeface="Times New Roman" panose="02020503050405090304" pitchFamily="18" charset="0"/>
              </a:rPr>
              <a:t>锁，但不可加</a:t>
            </a:r>
            <a:r>
              <a:rPr lang="en-US" altLang="zh-CN" dirty="0"/>
              <a:t>X</a:t>
            </a:r>
            <a:r>
              <a:rPr lang="zh-CN" altLang="en-US" dirty="0">
                <a:latin typeface="Times New Roman" panose="02020503050405090304" pitchFamily="18" charset="0"/>
              </a:rPr>
              <a:t>锁，直到</a:t>
            </a:r>
            <a:r>
              <a:rPr lang="en-US" altLang="zh-CN" dirty="0"/>
              <a:t>Ti</a:t>
            </a:r>
            <a:r>
              <a:rPr lang="zh-CN" altLang="en-US" dirty="0">
                <a:latin typeface="Times New Roman" panose="02020503050405090304" pitchFamily="18" charset="0"/>
              </a:rPr>
              <a:t>释放该</a:t>
            </a:r>
            <a:r>
              <a:rPr lang="en-US" altLang="zh-CN" dirty="0"/>
              <a:t>S</a:t>
            </a:r>
            <a:r>
              <a:rPr lang="zh-CN" altLang="en-US" dirty="0">
                <a:latin typeface="Times New Roman" panose="02020503050405090304" pitchFamily="18" charset="0"/>
              </a:rPr>
              <a:t>锁。</a:t>
            </a:r>
            <a:endParaRPr lang="zh-CN" altLang="en-US" dirty="0"/>
          </a:p>
          <a:p>
            <a:r>
              <a:rPr lang="zh-CN" altLang="en-US" dirty="0">
                <a:latin typeface="Times New Roman" panose="02020503050405090304" pitchFamily="18" charset="0"/>
              </a:rPr>
              <a:t>一旦施加</a:t>
            </a:r>
            <a:r>
              <a:rPr lang="en-US" altLang="zh-CN" dirty="0"/>
              <a:t>S</a:t>
            </a:r>
            <a:r>
              <a:rPr lang="zh-CN" altLang="en-US" dirty="0">
                <a:latin typeface="Times New Roman" panose="02020503050405090304" pitchFamily="18" charset="0"/>
              </a:rPr>
              <a:t>锁，读可共享，但其它事务不可改。</a:t>
            </a:r>
            <a:endParaRPr lang="zh-CN" altLang="en-US" dirty="0"/>
          </a:p>
          <a:p>
            <a:r>
              <a:rPr lang="en-US" altLang="zh-CN" dirty="0"/>
              <a:t>S</a:t>
            </a:r>
            <a:r>
              <a:rPr lang="zh-CN" altLang="en-US" dirty="0">
                <a:latin typeface="Times New Roman" panose="02020503050405090304" pitchFamily="18" charset="0"/>
              </a:rPr>
              <a:t>锁</a:t>
            </a:r>
            <a:r>
              <a:rPr lang="zh-CN" altLang="en-US" dirty="0">
                <a:solidFill>
                  <a:srgbClr val="FF0000"/>
                </a:solidFill>
                <a:latin typeface="Times New Roman" panose="02020503050405090304" pitchFamily="18" charset="0"/>
              </a:rPr>
              <a:t>用于读操作保护</a:t>
            </a:r>
            <a:r>
              <a:rPr lang="zh-CN" altLang="en-US" dirty="0">
                <a:latin typeface="Times New Roman" panose="02020503050405090304" pitchFamily="18" charset="0"/>
              </a:rPr>
              <a:t>。</a:t>
            </a:r>
            <a:endParaRPr lang="zh-CN" altLang="en-US" dirty="0"/>
          </a:p>
          <a:p>
            <a:r>
              <a:rPr lang="zh-CN" altLang="en-US" dirty="0">
                <a:latin typeface="宋体" pitchFamily="2" charset="-122"/>
              </a:rPr>
              <a:t>相容矩阵：</a:t>
            </a:r>
            <a:r>
              <a:rPr lang="zh-CN" altLang="en-US" dirty="0"/>
              <a:t> </a:t>
            </a:r>
            <a:endParaRPr lang="zh-CN" altLang="en-US" dirty="0"/>
          </a:p>
        </p:txBody>
      </p:sp>
      <p:graphicFrame>
        <p:nvGraphicFramePr>
          <p:cNvPr id="7170" name="Object 3"/>
          <p:cNvGraphicFramePr>
            <a:graphicFrameLocks noChangeAspect="1"/>
          </p:cNvGraphicFramePr>
          <p:nvPr/>
        </p:nvGraphicFramePr>
        <p:xfrm>
          <a:off x="1257300" y="3192463"/>
          <a:ext cx="6197600" cy="1879600"/>
        </p:xfrm>
        <a:graphic>
          <a:graphicData uri="http://schemas.openxmlformats.org/presentationml/2006/ole">
            <mc:AlternateContent xmlns:mc="http://schemas.openxmlformats.org/markup-compatibility/2006">
              <mc:Choice xmlns:v="urn:schemas-microsoft-com:vml" Requires="v">
                <p:oleObj spid="_x0000_s31081" name="文档" r:id="rId1" imgW="6203315" imgH="1887220" progId="Word.Document.8">
                  <p:embed/>
                </p:oleObj>
              </mc:Choice>
              <mc:Fallback>
                <p:oleObj name="文档" r:id="rId1" imgW="6203315" imgH="1887220" progId="Word.Document.8">
                  <p:embed/>
                  <p:pic>
                    <p:nvPicPr>
                      <p:cNvPr id="0" name="Object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57300" y="3192463"/>
                        <a:ext cx="6197600" cy="1879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灯片编号占位符 6"/>
          <p:cNvSpPr>
            <a:spLocks noGrp="1"/>
          </p:cNvSpPr>
          <p:nvPr>
            <p:ph type="sldNum" sz="quarter" idx="12"/>
          </p:nvPr>
        </p:nvSpPr>
        <p:spPr/>
        <p:txBody>
          <a:bodyPr/>
          <a:lstStyle/>
          <a:p>
            <a:pPr>
              <a:defRPr/>
            </a:pPr>
            <a:fld id="{8E8C6B8A-C6B2-4870-8E42-2A44FF1077E2}" type="slidenum">
              <a:rPr lang="en-US" altLang="zh-CN"/>
            </a:fld>
            <a:endParaRPr lang="en-US" altLang="zh-CN"/>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ext Box 2"/>
          <p:cNvSpPr txBox="1">
            <a:spLocks noChangeArrowheads="1"/>
          </p:cNvSpPr>
          <p:nvPr/>
        </p:nvSpPr>
        <p:spPr bwMode="auto">
          <a:xfrm>
            <a:off x="304800" y="733425"/>
            <a:ext cx="3384550" cy="457200"/>
          </a:xfrm>
          <a:prstGeom prst="rect">
            <a:avLst/>
          </a:prstGeom>
          <a:noFill/>
          <a:ln w="9525">
            <a:noFill/>
            <a:miter lim="800000"/>
          </a:ln>
        </p:spPr>
        <p:txBody>
          <a:bodyPr wrap="none">
            <a:spAutoFit/>
          </a:bodyPr>
          <a:lstStyle/>
          <a:p>
            <a:r>
              <a:rPr lang="en-US" altLang="zh-CN">
                <a:latin typeface="黑体" pitchFamily="2" charset="-122"/>
                <a:ea typeface="黑体" pitchFamily="2" charset="-122"/>
              </a:rPr>
              <a:t>3</a:t>
            </a:r>
            <a:r>
              <a:rPr lang="zh-CN" altLang="en-US">
                <a:latin typeface="黑体" pitchFamily="2" charset="-122"/>
                <a:ea typeface="黑体" pitchFamily="2" charset="-122"/>
              </a:rPr>
              <a:t>、封锁类型的相容矩阵</a:t>
            </a:r>
            <a:endParaRPr lang="zh-CN" altLang="en-US">
              <a:latin typeface="黑体" pitchFamily="2" charset="-122"/>
              <a:ea typeface="黑体" pitchFamily="2" charset="-122"/>
            </a:endParaRPr>
          </a:p>
        </p:txBody>
      </p:sp>
      <p:graphicFrame>
        <p:nvGraphicFramePr>
          <p:cNvPr id="103427" name="Group 3"/>
          <p:cNvGraphicFramePr>
            <a:graphicFrameLocks noGrp="1"/>
          </p:cNvGraphicFramePr>
          <p:nvPr/>
        </p:nvGraphicFramePr>
        <p:xfrm>
          <a:off x="457200" y="1266825"/>
          <a:ext cx="8382000" cy="3448050"/>
        </p:xfrm>
        <a:graphic>
          <a:graphicData uri="http://schemas.openxmlformats.org/drawingml/2006/table">
            <a:tbl>
              <a:tblPr/>
              <a:tblGrid>
                <a:gridCol w="1677988"/>
                <a:gridCol w="1674812"/>
                <a:gridCol w="1676400"/>
                <a:gridCol w="1674813"/>
                <a:gridCol w="1677987"/>
              </a:tblGrid>
              <a:tr h="933450">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400" b="1" i="0" u="none" strike="noStrike" cap="none" normalizeH="0" baseline="0">
                          <a:ln>
                            <a:noFill/>
                          </a:ln>
                          <a:solidFill>
                            <a:schemeClr val="tx1"/>
                          </a:solidFill>
                          <a:effectLst/>
                          <a:latin typeface="Verdana" panose="020B0804030504040204" pitchFamily="34" charset="0"/>
                          <a:ea typeface="宋体" pitchFamily="2" charset="-122"/>
                        </a:rPr>
                        <a:t>T</a:t>
                      </a:r>
                      <a:r>
                        <a:rPr kumimoji="1" lang="en-US" altLang="zh-CN" sz="2400" b="1" i="0" u="none" strike="noStrike" cap="none" normalizeH="0" baseline="-25000">
                          <a:ln>
                            <a:noFill/>
                          </a:ln>
                          <a:solidFill>
                            <a:schemeClr val="tx1"/>
                          </a:solidFill>
                          <a:effectLst/>
                          <a:latin typeface="黑体" pitchFamily="2" charset="-122"/>
                          <a:ea typeface="黑体" pitchFamily="2" charset="-122"/>
                        </a:rPr>
                        <a:t>1</a:t>
                      </a:r>
                      <a:r>
                        <a:rPr kumimoji="1" lang="en-US" altLang="zh-CN" sz="2400" b="1" i="0" u="none" strike="noStrike" cap="none" normalizeH="0" baseline="0">
                          <a:ln>
                            <a:noFill/>
                          </a:ln>
                          <a:solidFill>
                            <a:schemeClr val="tx1"/>
                          </a:solidFill>
                          <a:effectLst/>
                          <a:latin typeface="Verdana" panose="020B0804030504040204" pitchFamily="34" charset="0"/>
                          <a:ea typeface="宋体" pitchFamily="2" charset="-122"/>
                        </a:rPr>
                        <a:t>     T</a:t>
                      </a:r>
                      <a:r>
                        <a:rPr kumimoji="1" lang="en-US" altLang="zh-CN" sz="2400" b="1" i="0" u="none" strike="noStrike" cap="none" normalizeH="0" baseline="-25000">
                          <a:ln>
                            <a:noFill/>
                          </a:ln>
                          <a:solidFill>
                            <a:schemeClr val="tx1"/>
                          </a:solidFill>
                          <a:effectLst/>
                          <a:latin typeface="黑体" pitchFamily="2" charset="-122"/>
                          <a:ea typeface="黑体" pitchFamily="2" charset="-122"/>
                        </a:rPr>
                        <a:t>2</a:t>
                      </a:r>
                      <a:r>
                        <a:rPr kumimoji="1" lang="en-US" altLang="zh-CN" sz="2400" b="1" i="0" u="none" strike="noStrike" cap="none" normalizeH="0" baseline="0">
                          <a:ln>
                            <a:noFill/>
                          </a:ln>
                          <a:solidFill>
                            <a:schemeClr val="tx1"/>
                          </a:solidFill>
                          <a:effectLst/>
                          <a:latin typeface="Verdana" panose="020B0804030504040204" pitchFamily="34" charset="0"/>
                          <a:ea typeface="宋体" pitchFamily="2" charset="-122"/>
                        </a:rPr>
                        <a:t> </a:t>
                      </a:r>
                      <a:endParaRPr kumimoji="1" lang="en-US" altLang="zh-CN" sz="2400" b="1" i="0" u="none" strike="noStrike" cap="none" normalizeH="0" baseline="0">
                        <a:ln>
                          <a:noFill/>
                        </a:ln>
                        <a:solidFill>
                          <a:schemeClr val="tx1"/>
                        </a:solidFill>
                        <a:effectLst/>
                        <a:latin typeface="Verdana" panose="020B0804030504040204" pitchFamily="34" charset="0"/>
                        <a:ea typeface="宋体" pitchFamily="2" charset="-122"/>
                      </a:endParaRPr>
                    </a:p>
                  </a:txBody>
                  <a:tcPr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w="12700" cap="flat" cmpd="sng" algn="ctr">
                      <a:solidFill>
                        <a:schemeClr val="tx1"/>
                      </a:solidFill>
                      <a:prstDash val="solid"/>
                      <a:round/>
                      <a:headEnd type="none" w="sm" len="sm"/>
                      <a:tailEnd type="none" w="sm" len="sm"/>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400" b="1" i="0" u="none" strike="noStrike" cap="none" normalizeH="0" baseline="0">
                          <a:ln>
                            <a:noFill/>
                          </a:ln>
                          <a:solidFill>
                            <a:schemeClr val="tx1"/>
                          </a:solidFill>
                          <a:effectLst/>
                          <a:latin typeface="Verdana" panose="020B0804030504040204" pitchFamily="34" charset="0"/>
                          <a:ea typeface="宋体" pitchFamily="2" charset="-122"/>
                        </a:rPr>
                        <a:t>X </a:t>
                      </a:r>
                      <a:endParaRPr kumimoji="1" lang="en-US" altLang="zh-CN" sz="2400" b="1" i="0" u="none" strike="noStrike" cap="none" normalizeH="0" baseline="0">
                        <a:ln>
                          <a:noFill/>
                        </a:ln>
                        <a:solidFill>
                          <a:schemeClr val="tx1"/>
                        </a:solidFill>
                        <a:effectLst/>
                        <a:latin typeface="Verdana" panose="020B0804030504040204" pitchFamily="34" charset="0"/>
                        <a:ea typeface="宋体" pitchFamily="2" charset="-122"/>
                      </a:endParaRP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400" b="1" i="0" u="none" strike="noStrike" cap="none" normalizeH="0" baseline="0">
                          <a:ln>
                            <a:noFill/>
                          </a:ln>
                          <a:solidFill>
                            <a:schemeClr val="tx1"/>
                          </a:solidFill>
                          <a:effectLst/>
                          <a:latin typeface="Verdana" panose="020B0804030504040204" pitchFamily="34" charset="0"/>
                          <a:ea typeface="宋体" pitchFamily="2" charset="-122"/>
                        </a:rPr>
                        <a:t>S </a:t>
                      </a:r>
                      <a:endParaRPr kumimoji="1" lang="en-US" altLang="zh-CN" sz="2400" b="1" i="0" u="none" strike="noStrike" cap="none" normalizeH="0" baseline="0">
                        <a:ln>
                          <a:noFill/>
                        </a:ln>
                        <a:solidFill>
                          <a:schemeClr val="tx1"/>
                        </a:solidFill>
                        <a:effectLst/>
                        <a:latin typeface="Verdana" panose="020B0804030504040204" pitchFamily="34" charset="0"/>
                        <a:ea typeface="宋体" pitchFamily="2" charset="-122"/>
                      </a:endParaRP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zh-CN" altLang="en-US" sz="2400" b="1" i="0" u="none" strike="noStrike" cap="none" normalizeH="0" baseline="0">
                          <a:ln>
                            <a:noFill/>
                          </a:ln>
                          <a:solidFill>
                            <a:schemeClr val="tx1"/>
                          </a:solidFill>
                          <a:effectLst/>
                          <a:latin typeface="Verdana" panose="020B0804030504040204" pitchFamily="34" charset="0"/>
                          <a:ea typeface="宋体" pitchFamily="2" charset="-122"/>
                        </a:rPr>
                        <a:t>－ </a:t>
                      </a:r>
                      <a:endParaRPr kumimoji="1" lang="zh-CN" altLang="en-US" sz="2400" b="1" i="0" u="none" strike="noStrike" cap="none" normalizeH="0" baseline="0">
                        <a:ln>
                          <a:noFill/>
                        </a:ln>
                        <a:solidFill>
                          <a:schemeClr val="tx1"/>
                        </a:solidFill>
                        <a:effectLst/>
                        <a:latin typeface="Verdana" panose="020B0804030504040204" pitchFamily="34" charset="0"/>
                        <a:ea typeface="宋体" pitchFamily="2" charset="-122"/>
                      </a:endParaRP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rowSpan="4">
                  <a:txBody>
                    <a:bodyPr/>
                    <a:lstStyle/>
                    <a:p>
                      <a:pPr marL="0" marR="0" lvl="0" indent="0" algn="just"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400" b="1" i="0" u="none" strike="noStrike" cap="none" normalizeH="0" baseline="0">
                          <a:ln>
                            <a:noFill/>
                          </a:ln>
                          <a:solidFill>
                            <a:schemeClr val="tx1"/>
                          </a:solidFill>
                          <a:effectLst/>
                          <a:latin typeface="Verdana" panose="020B0804030504040204" pitchFamily="34" charset="0"/>
                          <a:ea typeface="宋体" pitchFamily="2" charset="-122"/>
                        </a:rPr>
                        <a:t>Y</a:t>
                      </a:r>
                      <a:r>
                        <a:rPr kumimoji="1" lang="zh-CN" altLang="en-US" sz="2400" b="1" i="0" u="none" strike="noStrike" cap="none" normalizeH="0" baseline="0">
                          <a:ln>
                            <a:noFill/>
                          </a:ln>
                          <a:solidFill>
                            <a:schemeClr val="tx1"/>
                          </a:solidFill>
                          <a:effectLst/>
                          <a:latin typeface="Verdana" panose="020B0804030504040204" pitchFamily="34" charset="0"/>
                          <a:ea typeface="宋体" pitchFamily="2" charset="-122"/>
                        </a:rPr>
                        <a:t>相容的请求</a:t>
                      </a:r>
                      <a:endParaRPr kumimoji="1" lang="zh-CN" altLang="en-US" sz="2400" b="1" i="0" u="none" strike="noStrike" cap="none" normalizeH="0" baseline="0">
                        <a:ln>
                          <a:noFill/>
                        </a:ln>
                        <a:solidFill>
                          <a:schemeClr val="tx1"/>
                        </a:solidFill>
                        <a:effectLst/>
                        <a:latin typeface="Verdana" panose="020B0804030504040204" pitchFamily="34" charset="0"/>
                        <a:ea typeface="宋体" pitchFamily="2" charset="-122"/>
                      </a:endParaRPr>
                    </a:p>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400" b="1" i="0" u="none" strike="noStrike" cap="none" normalizeH="0" baseline="0">
                          <a:ln>
                            <a:noFill/>
                          </a:ln>
                          <a:solidFill>
                            <a:schemeClr val="tx1"/>
                          </a:solidFill>
                          <a:effectLst/>
                          <a:latin typeface="Verdana" panose="020B0804030504040204" pitchFamily="34" charset="0"/>
                          <a:ea typeface="宋体" pitchFamily="2" charset="-122"/>
                        </a:rPr>
                        <a:t>N </a:t>
                      </a:r>
                      <a:r>
                        <a:rPr kumimoji="1" lang="zh-CN" altLang="en-US" sz="2400" b="1" i="0" u="none" strike="noStrike" cap="none" normalizeH="0" baseline="0">
                          <a:ln>
                            <a:noFill/>
                          </a:ln>
                          <a:solidFill>
                            <a:schemeClr val="tx1"/>
                          </a:solidFill>
                          <a:effectLst/>
                          <a:latin typeface="Verdana" panose="020B0804030504040204" pitchFamily="34" charset="0"/>
                          <a:ea typeface="宋体" pitchFamily="2" charset="-122"/>
                        </a:rPr>
                        <a:t>不相容的请求 </a:t>
                      </a:r>
                      <a:endParaRPr kumimoji="1" lang="zh-CN" altLang="en-US" sz="2400" b="1" i="0" u="none" strike="noStrike" cap="none" normalizeH="0" baseline="0">
                        <a:ln>
                          <a:noFill/>
                        </a:ln>
                        <a:solidFill>
                          <a:schemeClr val="tx1"/>
                        </a:solidFill>
                        <a:effectLst/>
                        <a:latin typeface="Verdana" panose="020B0804030504040204" pitchFamily="34" charset="0"/>
                        <a:ea typeface="宋体" pitchFamily="2" charset="-122"/>
                      </a:endParaRPr>
                    </a:p>
                  </a:txBody>
                  <a:tcPr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r>
              <a:tr h="857250">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400" b="1" i="0" u="none" strike="noStrike" cap="none" normalizeH="0" baseline="0">
                          <a:ln>
                            <a:noFill/>
                          </a:ln>
                          <a:solidFill>
                            <a:schemeClr val="tx1"/>
                          </a:solidFill>
                          <a:effectLst/>
                          <a:latin typeface="Verdana" panose="020B0804030504040204" pitchFamily="34" charset="0"/>
                          <a:ea typeface="宋体" pitchFamily="2" charset="-122"/>
                        </a:rPr>
                        <a:t>X </a:t>
                      </a:r>
                      <a:endParaRPr kumimoji="1" lang="en-US" altLang="zh-CN" sz="2400" b="1" i="0" u="none" strike="noStrike" cap="none" normalizeH="0" baseline="0">
                        <a:ln>
                          <a:noFill/>
                        </a:ln>
                        <a:solidFill>
                          <a:schemeClr val="tx1"/>
                        </a:solidFill>
                        <a:effectLst/>
                        <a:latin typeface="Verdana" panose="020B0804030504040204" pitchFamily="34" charset="0"/>
                        <a:ea typeface="宋体" pitchFamily="2" charset="-122"/>
                      </a:endParaRPr>
                    </a:p>
                  </a:txBody>
                  <a:tcPr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400" b="1" i="0" u="none" strike="noStrike" cap="none" normalizeH="0" baseline="0" dirty="0">
                          <a:ln>
                            <a:noFill/>
                          </a:ln>
                          <a:solidFill>
                            <a:srgbClr val="FF0000"/>
                          </a:solidFill>
                          <a:effectLst/>
                          <a:latin typeface="Verdana" panose="020B0804030504040204" pitchFamily="34" charset="0"/>
                          <a:ea typeface="宋体" pitchFamily="2" charset="-122"/>
                        </a:rPr>
                        <a:t>N </a:t>
                      </a:r>
                      <a:endParaRPr kumimoji="1" lang="en-US" altLang="zh-CN" sz="2400" b="1" i="0" u="none" strike="noStrike" cap="none" normalizeH="0" baseline="0" dirty="0">
                        <a:ln>
                          <a:noFill/>
                        </a:ln>
                        <a:solidFill>
                          <a:srgbClr val="FF0000"/>
                        </a:solidFill>
                        <a:effectLst/>
                        <a:latin typeface="Verdana" panose="020B0804030504040204" pitchFamily="34" charset="0"/>
                        <a:ea typeface="宋体" pitchFamily="2" charset="-122"/>
                      </a:endParaRP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400" b="1" i="0" u="none" strike="noStrike" cap="none" normalizeH="0" baseline="0" dirty="0">
                          <a:ln>
                            <a:noFill/>
                          </a:ln>
                          <a:solidFill>
                            <a:srgbClr val="FF0000"/>
                          </a:solidFill>
                          <a:effectLst/>
                          <a:latin typeface="Verdana" panose="020B0804030504040204" pitchFamily="34" charset="0"/>
                          <a:ea typeface="宋体" pitchFamily="2" charset="-122"/>
                        </a:rPr>
                        <a:t>N </a:t>
                      </a:r>
                      <a:endParaRPr kumimoji="1" lang="en-US" altLang="zh-CN" sz="2400" b="1" i="0" u="none" strike="noStrike" cap="none" normalizeH="0" baseline="0" dirty="0">
                        <a:ln>
                          <a:noFill/>
                        </a:ln>
                        <a:solidFill>
                          <a:srgbClr val="FF0000"/>
                        </a:solidFill>
                        <a:effectLst/>
                        <a:latin typeface="Verdana" panose="020B0804030504040204" pitchFamily="34" charset="0"/>
                        <a:ea typeface="宋体" pitchFamily="2" charset="-122"/>
                      </a:endParaRP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400" b="1" i="0" u="none" strike="noStrike" cap="none" normalizeH="0" baseline="0">
                          <a:ln>
                            <a:noFill/>
                          </a:ln>
                          <a:solidFill>
                            <a:schemeClr val="tx1"/>
                          </a:solidFill>
                          <a:effectLst/>
                          <a:latin typeface="Verdana" panose="020B0804030504040204" pitchFamily="34" charset="0"/>
                          <a:ea typeface="宋体" pitchFamily="2" charset="-122"/>
                        </a:rPr>
                        <a:t>Y </a:t>
                      </a:r>
                      <a:endParaRPr kumimoji="1" lang="en-US" altLang="zh-CN" sz="2400" b="1" i="0" u="none" strike="noStrike" cap="none" normalizeH="0" baseline="0">
                        <a:ln>
                          <a:noFill/>
                        </a:ln>
                        <a:solidFill>
                          <a:schemeClr val="tx1"/>
                        </a:solidFill>
                        <a:effectLst/>
                        <a:latin typeface="Verdana" panose="020B0804030504040204" pitchFamily="34" charset="0"/>
                        <a:ea typeface="宋体" pitchFamily="2" charset="-122"/>
                      </a:endParaRP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vMerge="1">
                  <a:tcPr/>
                </a:tc>
              </a:tr>
              <a:tr h="800100">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400" b="1" i="0" u="none" strike="noStrike" cap="none" normalizeH="0" baseline="0">
                          <a:ln>
                            <a:noFill/>
                          </a:ln>
                          <a:solidFill>
                            <a:schemeClr val="tx1"/>
                          </a:solidFill>
                          <a:effectLst/>
                          <a:latin typeface="Verdana" panose="020B0804030504040204" pitchFamily="34" charset="0"/>
                          <a:ea typeface="宋体" pitchFamily="2" charset="-122"/>
                        </a:rPr>
                        <a:t>S </a:t>
                      </a:r>
                      <a:endParaRPr kumimoji="1" lang="en-US" altLang="zh-CN" sz="2400" b="1" i="0" u="none" strike="noStrike" cap="none" normalizeH="0" baseline="0">
                        <a:ln>
                          <a:noFill/>
                        </a:ln>
                        <a:solidFill>
                          <a:schemeClr val="tx1"/>
                        </a:solidFill>
                        <a:effectLst/>
                        <a:latin typeface="Verdana" panose="020B0804030504040204" pitchFamily="34" charset="0"/>
                        <a:ea typeface="宋体" pitchFamily="2" charset="-122"/>
                      </a:endParaRPr>
                    </a:p>
                  </a:txBody>
                  <a:tcPr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400" b="1" i="0" u="none" strike="noStrike" cap="none" normalizeH="0" baseline="0" dirty="0">
                          <a:ln>
                            <a:noFill/>
                          </a:ln>
                          <a:solidFill>
                            <a:srgbClr val="FF0000"/>
                          </a:solidFill>
                          <a:effectLst/>
                          <a:latin typeface="Verdana" panose="020B0804030504040204" pitchFamily="34" charset="0"/>
                          <a:ea typeface="宋体" pitchFamily="2" charset="-122"/>
                        </a:rPr>
                        <a:t>N </a:t>
                      </a:r>
                      <a:endParaRPr kumimoji="1" lang="en-US" altLang="zh-CN" sz="2400" b="1" i="0" u="none" strike="noStrike" cap="none" normalizeH="0" baseline="0" dirty="0">
                        <a:ln>
                          <a:noFill/>
                        </a:ln>
                        <a:solidFill>
                          <a:srgbClr val="FF0000"/>
                        </a:solidFill>
                        <a:effectLst/>
                        <a:latin typeface="Verdana" panose="020B0804030504040204" pitchFamily="34" charset="0"/>
                        <a:ea typeface="宋体" pitchFamily="2" charset="-122"/>
                      </a:endParaRP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400" b="1" i="0" u="none" strike="noStrike" cap="none" normalizeH="0" baseline="0">
                          <a:ln>
                            <a:noFill/>
                          </a:ln>
                          <a:solidFill>
                            <a:schemeClr val="tx1"/>
                          </a:solidFill>
                          <a:effectLst/>
                          <a:latin typeface="Verdana" panose="020B0804030504040204" pitchFamily="34" charset="0"/>
                          <a:ea typeface="宋体" pitchFamily="2" charset="-122"/>
                        </a:rPr>
                        <a:t>Y </a:t>
                      </a:r>
                      <a:endParaRPr kumimoji="1" lang="en-US" altLang="zh-CN" sz="2400" b="1" i="0" u="none" strike="noStrike" cap="none" normalizeH="0" baseline="0">
                        <a:ln>
                          <a:noFill/>
                        </a:ln>
                        <a:solidFill>
                          <a:schemeClr val="tx1"/>
                        </a:solidFill>
                        <a:effectLst/>
                        <a:latin typeface="Verdana" panose="020B0804030504040204" pitchFamily="34" charset="0"/>
                        <a:ea typeface="宋体" pitchFamily="2" charset="-122"/>
                      </a:endParaRP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400" b="1" i="0" u="none" strike="noStrike" cap="none" normalizeH="0" baseline="0">
                          <a:ln>
                            <a:noFill/>
                          </a:ln>
                          <a:solidFill>
                            <a:schemeClr val="tx1"/>
                          </a:solidFill>
                          <a:effectLst/>
                          <a:latin typeface="Verdana" panose="020B0804030504040204" pitchFamily="34" charset="0"/>
                          <a:ea typeface="宋体" pitchFamily="2" charset="-122"/>
                        </a:rPr>
                        <a:t>Y </a:t>
                      </a:r>
                      <a:endParaRPr kumimoji="1" lang="en-US" altLang="zh-CN" sz="2400" b="1" i="0" u="none" strike="noStrike" cap="none" normalizeH="0" baseline="0">
                        <a:ln>
                          <a:noFill/>
                        </a:ln>
                        <a:solidFill>
                          <a:schemeClr val="tx1"/>
                        </a:solidFill>
                        <a:effectLst/>
                        <a:latin typeface="Verdana" panose="020B0804030504040204" pitchFamily="34" charset="0"/>
                        <a:ea typeface="宋体" pitchFamily="2" charset="-122"/>
                      </a:endParaRP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vMerge="1">
                  <a:tcPr/>
                </a:tc>
              </a:tr>
              <a:tr h="857250">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zh-CN" altLang="en-US" sz="2400" b="1" i="0" u="none" strike="noStrike" cap="none" normalizeH="0" baseline="0">
                          <a:ln>
                            <a:noFill/>
                          </a:ln>
                          <a:solidFill>
                            <a:schemeClr val="tx1"/>
                          </a:solidFill>
                          <a:effectLst/>
                          <a:latin typeface="Verdana" panose="020B0804030504040204" pitchFamily="34" charset="0"/>
                          <a:ea typeface="宋体" pitchFamily="2" charset="-122"/>
                        </a:rPr>
                        <a:t>－ </a:t>
                      </a:r>
                      <a:endParaRPr kumimoji="1" lang="zh-CN" altLang="en-US" sz="2400" b="1" i="0" u="none" strike="noStrike" cap="none" normalizeH="0" baseline="0">
                        <a:ln>
                          <a:noFill/>
                        </a:ln>
                        <a:solidFill>
                          <a:schemeClr val="tx1"/>
                        </a:solidFill>
                        <a:effectLst/>
                        <a:latin typeface="Verdana" panose="020B0804030504040204" pitchFamily="34" charset="0"/>
                        <a:ea typeface="宋体" pitchFamily="2" charset="-122"/>
                      </a:endParaRPr>
                    </a:p>
                  </a:txBody>
                  <a:tcPr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400" b="1" i="0" u="none" strike="noStrike" cap="none" normalizeH="0" baseline="0">
                          <a:ln>
                            <a:noFill/>
                          </a:ln>
                          <a:solidFill>
                            <a:schemeClr val="tx1"/>
                          </a:solidFill>
                          <a:effectLst/>
                          <a:latin typeface="Verdana" panose="020B0804030504040204" pitchFamily="34" charset="0"/>
                          <a:ea typeface="宋体" pitchFamily="2" charset="-122"/>
                        </a:rPr>
                        <a:t>Y </a:t>
                      </a:r>
                      <a:endParaRPr kumimoji="1" lang="en-US" altLang="zh-CN" sz="2400" b="1" i="0" u="none" strike="noStrike" cap="none" normalizeH="0" baseline="0">
                        <a:ln>
                          <a:noFill/>
                        </a:ln>
                        <a:solidFill>
                          <a:schemeClr val="tx1"/>
                        </a:solidFill>
                        <a:effectLst/>
                        <a:latin typeface="Verdana" panose="020B0804030504040204" pitchFamily="34" charset="0"/>
                        <a:ea typeface="宋体" pitchFamily="2" charset="-122"/>
                      </a:endParaRP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400" b="1" i="0" u="none" strike="noStrike" cap="none" normalizeH="0" baseline="0">
                          <a:ln>
                            <a:noFill/>
                          </a:ln>
                          <a:solidFill>
                            <a:schemeClr val="tx1"/>
                          </a:solidFill>
                          <a:effectLst/>
                          <a:latin typeface="Verdana" panose="020B0804030504040204" pitchFamily="34" charset="0"/>
                          <a:ea typeface="宋体" pitchFamily="2" charset="-122"/>
                        </a:rPr>
                        <a:t>Y </a:t>
                      </a:r>
                      <a:endParaRPr kumimoji="1" lang="en-US" altLang="zh-CN" sz="2400" b="1" i="0" u="none" strike="noStrike" cap="none" normalizeH="0" baseline="0">
                        <a:ln>
                          <a:noFill/>
                        </a:ln>
                        <a:solidFill>
                          <a:schemeClr val="tx1"/>
                        </a:solidFill>
                        <a:effectLst/>
                        <a:latin typeface="Verdana" panose="020B0804030504040204" pitchFamily="34" charset="0"/>
                        <a:ea typeface="宋体" pitchFamily="2" charset="-122"/>
                      </a:endParaRP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400" b="1" i="0" u="none" strike="noStrike" cap="none" normalizeH="0" baseline="0" dirty="0">
                          <a:ln>
                            <a:noFill/>
                          </a:ln>
                          <a:solidFill>
                            <a:schemeClr val="tx1"/>
                          </a:solidFill>
                          <a:effectLst/>
                          <a:latin typeface="Verdana" panose="020B0804030504040204" pitchFamily="34" charset="0"/>
                          <a:ea typeface="宋体" pitchFamily="2" charset="-122"/>
                        </a:rPr>
                        <a:t>Y </a:t>
                      </a:r>
                      <a:endParaRPr kumimoji="1" lang="en-US" altLang="zh-CN" sz="2400" b="1" i="0" u="none" strike="noStrike" cap="none" normalizeH="0" baseline="0" dirty="0">
                        <a:ln>
                          <a:noFill/>
                        </a:ln>
                        <a:solidFill>
                          <a:schemeClr val="tx1"/>
                        </a:solidFill>
                        <a:effectLst/>
                        <a:latin typeface="Verdana" panose="020B0804030504040204" pitchFamily="34" charset="0"/>
                        <a:ea typeface="宋体" pitchFamily="2" charset="-122"/>
                      </a:endParaRP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vMerge="1">
                  <a:tcPr/>
                </a:tc>
              </a:tr>
            </a:tbl>
          </a:graphicData>
        </a:graphic>
      </p:graphicFrame>
      <p:sp>
        <p:nvSpPr>
          <p:cNvPr id="36" name="灯片编号占位符 35"/>
          <p:cNvSpPr>
            <a:spLocks noGrp="1"/>
          </p:cNvSpPr>
          <p:nvPr>
            <p:ph type="sldNum" sz="quarter" idx="12"/>
          </p:nvPr>
        </p:nvSpPr>
        <p:spPr/>
        <p:txBody>
          <a:bodyPr/>
          <a:lstStyle/>
          <a:p>
            <a:pPr>
              <a:defRPr/>
            </a:pPr>
            <a:fld id="{D1D12058-3DEA-4983-979C-CF04D2E04315}" type="slidenum">
              <a:rPr lang="en-US" altLang="zh-CN"/>
            </a:fld>
            <a:endParaRPr lang="en-US" altLang="zh-CN"/>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194" name="Object 2"/>
          <p:cNvGraphicFramePr>
            <a:graphicFrameLocks noChangeAspect="1"/>
          </p:cNvGraphicFramePr>
          <p:nvPr/>
        </p:nvGraphicFramePr>
        <p:xfrm>
          <a:off x="541338" y="1279525"/>
          <a:ext cx="8221662" cy="5864225"/>
        </p:xfrm>
        <a:graphic>
          <a:graphicData uri="http://schemas.openxmlformats.org/presentationml/2006/ole">
            <mc:AlternateContent xmlns:mc="http://schemas.openxmlformats.org/markup-compatibility/2006">
              <mc:Choice xmlns:v="urn:schemas-microsoft-com:vml" Requires="v">
                <p:oleObj spid="_x0000_s31081" name="Document" r:id="rId1" imgW="7339330" imgH="6508750" progId="Word.Document.8">
                  <p:embed/>
                </p:oleObj>
              </mc:Choice>
              <mc:Fallback>
                <p:oleObj name="Document" r:id="rId1" imgW="7339330" imgH="6508750" progId="Word.Document.8">
                  <p:embed/>
                  <p:pic>
                    <p:nvPicPr>
                      <p:cNvPr id="0" name="Object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1338" y="1279525"/>
                        <a:ext cx="8221662" cy="58642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195" name="Text Box 3"/>
          <p:cNvSpPr txBox="1">
            <a:spLocks noChangeArrowheads="1"/>
          </p:cNvSpPr>
          <p:nvPr/>
        </p:nvSpPr>
        <p:spPr bwMode="auto">
          <a:xfrm>
            <a:off x="365125" y="687388"/>
            <a:ext cx="7940675" cy="457200"/>
          </a:xfrm>
          <a:prstGeom prst="rect">
            <a:avLst/>
          </a:prstGeom>
          <a:noFill/>
          <a:ln w="9525">
            <a:noFill/>
            <a:miter lim="800000"/>
          </a:ln>
        </p:spPr>
        <p:txBody>
          <a:bodyPr>
            <a:spAutoFit/>
          </a:bodyPr>
          <a:lstStyle/>
          <a:p>
            <a:r>
              <a:rPr lang="zh-CN" altLang="en-US" dirty="0"/>
              <a:t>对应问题</a:t>
            </a:r>
            <a:r>
              <a:rPr lang="en-US" altLang="zh-CN" dirty="0"/>
              <a:t>1</a:t>
            </a:r>
            <a:r>
              <a:rPr lang="zh-CN" altLang="en-US" dirty="0"/>
              <a:t>：加锁</a:t>
            </a:r>
            <a:r>
              <a:rPr lang="zh-CN" altLang="en-US" dirty="0">
                <a:solidFill>
                  <a:srgbClr val="FF0000"/>
                </a:solidFill>
              </a:rPr>
              <a:t>解决丢失更新</a:t>
            </a:r>
            <a:endParaRPr lang="zh-CN" altLang="en-US" dirty="0">
              <a:solidFill>
                <a:srgbClr val="FF0000"/>
              </a:solidFill>
            </a:endParaRPr>
          </a:p>
        </p:txBody>
      </p:sp>
      <p:sp>
        <p:nvSpPr>
          <p:cNvPr id="7" name="灯片编号占位符 6"/>
          <p:cNvSpPr>
            <a:spLocks noGrp="1"/>
          </p:cNvSpPr>
          <p:nvPr>
            <p:ph type="sldNum" sz="quarter" idx="12"/>
          </p:nvPr>
        </p:nvSpPr>
        <p:spPr/>
        <p:txBody>
          <a:bodyPr/>
          <a:lstStyle/>
          <a:p>
            <a:pPr>
              <a:defRPr/>
            </a:pPr>
            <a:fld id="{63718DB1-586D-4A46-B5EE-D0AADA727F10}" type="slidenum">
              <a:rPr lang="en-US" altLang="zh-CN"/>
            </a:fld>
            <a:endParaRPr lang="en-US" altLang="zh-CN"/>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218" name="Object 2"/>
          <p:cNvGraphicFramePr>
            <a:graphicFrameLocks noChangeAspect="1"/>
          </p:cNvGraphicFramePr>
          <p:nvPr/>
        </p:nvGraphicFramePr>
        <p:xfrm>
          <a:off x="227013" y="1679575"/>
          <a:ext cx="8231187" cy="4464050"/>
        </p:xfrm>
        <a:graphic>
          <a:graphicData uri="http://schemas.openxmlformats.org/presentationml/2006/ole">
            <mc:AlternateContent xmlns:mc="http://schemas.openxmlformats.org/markup-compatibility/2006">
              <mc:Choice xmlns:v="urn:schemas-microsoft-com:vml" Requires="v">
                <p:oleObj spid="_x0000_s31081" name="Document" r:id="rId1" imgW="11734800" imgH="6353810" progId="Word.Document.8">
                  <p:embed/>
                </p:oleObj>
              </mc:Choice>
              <mc:Fallback>
                <p:oleObj name="Document" r:id="rId1" imgW="11734800" imgH="6353810" progId="Word.Document.8">
                  <p:embed/>
                  <p:pic>
                    <p:nvPicPr>
                      <p:cNvPr id="0" name="Object 2"/>
                      <p:cNvPicPr>
                        <a:picLocks noChangeAspect="1" noChangeArrowheads="1"/>
                      </p:cNvPicPr>
                      <p:nvPr/>
                    </p:nvPicPr>
                    <p:blipFill>
                      <a:blip r:embed="rId2"/>
                      <a:srcRect/>
                      <a:stretch>
                        <a:fillRect/>
                      </a:stretch>
                    </p:blipFill>
                    <p:spPr bwMode="auto">
                      <a:xfrm>
                        <a:off x="227013" y="1679575"/>
                        <a:ext cx="8231187" cy="44640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219" name="Text Box 3"/>
          <p:cNvSpPr txBox="1">
            <a:spLocks noChangeArrowheads="1"/>
          </p:cNvSpPr>
          <p:nvPr/>
        </p:nvSpPr>
        <p:spPr bwMode="auto">
          <a:xfrm>
            <a:off x="152400" y="750888"/>
            <a:ext cx="3730625" cy="457200"/>
          </a:xfrm>
          <a:prstGeom prst="rect">
            <a:avLst/>
          </a:prstGeom>
          <a:noFill/>
          <a:ln w="9525">
            <a:noFill/>
            <a:miter lim="800000"/>
          </a:ln>
        </p:spPr>
        <p:txBody>
          <a:bodyPr wrap="none">
            <a:spAutoFit/>
          </a:bodyPr>
          <a:lstStyle/>
          <a:p>
            <a:r>
              <a:rPr lang="zh-CN" altLang="en-US" dirty="0"/>
              <a:t>对应问题</a:t>
            </a:r>
            <a:r>
              <a:rPr lang="en-US" altLang="zh-CN" dirty="0"/>
              <a:t>3</a:t>
            </a:r>
            <a:r>
              <a:rPr lang="zh-CN" altLang="en-US" dirty="0"/>
              <a:t>：加锁</a:t>
            </a:r>
            <a:r>
              <a:rPr lang="zh-CN" altLang="en-US" dirty="0">
                <a:solidFill>
                  <a:srgbClr val="FF0000"/>
                </a:solidFill>
              </a:rPr>
              <a:t>解决读脏</a:t>
            </a:r>
            <a:endParaRPr lang="zh-CN" altLang="en-US" dirty="0">
              <a:solidFill>
                <a:srgbClr val="FF0000"/>
              </a:solidFill>
            </a:endParaRPr>
          </a:p>
        </p:txBody>
      </p:sp>
      <p:sp>
        <p:nvSpPr>
          <p:cNvPr id="7" name="灯片编号占位符 6"/>
          <p:cNvSpPr>
            <a:spLocks noGrp="1"/>
          </p:cNvSpPr>
          <p:nvPr>
            <p:ph type="sldNum" sz="quarter" idx="12"/>
          </p:nvPr>
        </p:nvSpPr>
        <p:spPr/>
        <p:txBody>
          <a:bodyPr/>
          <a:lstStyle/>
          <a:p>
            <a:pPr>
              <a:defRPr/>
            </a:pPr>
            <a:fld id="{5E6310C8-8BCD-4FC2-855D-8D3A15E6257E}" type="slidenum">
              <a:rPr lang="en-US" altLang="zh-CN"/>
            </a:fld>
            <a:endParaRPr lang="en-US" altLang="zh-CN"/>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242" name="Object 2"/>
          <p:cNvGraphicFramePr>
            <a:graphicFrameLocks noChangeAspect="1"/>
          </p:cNvGraphicFramePr>
          <p:nvPr/>
        </p:nvGraphicFramePr>
        <p:xfrm>
          <a:off x="323849" y="1266824"/>
          <a:ext cx="7555117" cy="5089525"/>
        </p:xfrm>
        <a:graphic>
          <a:graphicData uri="http://schemas.openxmlformats.org/presentationml/2006/ole">
            <mc:AlternateContent xmlns:mc="http://schemas.openxmlformats.org/markup-compatibility/2006">
              <mc:Choice xmlns:v="urn:schemas-microsoft-com:vml" Requires="v">
                <p:oleObj spid="_x0000_s31081" name="Document" r:id="rId1" imgW="12523470" imgH="7937500" progId="Word.Document.8">
                  <p:embed/>
                </p:oleObj>
              </mc:Choice>
              <mc:Fallback>
                <p:oleObj name="Document" r:id="rId1" imgW="12523470" imgH="7937500" progId="Word.Document.8">
                  <p:embed/>
                  <p:pic>
                    <p:nvPicPr>
                      <p:cNvPr id="0" name="Object 2"/>
                      <p:cNvPicPr>
                        <a:picLocks noChangeAspect="1" noChangeArrowheads="1"/>
                      </p:cNvPicPr>
                      <p:nvPr/>
                    </p:nvPicPr>
                    <p:blipFill>
                      <a:blip r:embed="rId2"/>
                      <a:srcRect/>
                      <a:stretch>
                        <a:fillRect/>
                      </a:stretch>
                    </p:blipFill>
                    <p:spPr bwMode="auto">
                      <a:xfrm>
                        <a:off x="323849" y="1266824"/>
                        <a:ext cx="7555117" cy="5089525"/>
                      </a:xfrm>
                      <a:prstGeom prst="rect">
                        <a:avLst/>
                      </a:prstGeom>
                      <a:noFill/>
                    </p:spPr>
                  </p:pic>
                </p:oleObj>
              </mc:Fallback>
            </mc:AlternateContent>
          </a:graphicData>
        </a:graphic>
      </p:graphicFrame>
      <p:sp>
        <p:nvSpPr>
          <p:cNvPr id="10243" name="Text Box 3"/>
          <p:cNvSpPr txBox="1">
            <a:spLocks noChangeArrowheads="1"/>
          </p:cNvSpPr>
          <p:nvPr/>
        </p:nvSpPr>
        <p:spPr bwMode="auto">
          <a:xfrm>
            <a:off x="304800" y="703263"/>
            <a:ext cx="4645025" cy="457200"/>
          </a:xfrm>
          <a:prstGeom prst="rect">
            <a:avLst/>
          </a:prstGeom>
          <a:noFill/>
          <a:ln w="9525">
            <a:noFill/>
            <a:miter lim="800000"/>
          </a:ln>
        </p:spPr>
        <p:txBody>
          <a:bodyPr wrap="none">
            <a:spAutoFit/>
          </a:bodyPr>
          <a:lstStyle/>
          <a:p>
            <a:r>
              <a:rPr lang="zh-CN" altLang="en-US" dirty="0"/>
              <a:t>对应问题</a:t>
            </a:r>
            <a:r>
              <a:rPr lang="en-US" altLang="zh-CN" dirty="0"/>
              <a:t>2</a:t>
            </a:r>
            <a:r>
              <a:rPr lang="zh-CN" altLang="en-US" dirty="0"/>
              <a:t>：加锁</a:t>
            </a:r>
            <a:r>
              <a:rPr lang="zh-CN" altLang="en-US" dirty="0">
                <a:solidFill>
                  <a:srgbClr val="FF0000"/>
                </a:solidFill>
              </a:rPr>
              <a:t>解决不可重复读</a:t>
            </a:r>
            <a:endParaRPr lang="zh-CN" altLang="en-US" dirty="0">
              <a:solidFill>
                <a:srgbClr val="FF0000"/>
              </a:solidFill>
            </a:endParaRPr>
          </a:p>
        </p:txBody>
      </p:sp>
      <p:sp>
        <p:nvSpPr>
          <p:cNvPr id="7" name="灯片编号占位符 6"/>
          <p:cNvSpPr>
            <a:spLocks noGrp="1"/>
          </p:cNvSpPr>
          <p:nvPr>
            <p:ph type="sldNum" sz="quarter" idx="12"/>
          </p:nvPr>
        </p:nvSpPr>
        <p:spPr/>
        <p:txBody>
          <a:bodyPr/>
          <a:lstStyle/>
          <a:p>
            <a:pPr>
              <a:defRPr/>
            </a:pPr>
            <a:fld id="{20123963-311E-48BF-B099-03158036DD7A}" type="slidenum">
              <a:rPr lang="en-US" altLang="zh-CN"/>
            </a:fld>
            <a:endParaRPr lang="en-US" altLang="zh-CN"/>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Text Box 6"/>
          <p:cNvSpPr txBox="1">
            <a:spLocks noChangeArrowheads="1"/>
          </p:cNvSpPr>
          <p:nvPr/>
        </p:nvSpPr>
        <p:spPr bwMode="auto">
          <a:xfrm>
            <a:off x="179388" y="820738"/>
            <a:ext cx="8702675" cy="4154984"/>
          </a:xfrm>
          <a:prstGeom prst="rect">
            <a:avLst/>
          </a:prstGeom>
          <a:noFill/>
          <a:ln w="9525">
            <a:noFill/>
            <a:miter lim="800000"/>
          </a:ln>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400" b="1" i="0" u="none" strike="noStrike" kern="1200" cap="none" spc="0" normalizeH="0" baseline="0" noProof="0" dirty="0">
                <a:ln>
                  <a:noFill/>
                </a:ln>
                <a:solidFill>
                  <a:prstClr val="black"/>
                </a:solidFill>
                <a:effectLst/>
                <a:uLnTx/>
                <a:uFillTx/>
                <a:latin typeface="黑体" pitchFamily="2" charset="-122"/>
                <a:ea typeface="黑体" pitchFamily="2" charset="-122"/>
                <a:cs typeface="+mn-cs"/>
              </a:rPr>
              <a:t>11.3 </a:t>
            </a:r>
            <a:r>
              <a:rPr kumimoji="1" lang="zh-CN" altLang="en-US" sz="2400" b="1" i="0" u="none" strike="noStrike" kern="1200" cap="none" spc="0" normalizeH="0" baseline="0" noProof="0" dirty="0">
                <a:ln>
                  <a:noFill/>
                </a:ln>
                <a:solidFill>
                  <a:prstClr val="black"/>
                </a:solidFill>
                <a:effectLst/>
                <a:uLnTx/>
                <a:uFillTx/>
                <a:latin typeface="黑体" pitchFamily="2" charset="-122"/>
                <a:ea typeface="黑体" pitchFamily="2" charset="-122"/>
                <a:cs typeface="+mn-cs"/>
              </a:rPr>
              <a:t>三级封锁协议</a:t>
            </a:r>
            <a:endParaRPr kumimoji="1" lang="zh-CN" altLang="en-US" sz="2400" b="1" i="0" u="none" strike="noStrike" kern="1200" cap="none" spc="0" normalizeH="0" baseline="0" noProof="0" dirty="0">
              <a:ln>
                <a:noFill/>
              </a:ln>
              <a:solidFill>
                <a:prstClr val="black"/>
              </a:solidFill>
              <a:effectLst/>
              <a:uLnTx/>
              <a:uFillTx/>
              <a:latin typeface="黑体" pitchFamily="2" charset="-122"/>
              <a:ea typeface="黑体"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400" b="0" i="0" u="none" strike="noStrike" kern="1200" cap="none" spc="0" normalizeH="0" baseline="0" noProof="0" dirty="0">
                <a:ln>
                  <a:noFill/>
                </a:ln>
                <a:solidFill>
                  <a:prstClr val="black"/>
                </a:solidFill>
                <a:effectLst/>
                <a:uLnTx/>
                <a:uFillTx/>
                <a:latin typeface="Verdana" panose="020B0804030504040204" pitchFamily="34" charset="0"/>
                <a:ea typeface="宋体" pitchFamily="2" charset="-122"/>
                <a:cs typeface="+mn-cs"/>
              </a:rPr>
              <a:t>1</a:t>
            </a:r>
            <a:r>
              <a:rPr kumimoji="1" lang="zh-CN" altLang="en-US" sz="24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rPr>
              <a:t>）</a:t>
            </a:r>
            <a:r>
              <a:rPr kumimoji="1" lang="en-US" altLang="zh-CN" sz="2400" b="0" i="0" u="none" strike="noStrike" kern="1200" cap="none" spc="0" normalizeH="0" baseline="0" noProof="0" dirty="0">
                <a:ln>
                  <a:noFill/>
                </a:ln>
                <a:solidFill>
                  <a:prstClr val="black"/>
                </a:solidFill>
                <a:effectLst/>
                <a:uLnTx/>
                <a:uFillTx/>
                <a:latin typeface="Verdana" panose="020B0804030504040204" pitchFamily="34" charset="0"/>
                <a:ea typeface="宋体" pitchFamily="2" charset="-122"/>
                <a:cs typeface="+mn-cs"/>
              </a:rPr>
              <a:t>1</a:t>
            </a:r>
            <a:r>
              <a:rPr kumimoji="1" lang="zh-CN" altLang="en-US" sz="24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rPr>
              <a:t>级封锁协议</a:t>
            </a:r>
            <a:endParaRPr kumimoji="1" lang="zh-CN" altLang="en-US" sz="2400" b="0" i="0" u="none" strike="noStrike" kern="1200" cap="none" spc="0" normalizeH="0" baseline="0" noProof="0" dirty="0">
              <a:ln>
                <a:noFill/>
              </a:ln>
              <a:solidFill>
                <a:prstClr val="black"/>
              </a:solidFill>
              <a:effectLst/>
              <a:uLnTx/>
              <a:uFillTx/>
              <a:latin typeface="Verdana" panose="020B0804030504040204" pitchFamily="34" charset="0"/>
              <a:ea typeface="宋体"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400" b="0" i="0" u="none" strike="noStrike" kern="1200" cap="none" spc="0" normalizeH="0" baseline="0" noProof="0" dirty="0">
                <a:ln>
                  <a:noFill/>
                </a:ln>
                <a:solidFill>
                  <a:prstClr val="black"/>
                </a:solidFill>
                <a:effectLst/>
                <a:uLnTx/>
                <a:uFillTx/>
                <a:latin typeface="宋体" pitchFamily="2" charset="-122"/>
                <a:ea typeface="宋体" pitchFamily="2" charset="-122"/>
                <a:cs typeface="+mn-cs"/>
              </a:rPr>
              <a:t>①</a:t>
            </a:r>
            <a:r>
              <a:rPr kumimoji="1" lang="zh-CN" altLang="en-US" sz="2400" b="0" i="0" u="none" strike="noStrike" kern="1200" cap="none" spc="0" normalizeH="0" baseline="0" noProof="0" dirty="0">
                <a:ln>
                  <a:noFill/>
                </a:ln>
                <a:solidFill>
                  <a:prstClr val="black"/>
                </a:solidFill>
                <a:effectLst/>
                <a:uLnTx/>
                <a:uFillTx/>
                <a:latin typeface="Verdana" panose="020B0804030504040204" pitchFamily="34" charset="0"/>
                <a:ea typeface="宋体" pitchFamily="2" charset="-122"/>
                <a:cs typeface="+mn-cs"/>
              </a:rPr>
              <a:t> </a:t>
            </a:r>
            <a:r>
              <a:rPr kumimoji="1" lang="zh-CN" altLang="en-US" sz="24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rPr>
              <a:t>策略</a:t>
            </a:r>
            <a:endParaRPr kumimoji="1" lang="zh-CN" altLang="en-US" sz="2400" b="0" i="0" u="none" strike="noStrike" kern="1200" cap="none" spc="0" normalizeH="0" baseline="0" noProof="0" dirty="0">
              <a:ln>
                <a:noFill/>
              </a:ln>
              <a:solidFill>
                <a:prstClr val="black"/>
              </a:solidFill>
              <a:effectLst/>
              <a:uLnTx/>
              <a:uFillTx/>
              <a:latin typeface="Verdana" panose="020B0804030504040204" pitchFamily="34" charset="0"/>
              <a:ea typeface="宋体"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4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rPr>
              <a:t>事务</a:t>
            </a:r>
            <a:r>
              <a:rPr kumimoji="1" lang="en-US" altLang="zh-CN" sz="2400" b="0" i="0" u="none" strike="noStrike" kern="1200" cap="none" spc="0" normalizeH="0" baseline="0" noProof="0" dirty="0">
                <a:ln>
                  <a:noFill/>
                </a:ln>
                <a:solidFill>
                  <a:prstClr val="black"/>
                </a:solidFill>
                <a:effectLst/>
                <a:uLnTx/>
                <a:uFillTx/>
                <a:latin typeface="Verdana" panose="020B0804030504040204" pitchFamily="34" charset="0"/>
                <a:ea typeface="宋体" pitchFamily="2" charset="-122"/>
                <a:cs typeface="+mn-cs"/>
              </a:rPr>
              <a:t>Ti</a:t>
            </a:r>
            <a:r>
              <a:rPr kumimoji="1" lang="zh-CN" altLang="en-US" sz="24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rPr>
              <a:t>在修改数据</a:t>
            </a:r>
            <a:r>
              <a:rPr kumimoji="1" lang="en-US" altLang="zh-CN" sz="2400" b="0" i="0" u="none" strike="noStrike" kern="1200" cap="none" spc="0" normalizeH="0" baseline="0" noProof="0" dirty="0">
                <a:ln>
                  <a:noFill/>
                </a:ln>
                <a:solidFill>
                  <a:prstClr val="black"/>
                </a:solidFill>
                <a:effectLst/>
                <a:uLnTx/>
                <a:uFillTx/>
                <a:latin typeface="Verdana" panose="020B0804030504040204" pitchFamily="34" charset="0"/>
                <a:ea typeface="宋体" pitchFamily="2" charset="-122"/>
                <a:cs typeface="+mn-cs"/>
              </a:rPr>
              <a:t>Di</a:t>
            </a:r>
            <a:r>
              <a:rPr kumimoji="1" lang="zh-CN" altLang="en-US" sz="24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rPr>
              <a:t>之前须先对</a:t>
            </a:r>
            <a:r>
              <a:rPr kumimoji="1" lang="en-US" altLang="zh-CN" sz="2400" b="0" i="0" u="none" strike="noStrike" kern="1200" cap="none" spc="0" normalizeH="0" baseline="0" noProof="0" dirty="0">
                <a:ln>
                  <a:noFill/>
                </a:ln>
                <a:solidFill>
                  <a:prstClr val="black"/>
                </a:solidFill>
                <a:effectLst/>
                <a:uLnTx/>
                <a:uFillTx/>
                <a:latin typeface="Verdana" panose="020B0804030504040204" pitchFamily="34" charset="0"/>
                <a:ea typeface="宋体" pitchFamily="2" charset="-122"/>
                <a:cs typeface="+mn-cs"/>
              </a:rPr>
              <a:t>Di</a:t>
            </a:r>
            <a:r>
              <a:rPr kumimoji="1" lang="zh-CN" altLang="en-US" sz="24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rPr>
              <a:t>加</a:t>
            </a:r>
            <a:r>
              <a:rPr kumimoji="1" lang="en-US" altLang="zh-CN" sz="2400" b="0" i="0" u="none" strike="noStrike" kern="1200" cap="none" spc="0" normalizeH="0" baseline="0" noProof="0" dirty="0">
                <a:ln>
                  <a:noFill/>
                </a:ln>
                <a:solidFill>
                  <a:prstClr val="black"/>
                </a:solidFill>
                <a:effectLst/>
                <a:uLnTx/>
                <a:uFillTx/>
                <a:latin typeface="Verdana" panose="020B0804030504040204" pitchFamily="34" charset="0"/>
                <a:ea typeface="宋体" pitchFamily="2" charset="-122"/>
                <a:cs typeface="+mn-cs"/>
              </a:rPr>
              <a:t>X</a:t>
            </a:r>
            <a:r>
              <a:rPr kumimoji="1" lang="zh-CN" altLang="en-US" sz="24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rPr>
              <a:t>锁，</a:t>
            </a:r>
            <a:r>
              <a:rPr kumimoji="1" lang="zh-CN" altLang="en-US" sz="2400" b="0" i="0" u="none" strike="noStrike" kern="1200" cap="none" spc="0" normalizeH="0" baseline="0" noProof="0" dirty="0">
                <a:ln>
                  <a:noFill/>
                </a:ln>
                <a:solidFill>
                  <a:srgbClr val="FF0000"/>
                </a:solidFill>
                <a:effectLst/>
                <a:uLnTx/>
                <a:uFillTx/>
                <a:latin typeface="Times New Roman" panose="02020503050405090304" pitchFamily="18" charset="0"/>
                <a:ea typeface="宋体" pitchFamily="2" charset="-122"/>
                <a:cs typeface="+mn-cs"/>
              </a:rPr>
              <a:t>直到事务</a:t>
            </a:r>
            <a:r>
              <a:rPr kumimoji="1" lang="en-US" altLang="zh-CN" sz="2400" b="0" i="0" u="none" strike="noStrike" kern="1200" cap="none" spc="0" normalizeH="0" baseline="0" noProof="0" dirty="0">
                <a:ln>
                  <a:noFill/>
                </a:ln>
                <a:solidFill>
                  <a:srgbClr val="FF0000"/>
                </a:solidFill>
                <a:effectLst/>
                <a:uLnTx/>
                <a:uFillTx/>
                <a:latin typeface="Verdana" panose="020B0804030504040204" pitchFamily="34" charset="0"/>
                <a:ea typeface="宋体" pitchFamily="2" charset="-122"/>
                <a:cs typeface="+mn-cs"/>
              </a:rPr>
              <a:t>Ti</a:t>
            </a:r>
            <a:r>
              <a:rPr kumimoji="1" lang="zh-CN" altLang="en-US" sz="2400" b="0" i="0" u="none" strike="noStrike" kern="1200" cap="none" spc="0" normalizeH="0" baseline="0" noProof="0" dirty="0">
                <a:ln>
                  <a:noFill/>
                </a:ln>
                <a:solidFill>
                  <a:srgbClr val="FF0000"/>
                </a:solidFill>
                <a:effectLst/>
                <a:uLnTx/>
                <a:uFillTx/>
                <a:latin typeface="Times New Roman" panose="02020503050405090304" pitchFamily="18" charset="0"/>
                <a:ea typeface="宋体" pitchFamily="2" charset="-122"/>
                <a:cs typeface="+mn-cs"/>
              </a:rPr>
              <a:t>结束</a:t>
            </a:r>
            <a:r>
              <a:rPr kumimoji="1" lang="zh-CN" altLang="en-US" sz="24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rPr>
              <a:t>（</a:t>
            </a:r>
            <a:r>
              <a:rPr kumimoji="1" lang="en-US" altLang="zh-CN" sz="2400" b="0" i="0" u="none" strike="noStrike" kern="1200" cap="none" spc="0" normalizeH="0" baseline="0" noProof="0" dirty="0">
                <a:ln>
                  <a:noFill/>
                </a:ln>
                <a:solidFill>
                  <a:prstClr val="black"/>
                </a:solidFill>
                <a:effectLst/>
                <a:uLnTx/>
                <a:uFillTx/>
                <a:latin typeface="Verdana" panose="020B0804030504040204" pitchFamily="34" charset="0"/>
                <a:ea typeface="宋体" pitchFamily="2" charset="-122"/>
                <a:cs typeface="+mn-cs"/>
              </a:rPr>
              <a:t>commit/rollback</a:t>
            </a:r>
            <a:r>
              <a:rPr kumimoji="1" lang="zh-CN" altLang="en-US" sz="24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rPr>
              <a:t>）</a:t>
            </a:r>
            <a:r>
              <a:rPr kumimoji="1" lang="zh-CN" altLang="en-US" sz="2400" b="0" i="0" u="none" strike="noStrike" kern="1200" cap="none" spc="0" normalizeH="0" baseline="0" noProof="0" dirty="0">
                <a:ln>
                  <a:noFill/>
                </a:ln>
                <a:solidFill>
                  <a:srgbClr val="FF0000"/>
                </a:solidFill>
                <a:effectLst/>
                <a:uLnTx/>
                <a:uFillTx/>
                <a:latin typeface="Times New Roman" panose="02020503050405090304" pitchFamily="18" charset="0"/>
                <a:ea typeface="宋体" pitchFamily="2" charset="-122"/>
                <a:cs typeface="+mn-cs"/>
              </a:rPr>
              <a:t>才释放</a:t>
            </a:r>
            <a:r>
              <a:rPr kumimoji="1" lang="zh-CN" altLang="en-US" sz="24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rPr>
              <a:t>。</a:t>
            </a:r>
            <a:endParaRPr kumimoji="1" lang="zh-CN" altLang="en-US" sz="2400" b="0" i="0" u="none" strike="noStrike" kern="1200" cap="none" spc="0" normalizeH="0" baseline="0" noProof="0" dirty="0">
              <a:ln>
                <a:noFill/>
              </a:ln>
              <a:solidFill>
                <a:prstClr val="black"/>
              </a:solidFill>
              <a:effectLst/>
              <a:uLnTx/>
              <a:uFillTx/>
              <a:latin typeface="Verdana" panose="020B0804030504040204" pitchFamily="34" charset="0"/>
              <a:ea typeface="宋体"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400" b="0" i="0" u="none" strike="noStrike" kern="1200" cap="none" spc="0" normalizeH="0" baseline="0" noProof="0" dirty="0">
                <a:ln>
                  <a:noFill/>
                </a:ln>
                <a:solidFill>
                  <a:prstClr val="black"/>
                </a:solidFill>
                <a:effectLst/>
                <a:uLnTx/>
                <a:uFillTx/>
                <a:latin typeface="宋体" pitchFamily="2" charset="-122"/>
                <a:ea typeface="宋体" pitchFamily="2" charset="-122"/>
                <a:cs typeface="+mn-cs"/>
              </a:rPr>
              <a:t>②</a:t>
            </a:r>
            <a:r>
              <a:rPr kumimoji="1" lang="zh-CN" altLang="en-US" sz="2400" b="0" i="0" u="none" strike="noStrike" kern="1200" cap="none" spc="0" normalizeH="0" baseline="0" noProof="0" dirty="0">
                <a:ln>
                  <a:noFill/>
                </a:ln>
                <a:solidFill>
                  <a:prstClr val="black"/>
                </a:solidFill>
                <a:effectLst/>
                <a:uLnTx/>
                <a:uFillTx/>
                <a:latin typeface="Verdana" panose="020B0804030504040204" pitchFamily="34" charset="0"/>
                <a:ea typeface="宋体" pitchFamily="2" charset="-122"/>
                <a:cs typeface="+mn-cs"/>
              </a:rPr>
              <a:t> </a:t>
            </a:r>
            <a:r>
              <a:rPr kumimoji="1" lang="zh-CN" altLang="en-US" sz="24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rPr>
              <a:t>功能</a:t>
            </a:r>
            <a:endParaRPr kumimoji="1" lang="zh-CN" altLang="en-US" sz="2400" b="0" i="0" u="none" strike="noStrike" kern="1200" cap="none" spc="0" normalizeH="0" baseline="0" noProof="0" dirty="0">
              <a:ln>
                <a:noFill/>
              </a:ln>
              <a:solidFill>
                <a:prstClr val="black"/>
              </a:solidFill>
              <a:effectLst/>
              <a:uLnTx/>
              <a:uFillTx/>
              <a:latin typeface="Verdana" panose="020B0804030504040204" pitchFamily="34" charset="0"/>
              <a:ea typeface="宋体"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4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rPr>
              <a:t>防止</a:t>
            </a:r>
            <a:r>
              <a:rPr kumimoji="1" lang="zh-CN" altLang="en-US" sz="2400" b="1" i="0" u="none" strike="noStrike" kern="1200" cap="none" spc="0" normalizeH="0" baseline="0" noProof="0" dirty="0">
                <a:ln>
                  <a:noFill/>
                </a:ln>
                <a:solidFill>
                  <a:srgbClr val="FF0000"/>
                </a:solidFill>
                <a:effectLst/>
                <a:uLnTx/>
                <a:uFillTx/>
                <a:latin typeface="Times New Roman" panose="02020503050405090304" pitchFamily="18" charset="0"/>
                <a:ea typeface="宋体" pitchFamily="2" charset="-122"/>
                <a:cs typeface="+mn-cs"/>
              </a:rPr>
              <a:t>丢失修改</a:t>
            </a:r>
            <a:r>
              <a:rPr kumimoji="1" lang="zh-CN" altLang="en-US" sz="24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rPr>
              <a:t>；</a:t>
            </a:r>
            <a:endParaRPr kumimoji="1" lang="zh-CN" altLang="en-US" sz="2400" b="0" i="0" u="none" strike="noStrike" kern="1200" cap="none" spc="0" normalizeH="0" baseline="0" noProof="0" dirty="0">
              <a:ln>
                <a:noFill/>
              </a:ln>
              <a:solidFill>
                <a:prstClr val="black"/>
              </a:solidFill>
              <a:effectLst/>
              <a:uLnTx/>
              <a:uFillTx/>
              <a:latin typeface="Verdana" panose="020B0804030504040204" pitchFamily="34" charset="0"/>
              <a:ea typeface="宋体"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400" b="0" i="0" u="none" strike="noStrike" kern="1200" cap="none" spc="0" normalizeH="0" baseline="0" noProof="0" dirty="0">
                <a:ln>
                  <a:noFill/>
                </a:ln>
                <a:solidFill>
                  <a:prstClr val="black"/>
                </a:solidFill>
                <a:effectLst/>
                <a:uLnTx/>
                <a:uFillTx/>
                <a:latin typeface="宋体" pitchFamily="2" charset="-122"/>
                <a:ea typeface="宋体" pitchFamily="2" charset="-122"/>
                <a:cs typeface="+mn-cs"/>
              </a:rPr>
              <a:t>保证</a:t>
            </a:r>
            <a:r>
              <a:rPr kumimoji="1" lang="en-US" altLang="zh-CN" sz="2400" b="0" i="0" u="none" strike="noStrike" kern="1200" cap="none" spc="0" normalizeH="0" baseline="0" noProof="0" dirty="0">
                <a:ln>
                  <a:noFill/>
                </a:ln>
                <a:solidFill>
                  <a:prstClr val="black"/>
                </a:solidFill>
                <a:effectLst/>
                <a:uLnTx/>
                <a:uFillTx/>
                <a:latin typeface="Verdana" panose="020B0804030504040204" pitchFamily="34" charset="0"/>
                <a:ea typeface="宋体" pitchFamily="2" charset="-122"/>
                <a:cs typeface="+mn-cs"/>
              </a:rPr>
              <a:t>Ti</a:t>
            </a:r>
            <a:r>
              <a:rPr kumimoji="1" lang="zh-CN" altLang="en-US" sz="2400" b="0" i="0" u="none" strike="noStrike" kern="1200" cap="none" spc="0" normalizeH="0" baseline="0" noProof="0" dirty="0">
                <a:ln>
                  <a:noFill/>
                </a:ln>
                <a:solidFill>
                  <a:prstClr val="black"/>
                </a:solidFill>
                <a:effectLst/>
                <a:uLnTx/>
                <a:uFillTx/>
                <a:latin typeface="宋体" pitchFamily="2" charset="-122"/>
                <a:ea typeface="宋体" pitchFamily="2" charset="-122"/>
                <a:cs typeface="+mn-cs"/>
              </a:rPr>
              <a:t>可恢复（若意外终止，则</a:t>
            </a:r>
            <a:r>
              <a:rPr kumimoji="1" lang="en-US" altLang="zh-CN" sz="2400" b="0" i="0" u="none" strike="noStrike" kern="1200" cap="none" spc="0" normalizeH="0" baseline="0" noProof="0" dirty="0">
                <a:ln>
                  <a:noFill/>
                </a:ln>
                <a:solidFill>
                  <a:prstClr val="black"/>
                </a:solidFill>
                <a:effectLst/>
                <a:uLnTx/>
                <a:uFillTx/>
                <a:latin typeface="Verdana" panose="020B0804030504040204" pitchFamily="34" charset="0"/>
                <a:ea typeface="宋体" pitchFamily="2" charset="-122"/>
                <a:cs typeface="+mn-cs"/>
              </a:rPr>
              <a:t>rollback</a:t>
            </a:r>
            <a:r>
              <a:rPr kumimoji="1" lang="zh-CN" altLang="en-US" sz="2400" b="0" i="0" u="none" strike="noStrike" kern="1200" cap="none" spc="0" normalizeH="0" baseline="0" noProof="0" dirty="0">
                <a:ln>
                  <a:noFill/>
                </a:ln>
                <a:solidFill>
                  <a:prstClr val="black"/>
                </a:solidFill>
                <a:effectLst/>
                <a:uLnTx/>
                <a:uFillTx/>
                <a:latin typeface="宋体" pitchFamily="2" charset="-122"/>
                <a:ea typeface="宋体" pitchFamily="2" charset="-122"/>
                <a:cs typeface="+mn-cs"/>
              </a:rPr>
              <a:t>后才可释放）。</a:t>
            </a:r>
            <a:r>
              <a:rPr kumimoji="1" lang="zh-CN" altLang="en-US" sz="2400" b="0" i="0" u="none" strike="noStrike" kern="1200" cap="none" spc="0" normalizeH="0" baseline="0" noProof="0" dirty="0">
                <a:ln>
                  <a:noFill/>
                </a:ln>
                <a:solidFill>
                  <a:prstClr val="black"/>
                </a:solidFill>
                <a:effectLst/>
                <a:uLnTx/>
                <a:uFillTx/>
                <a:latin typeface="Verdana" panose="020B0804030504040204" pitchFamily="34" charset="0"/>
                <a:ea typeface="宋体" pitchFamily="2" charset="-122"/>
                <a:cs typeface="+mn-cs"/>
              </a:rPr>
              <a:t> </a:t>
            </a:r>
            <a:endParaRPr kumimoji="1" lang="zh-CN" altLang="en-US" sz="2400" b="0" i="0" u="none" strike="noStrike" kern="1200" cap="none" spc="0" normalizeH="0" baseline="0" noProof="0" dirty="0">
              <a:ln>
                <a:noFill/>
              </a:ln>
              <a:solidFill>
                <a:prstClr val="black"/>
              </a:solidFill>
              <a:effectLst/>
              <a:uLnTx/>
              <a:uFillTx/>
              <a:latin typeface="Verdana" panose="020B0804030504040204" pitchFamily="34" charset="0"/>
              <a:ea typeface="宋体"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400" b="0" i="0" u="none" strike="noStrike" kern="1200" cap="none" spc="0" normalizeH="0" baseline="0" noProof="0" dirty="0">
                <a:ln>
                  <a:noFill/>
                </a:ln>
                <a:solidFill>
                  <a:prstClr val="black"/>
                </a:solidFill>
                <a:effectLst/>
                <a:uLnTx/>
                <a:uFillTx/>
                <a:latin typeface="Verdana" panose="020B0804030504040204" pitchFamily="34" charset="0"/>
                <a:ea typeface="宋体" pitchFamily="2" charset="-122"/>
                <a:cs typeface="+mn-cs"/>
              </a:rPr>
              <a:t>③ 问题</a:t>
            </a:r>
            <a:endParaRPr kumimoji="1" lang="zh-CN" altLang="en-US" sz="2400" b="0" i="0" u="none" strike="noStrike" kern="1200" cap="none" spc="0" normalizeH="0" baseline="0" noProof="0" dirty="0">
              <a:ln>
                <a:noFill/>
              </a:ln>
              <a:solidFill>
                <a:prstClr val="black"/>
              </a:solidFill>
              <a:effectLst/>
              <a:uLnTx/>
              <a:uFillTx/>
              <a:latin typeface="Verdana" panose="020B0804030504040204" pitchFamily="34" charset="0"/>
              <a:ea typeface="宋体"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400" b="0" i="0" u="none" strike="noStrike" kern="1200" cap="none" spc="0" normalizeH="0" baseline="0" noProof="0" dirty="0">
                <a:ln>
                  <a:noFill/>
                </a:ln>
                <a:solidFill>
                  <a:prstClr val="black"/>
                </a:solidFill>
                <a:effectLst/>
                <a:uLnTx/>
                <a:uFillTx/>
                <a:latin typeface="Verdana" panose="020B0804030504040204" pitchFamily="34" charset="0"/>
                <a:ea typeface="宋体" pitchFamily="2" charset="-122"/>
                <a:cs typeface="+mn-cs"/>
              </a:rPr>
              <a:t>不能防止</a:t>
            </a:r>
            <a:r>
              <a:rPr kumimoji="1" lang="zh-CN" altLang="en-US" sz="2400" b="1" i="0" u="none" strike="noStrike" kern="1200" cap="none" spc="0" normalizeH="0" baseline="0" noProof="0" dirty="0">
                <a:ln>
                  <a:noFill/>
                </a:ln>
                <a:solidFill>
                  <a:srgbClr val="FF0000"/>
                </a:solidFill>
                <a:effectLst/>
                <a:uLnTx/>
                <a:uFillTx/>
                <a:latin typeface="Verdana" panose="020B0804030504040204" pitchFamily="34" charset="0"/>
                <a:ea typeface="宋体" pitchFamily="2" charset="-122"/>
                <a:cs typeface="+mn-cs"/>
              </a:rPr>
              <a:t>读不可重复</a:t>
            </a:r>
            <a:r>
              <a:rPr kumimoji="1" lang="zh-CN" altLang="en-US" sz="2400" b="0" i="0" u="none" strike="noStrike" kern="1200" cap="none" spc="0" normalizeH="0" baseline="0" noProof="0" dirty="0">
                <a:ln>
                  <a:noFill/>
                </a:ln>
                <a:solidFill>
                  <a:prstClr val="black"/>
                </a:solidFill>
                <a:effectLst/>
                <a:uLnTx/>
                <a:uFillTx/>
                <a:latin typeface="Verdana" panose="020B0804030504040204" pitchFamily="34" charset="0"/>
                <a:ea typeface="宋体" pitchFamily="2" charset="-122"/>
                <a:cs typeface="+mn-cs"/>
              </a:rPr>
              <a:t>和</a:t>
            </a:r>
            <a:r>
              <a:rPr kumimoji="1" lang="zh-CN" altLang="en-US" sz="2400" b="1" i="0" u="none" strike="noStrike" kern="1200" cap="none" spc="0" normalizeH="0" baseline="0" noProof="0" dirty="0">
                <a:ln>
                  <a:noFill/>
                </a:ln>
                <a:solidFill>
                  <a:srgbClr val="FF0000"/>
                </a:solidFill>
                <a:effectLst/>
                <a:uLnTx/>
                <a:uFillTx/>
                <a:latin typeface="Verdana" panose="020B0804030504040204" pitchFamily="34" charset="0"/>
                <a:ea typeface="宋体" pitchFamily="2" charset="-122"/>
                <a:cs typeface="+mn-cs"/>
              </a:rPr>
              <a:t>读</a:t>
            </a:r>
            <a:r>
              <a:rPr kumimoji="1" lang="zh-CN" altLang="en-US" sz="2400" b="1" i="0" u="none" strike="noStrike" kern="1200" cap="none" spc="0" normalizeH="0" baseline="0" noProof="0" dirty="0">
                <a:ln>
                  <a:noFill/>
                </a:ln>
                <a:solidFill>
                  <a:srgbClr val="FF0000"/>
                </a:solidFill>
                <a:effectLst/>
                <a:uLnTx/>
                <a:uFillTx/>
                <a:latin typeface="Times New Roman" panose="02020503050405090304" pitchFamily="18" charset="0"/>
                <a:ea typeface="宋体" pitchFamily="2" charset="-122"/>
                <a:cs typeface="+mn-cs"/>
              </a:rPr>
              <a:t>“</a:t>
            </a:r>
            <a:r>
              <a:rPr kumimoji="1" lang="zh-CN" altLang="en-US" sz="2400" b="1" i="0" u="none" strike="noStrike" kern="1200" cap="none" spc="0" normalizeH="0" baseline="0" noProof="0" dirty="0">
                <a:ln>
                  <a:noFill/>
                </a:ln>
                <a:solidFill>
                  <a:srgbClr val="FF0000"/>
                </a:solidFill>
                <a:effectLst/>
                <a:uLnTx/>
                <a:uFillTx/>
                <a:latin typeface="Verdana" panose="020B0804030504040204" pitchFamily="34" charset="0"/>
                <a:ea typeface="宋体" pitchFamily="2" charset="-122"/>
                <a:cs typeface="+mn-cs"/>
              </a:rPr>
              <a:t>脏</a:t>
            </a:r>
            <a:r>
              <a:rPr kumimoji="1" lang="zh-CN" altLang="en-US" sz="2400" b="1" i="0" u="none" strike="noStrike" kern="1200" cap="none" spc="0" normalizeH="0" baseline="0" noProof="0" dirty="0">
                <a:ln>
                  <a:noFill/>
                </a:ln>
                <a:solidFill>
                  <a:srgbClr val="FF0000"/>
                </a:solidFill>
                <a:effectLst/>
                <a:uLnTx/>
                <a:uFillTx/>
                <a:latin typeface="Times New Roman" panose="02020503050405090304" pitchFamily="18" charset="0"/>
                <a:ea typeface="宋体" pitchFamily="2" charset="-122"/>
                <a:cs typeface="+mn-cs"/>
              </a:rPr>
              <a:t>”</a:t>
            </a:r>
            <a:r>
              <a:rPr kumimoji="1" lang="zh-CN" altLang="en-US" sz="2400" b="0" i="0" u="none" strike="noStrike" kern="1200" cap="none" spc="0" normalizeH="0" baseline="0" noProof="0" dirty="0">
                <a:ln>
                  <a:noFill/>
                </a:ln>
                <a:solidFill>
                  <a:prstClr val="black"/>
                </a:solidFill>
                <a:effectLst/>
                <a:uLnTx/>
                <a:uFillTx/>
                <a:latin typeface="Verdana" panose="020B0804030504040204" pitchFamily="34" charset="0"/>
                <a:ea typeface="宋体" pitchFamily="2" charset="-122"/>
                <a:cs typeface="+mn-cs"/>
              </a:rPr>
              <a:t>数据。</a:t>
            </a:r>
            <a:endParaRPr kumimoji="1" lang="zh-CN" altLang="en-US" sz="2400" b="0" i="0" u="none" strike="noStrike" kern="1200" cap="none" spc="0" normalizeH="0" baseline="0" noProof="0" dirty="0">
              <a:ln>
                <a:noFill/>
              </a:ln>
              <a:solidFill>
                <a:prstClr val="black"/>
              </a:solidFill>
              <a:effectLst/>
              <a:uLnTx/>
              <a:uFillTx/>
              <a:latin typeface="Verdana" panose="020B0804030504040204" pitchFamily="34" charset="0"/>
              <a:ea typeface="宋体"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400" b="0" i="0" u="none" strike="noStrike" kern="1200" cap="none" spc="0" normalizeH="0" baseline="0" noProof="0" dirty="0">
                <a:ln>
                  <a:noFill/>
                </a:ln>
                <a:solidFill>
                  <a:prstClr val="black"/>
                </a:solidFill>
                <a:effectLst/>
                <a:uLnTx/>
                <a:uFillTx/>
                <a:latin typeface="Verdana" panose="020B0804030504040204" pitchFamily="34" charset="0"/>
                <a:ea typeface="宋体" pitchFamily="2" charset="-122"/>
                <a:cs typeface="+mn-cs"/>
              </a:rPr>
              <a:t>（</a:t>
            </a:r>
            <a:r>
              <a:rPr kumimoji="1" lang="en-US" altLang="zh-CN" sz="2400" b="0" i="0" u="none" strike="noStrike" kern="1200" cap="none" spc="0" normalizeH="0" baseline="0" noProof="0" dirty="0">
                <a:ln>
                  <a:noFill/>
                </a:ln>
                <a:solidFill>
                  <a:prstClr val="black"/>
                </a:solidFill>
                <a:effectLst/>
                <a:uLnTx/>
                <a:uFillTx/>
                <a:latin typeface="Verdana" panose="020B0804030504040204" pitchFamily="34" charset="0"/>
                <a:ea typeface="宋体" pitchFamily="2" charset="-122"/>
                <a:cs typeface="+mn-cs"/>
              </a:rPr>
              <a:t>1</a:t>
            </a:r>
            <a:r>
              <a:rPr kumimoji="1" lang="zh-CN" altLang="en-US" sz="2400" b="0" i="0" u="none" strike="noStrike" kern="1200" cap="none" spc="0" normalizeH="0" baseline="0" noProof="0" dirty="0">
                <a:ln>
                  <a:noFill/>
                </a:ln>
                <a:solidFill>
                  <a:prstClr val="black"/>
                </a:solidFill>
                <a:effectLst/>
                <a:uLnTx/>
                <a:uFillTx/>
                <a:latin typeface="Verdana" panose="020B0804030504040204" pitchFamily="34" charset="0"/>
                <a:ea typeface="宋体" pitchFamily="2" charset="-122"/>
                <a:cs typeface="+mn-cs"/>
              </a:rPr>
              <a:t>级协议仅对修改操作，若读则不加锁）</a:t>
            </a:r>
            <a:endParaRPr kumimoji="1" lang="zh-CN" altLang="en-US" sz="2400" b="0" i="0" u="none" strike="noStrike" kern="1200" cap="none" spc="0" normalizeH="0" baseline="0" noProof="0" dirty="0">
              <a:ln>
                <a:noFill/>
              </a:ln>
              <a:solidFill>
                <a:prstClr val="black"/>
              </a:solidFill>
              <a:effectLst/>
              <a:uLnTx/>
              <a:uFillTx/>
              <a:latin typeface="Verdana" panose="020B0804030504040204" pitchFamily="34" charset="0"/>
              <a:ea typeface="宋体"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441AE8D9-3940-4487-B889-48212597F001}" type="slidenum">
              <a:rPr kumimoji="0" lang="en-US" altLang="zh-CN" sz="1200" b="0" i="0" u="none" strike="noStrike" kern="1200" cap="none" spc="0" normalizeH="0" baseline="0" noProof="0">
                <a:ln>
                  <a:noFill/>
                </a:ln>
                <a:solidFill>
                  <a:srgbClr val="04617B">
                    <a:shade val="90000"/>
                  </a:srgbClr>
                </a:solidFill>
                <a:effectLst/>
                <a:uLnTx/>
                <a:uFillTx/>
                <a:latin typeface="Verdana" panose="020B0804030504040204" pitchFamily="34" charset="0"/>
                <a:ea typeface="宋体" pitchFamily="2" charset="-122"/>
                <a:cs typeface="+mn-cs"/>
              </a:rPr>
            </a:fld>
            <a:endParaRPr kumimoji="0" lang="en-US" altLang="zh-CN" sz="1200" b="0" i="0" u="none" strike="noStrike" kern="1200" cap="none" spc="0" normalizeH="0" baseline="0" noProof="0">
              <a:ln>
                <a:noFill/>
              </a:ln>
              <a:solidFill>
                <a:srgbClr val="04617B">
                  <a:shade val="90000"/>
                </a:srgbClr>
              </a:solidFill>
              <a:effectLst/>
              <a:uLnTx/>
              <a:uFillTx/>
              <a:latin typeface="Verdana" panose="020B0804030504040204" pitchFamily="34" charset="0"/>
              <a:ea typeface="宋体" pitchFamily="2" charset="-122"/>
              <a:cs typeface="+mn-cs"/>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4"/>
          <p:cNvSpPr>
            <a:spLocks noChangeArrowheads="1"/>
          </p:cNvSpPr>
          <p:nvPr/>
        </p:nvSpPr>
        <p:spPr bwMode="auto">
          <a:xfrm>
            <a:off x="323850" y="828675"/>
            <a:ext cx="8569325" cy="3785652"/>
          </a:xfrm>
          <a:prstGeom prst="rect">
            <a:avLst/>
          </a:prstGeom>
          <a:noFill/>
          <a:ln w="9525">
            <a:noFill/>
            <a:miter lim="800000"/>
          </a:ln>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400" b="0" i="0" u="none" strike="noStrike" kern="1200" cap="none" spc="0" normalizeH="0" baseline="0" noProof="0" dirty="0">
                <a:ln>
                  <a:noFill/>
                </a:ln>
                <a:solidFill>
                  <a:prstClr val="black"/>
                </a:solidFill>
                <a:effectLst/>
                <a:uLnTx/>
                <a:uFillTx/>
                <a:latin typeface="Verdana" panose="020B0804030504040204" pitchFamily="34" charset="0"/>
                <a:ea typeface="宋体" pitchFamily="2" charset="-122"/>
                <a:cs typeface="+mn-cs"/>
              </a:rPr>
              <a:t>2</a:t>
            </a:r>
            <a:r>
              <a:rPr kumimoji="1" lang="zh-CN" altLang="en-US" sz="2400" b="0" i="0" u="none" strike="noStrike" kern="1200" cap="none" spc="0" normalizeH="0" baseline="0" noProof="0" dirty="0">
                <a:ln>
                  <a:noFill/>
                </a:ln>
                <a:solidFill>
                  <a:prstClr val="black"/>
                </a:solidFill>
                <a:effectLst/>
                <a:uLnTx/>
                <a:uFillTx/>
                <a:latin typeface="Verdana" panose="020B0804030504040204" pitchFamily="34" charset="0"/>
                <a:ea typeface="宋体" pitchFamily="2" charset="-122"/>
                <a:cs typeface="+mn-cs"/>
              </a:rPr>
              <a:t>）</a:t>
            </a:r>
            <a:r>
              <a:rPr kumimoji="1" lang="en-US" altLang="zh-CN" sz="2400" b="0" i="0" u="none" strike="noStrike" kern="1200" cap="none" spc="0" normalizeH="0" baseline="0" noProof="0" dirty="0">
                <a:ln>
                  <a:noFill/>
                </a:ln>
                <a:solidFill>
                  <a:prstClr val="black"/>
                </a:solidFill>
                <a:effectLst/>
                <a:uLnTx/>
                <a:uFillTx/>
                <a:latin typeface="Verdana" panose="020B0804030504040204" pitchFamily="34" charset="0"/>
                <a:ea typeface="宋体" pitchFamily="2" charset="-122"/>
                <a:cs typeface="+mn-cs"/>
              </a:rPr>
              <a:t>2</a:t>
            </a:r>
            <a:r>
              <a:rPr kumimoji="1" lang="zh-CN" altLang="en-US" sz="2400" b="0" i="0" u="none" strike="noStrike" kern="1200" cap="none" spc="0" normalizeH="0" baseline="0" noProof="0" dirty="0">
                <a:ln>
                  <a:noFill/>
                </a:ln>
                <a:solidFill>
                  <a:prstClr val="black"/>
                </a:solidFill>
                <a:effectLst/>
                <a:uLnTx/>
                <a:uFillTx/>
                <a:latin typeface="Verdana" panose="020B0804030504040204" pitchFamily="34" charset="0"/>
                <a:ea typeface="宋体" pitchFamily="2" charset="-122"/>
                <a:cs typeface="+mn-cs"/>
              </a:rPr>
              <a:t>级封锁协议</a:t>
            </a:r>
            <a:endParaRPr kumimoji="1" lang="zh-CN" altLang="en-US" sz="2400" b="0" i="0" u="none" strike="noStrike" kern="1200" cap="none" spc="0" normalizeH="0" baseline="0" noProof="0" dirty="0">
              <a:ln>
                <a:noFill/>
              </a:ln>
              <a:solidFill>
                <a:prstClr val="black"/>
              </a:solidFill>
              <a:effectLst/>
              <a:uLnTx/>
              <a:uFillTx/>
              <a:latin typeface="Verdana" panose="020B0804030504040204" pitchFamily="34" charset="0"/>
              <a:ea typeface="宋体"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400" b="0" i="0" u="none" strike="noStrike" kern="1200" cap="none" spc="0" normalizeH="0" baseline="0" noProof="0" dirty="0">
                <a:ln>
                  <a:noFill/>
                </a:ln>
                <a:solidFill>
                  <a:prstClr val="black"/>
                </a:solidFill>
                <a:effectLst/>
                <a:uLnTx/>
                <a:uFillTx/>
                <a:latin typeface="Verdana" panose="020B0804030504040204" pitchFamily="34" charset="0"/>
                <a:ea typeface="宋体" pitchFamily="2" charset="-122"/>
                <a:cs typeface="+mn-cs"/>
              </a:rPr>
              <a:t>① 策略</a:t>
            </a:r>
            <a:endParaRPr kumimoji="1" lang="zh-CN" altLang="en-US" sz="2400" b="0" i="0" u="none" strike="noStrike" kern="1200" cap="none" spc="0" normalizeH="0" baseline="0" noProof="0" dirty="0">
              <a:ln>
                <a:noFill/>
              </a:ln>
              <a:solidFill>
                <a:prstClr val="black"/>
              </a:solidFill>
              <a:effectLst/>
              <a:uLnTx/>
              <a:uFillTx/>
              <a:latin typeface="Verdana" panose="020B0804030504040204" pitchFamily="34" charset="0"/>
              <a:ea typeface="宋体"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400" b="0" i="0" u="none" strike="noStrike" kern="1200" cap="none" spc="0" normalizeH="0" baseline="0" noProof="0" dirty="0">
                <a:ln>
                  <a:noFill/>
                </a:ln>
                <a:solidFill>
                  <a:prstClr val="black"/>
                </a:solidFill>
                <a:effectLst/>
                <a:uLnTx/>
                <a:uFillTx/>
                <a:latin typeface="Verdana" panose="020B0804030504040204" pitchFamily="34" charset="0"/>
                <a:ea typeface="宋体" pitchFamily="2" charset="-122"/>
                <a:cs typeface="+mn-cs"/>
              </a:rPr>
              <a:t>在</a:t>
            </a:r>
            <a:r>
              <a:rPr kumimoji="1" lang="en-US" altLang="zh-CN" sz="2400" b="0" i="0" u="none" strike="noStrike" kern="1200" cap="none" spc="0" normalizeH="0" baseline="0" noProof="0" dirty="0">
                <a:ln>
                  <a:noFill/>
                </a:ln>
                <a:solidFill>
                  <a:prstClr val="black"/>
                </a:solidFill>
                <a:effectLst/>
                <a:uLnTx/>
                <a:uFillTx/>
                <a:latin typeface="Verdana" panose="020B0804030504040204" pitchFamily="34" charset="0"/>
                <a:ea typeface="宋体" pitchFamily="2" charset="-122"/>
                <a:cs typeface="+mn-cs"/>
              </a:rPr>
              <a:t>1</a:t>
            </a:r>
            <a:r>
              <a:rPr kumimoji="1" lang="zh-CN" altLang="en-US" sz="2400" b="0" i="0" u="none" strike="noStrike" kern="1200" cap="none" spc="0" normalizeH="0" baseline="0" noProof="0" dirty="0">
                <a:ln>
                  <a:noFill/>
                </a:ln>
                <a:solidFill>
                  <a:prstClr val="black"/>
                </a:solidFill>
                <a:effectLst/>
                <a:uLnTx/>
                <a:uFillTx/>
                <a:latin typeface="Verdana" panose="020B0804030504040204" pitchFamily="34" charset="0"/>
                <a:ea typeface="宋体" pitchFamily="2" charset="-122"/>
                <a:cs typeface="+mn-cs"/>
              </a:rPr>
              <a:t>级封锁协议加上事务</a:t>
            </a:r>
            <a:r>
              <a:rPr kumimoji="1" lang="en-US" altLang="zh-CN" sz="2400" b="0" i="0" u="none" strike="noStrike" kern="1200" cap="none" spc="0" normalizeH="0" baseline="0" noProof="0" dirty="0">
                <a:ln>
                  <a:noFill/>
                </a:ln>
                <a:solidFill>
                  <a:prstClr val="black"/>
                </a:solidFill>
                <a:effectLst/>
                <a:uLnTx/>
                <a:uFillTx/>
                <a:latin typeface="Verdana" panose="020B0804030504040204" pitchFamily="34" charset="0"/>
                <a:ea typeface="宋体" pitchFamily="2" charset="-122"/>
                <a:cs typeface="+mn-cs"/>
              </a:rPr>
              <a:t>Ti</a:t>
            </a:r>
            <a:r>
              <a:rPr kumimoji="1" lang="zh-CN" altLang="en-US" sz="2400" b="0" i="0" u="none" strike="noStrike" kern="1200" cap="none" spc="0" normalizeH="0" baseline="0" noProof="0" dirty="0">
                <a:ln>
                  <a:noFill/>
                </a:ln>
                <a:solidFill>
                  <a:prstClr val="black"/>
                </a:solidFill>
                <a:effectLst/>
                <a:uLnTx/>
                <a:uFillTx/>
                <a:latin typeface="Verdana" panose="020B0804030504040204" pitchFamily="34" charset="0"/>
                <a:ea typeface="宋体" pitchFamily="2" charset="-122"/>
                <a:cs typeface="+mn-cs"/>
              </a:rPr>
              <a:t>在读取</a:t>
            </a:r>
            <a:r>
              <a:rPr kumimoji="1" lang="en-US" altLang="zh-CN" sz="2400" b="0" i="0" u="none" strike="noStrike" kern="1200" cap="none" spc="0" normalizeH="0" baseline="0" noProof="0" dirty="0">
                <a:ln>
                  <a:noFill/>
                </a:ln>
                <a:solidFill>
                  <a:prstClr val="black"/>
                </a:solidFill>
                <a:effectLst/>
                <a:uLnTx/>
                <a:uFillTx/>
                <a:latin typeface="Verdana" panose="020B0804030504040204" pitchFamily="34" charset="0"/>
                <a:ea typeface="宋体" pitchFamily="2" charset="-122"/>
                <a:cs typeface="+mn-cs"/>
              </a:rPr>
              <a:t>Di</a:t>
            </a:r>
            <a:r>
              <a:rPr kumimoji="1" lang="zh-CN" altLang="en-US" sz="2400" b="0" i="0" u="none" strike="noStrike" kern="1200" cap="none" spc="0" normalizeH="0" baseline="0" noProof="0" dirty="0">
                <a:ln>
                  <a:noFill/>
                </a:ln>
                <a:solidFill>
                  <a:prstClr val="black"/>
                </a:solidFill>
                <a:effectLst/>
                <a:uLnTx/>
                <a:uFillTx/>
                <a:latin typeface="Verdana" panose="020B0804030504040204" pitchFamily="34" charset="0"/>
                <a:ea typeface="宋体" pitchFamily="2" charset="-122"/>
                <a:cs typeface="+mn-cs"/>
              </a:rPr>
              <a:t>之前领先对</a:t>
            </a:r>
            <a:r>
              <a:rPr kumimoji="1" lang="en-US" altLang="zh-CN" sz="2400" b="0" i="0" u="none" strike="noStrike" kern="1200" cap="none" spc="0" normalizeH="0" baseline="0" noProof="0" dirty="0">
                <a:ln>
                  <a:noFill/>
                </a:ln>
                <a:solidFill>
                  <a:prstClr val="black"/>
                </a:solidFill>
                <a:effectLst/>
                <a:uLnTx/>
                <a:uFillTx/>
                <a:latin typeface="Verdana" panose="020B0804030504040204" pitchFamily="34" charset="0"/>
                <a:ea typeface="宋体" pitchFamily="2" charset="-122"/>
                <a:cs typeface="+mn-cs"/>
              </a:rPr>
              <a:t>Di</a:t>
            </a:r>
            <a:r>
              <a:rPr kumimoji="1" lang="zh-CN" altLang="en-US" sz="2400" b="0" i="0" u="none" strike="noStrike" kern="1200" cap="none" spc="0" normalizeH="0" baseline="0" noProof="0" dirty="0">
                <a:ln>
                  <a:noFill/>
                </a:ln>
                <a:solidFill>
                  <a:prstClr val="black"/>
                </a:solidFill>
                <a:effectLst/>
                <a:uLnTx/>
                <a:uFillTx/>
                <a:latin typeface="Verdana" panose="020B0804030504040204" pitchFamily="34" charset="0"/>
                <a:ea typeface="宋体" pitchFamily="2" charset="-122"/>
                <a:cs typeface="+mn-cs"/>
              </a:rPr>
              <a:t>加</a:t>
            </a:r>
            <a:r>
              <a:rPr kumimoji="1" lang="en-US" altLang="zh-CN" sz="2400" b="0" i="0" u="none" strike="noStrike" kern="1200" cap="none" spc="0" normalizeH="0" baseline="0" noProof="0" dirty="0">
                <a:ln>
                  <a:noFill/>
                </a:ln>
                <a:solidFill>
                  <a:prstClr val="black"/>
                </a:solidFill>
                <a:effectLst/>
                <a:uLnTx/>
                <a:uFillTx/>
                <a:latin typeface="Verdana" panose="020B0804030504040204" pitchFamily="34" charset="0"/>
                <a:ea typeface="宋体" pitchFamily="2" charset="-122"/>
                <a:cs typeface="+mn-cs"/>
              </a:rPr>
              <a:t>S</a:t>
            </a:r>
            <a:r>
              <a:rPr kumimoji="1" lang="zh-CN" altLang="en-US" sz="2400" b="0" i="0" u="none" strike="noStrike" kern="1200" cap="none" spc="0" normalizeH="0" baseline="0" noProof="0" dirty="0">
                <a:ln>
                  <a:noFill/>
                </a:ln>
                <a:solidFill>
                  <a:prstClr val="black"/>
                </a:solidFill>
                <a:effectLst/>
                <a:uLnTx/>
                <a:uFillTx/>
                <a:latin typeface="Verdana" panose="020B0804030504040204" pitchFamily="34" charset="0"/>
                <a:ea typeface="宋体" pitchFamily="2" charset="-122"/>
                <a:cs typeface="+mn-cs"/>
              </a:rPr>
              <a:t>锁，</a:t>
            </a:r>
            <a:r>
              <a:rPr kumimoji="1" lang="zh-CN" altLang="en-US" sz="2400" b="0" i="0" u="none" strike="noStrike" kern="1200" cap="none" spc="0" normalizeH="0" baseline="0" noProof="0" dirty="0">
                <a:ln>
                  <a:noFill/>
                </a:ln>
                <a:solidFill>
                  <a:srgbClr val="FF0000"/>
                </a:solidFill>
                <a:effectLst/>
                <a:uLnTx/>
                <a:uFillTx/>
                <a:latin typeface="Verdana" panose="020B0804030504040204" pitchFamily="34" charset="0"/>
                <a:ea typeface="宋体" pitchFamily="2" charset="-122"/>
                <a:cs typeface="+mn-cs"/>
              </a:rPr>
              <a:t>读完后即可释放该</a:t>
            </a:r>
            <a:r>
              <a:rPr kumimoji="1" lang="en-US" altLang="zh-CN" sz="2400" b="0" i="0" u="none" strike="noStrike" kern="1200" cap="none" spc="0" normalizeH="0" baseline="0" noProof="0" dirty="0">
                <a:ln>
                  <a:noFill/>
                </a:ln>
                <a:solidFill>
                  <a:srgbClr val="FF0000"/>
                </a:solidFill>
                <a:effectLst/>
                <a:uLnTx/>
                <a:uFillTx/>
                <a:latin typeface="Verdana" panose="020B0804030504040204" pitchFamily="34" charset="0"/>
                <a:ea typeface="宋体" pitchFamily="2" charset="-122"/>
                <a:cs typeface="+mn-cs"/>
              </a:rPr>
              <a:t>S</a:t>
            </a:r>
            <a:r>
              <a:rPr kumimoji="1" lang="zh-CN" altLang="en-US" sz="2400" b="0" i="0" u="none" strike="noStrike" kern="1200" cap="none" spc="0" normalizeH="0" baseline="0" noProof="0" dirty="0">
                <a:ln>
                  <a:noFill/>
                </a:ln>
                <a:solidFill>
                  <a:srgbClr val="FF0000"/>
                </a:solidFill>
                <a:effectLst/>
                <a:uLnTx/>
                <a:uFillTx/>
                <a:latin typeface="Verdana" panose="020B0804030504040204" pitchFamily="34" charset="0"/>
                <a:ea typeface="宋体" pitchFamily="2" charset="-122"/>
                <a:cs typeface="+mn-cs"/>
              </a:rPr>
              <a:t>锁</a:t>
            </a:r>
            <a:r>
              <a:rPr kumimoji="1" lang="zh-CN" altLang="en-US" sz="2400" b="0" i="0" u="none" strike="noStrike" kern="1200" cap="none" spc="0" normalizeH="0" baseline="0" noProof="0" dirty="0">
                <a:ln>
                  <a:noFill/>
                </a:ln>
                <a:solidFill>
                  <a:prstClr val="black"/>
                </a:solidFill>
                <a:effectLst/>
                <a:uLnTx/>
                <a:uFillTx/>
                <a:latin typeface="Verdana" panose="020B0804030504040204" pitchFamily="34" charset="0"/>
                <a:ea typeface="宋体" pitchFamily="2" charset="-122"/>
                <a:cs typeface="+mn-cs"/>
              </a:rPr>
              <a:t>。</a:t>
            </a:r>
            <a:endParaRPr kumimoji="1" lang="zh-CN" altLang="en-US" sz="2400" b="0" i="0" u="none" strike="noStrike" kern="1200" cap="none" spc="0" normalizeH="0" baseline="0" noProof="0" dirty="0">
              <a:ln>
                <a:noFill/>
              </a:ln>
              <a:solidFill>
                <a:prstClr val="black"/>
              </a:solidFill>
              <a:effectLst/>
              <a:uLnTx/>
              <a:uFillTx/>
              <a:latin typeface="Verdana" panose="020B0804030504040204" pitchFamily="34" charset="0"/>
              <a:ea typeface="宋体"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400" b="0" i="0" u="none" strike="noStrike" kern="1200" cap="none" spc="0" normalizeH="0" baseline="0" noProof="0" dirty="0">
                <a:ln>
                  <a:noFill/>
                </a:ln>
                <a:solidFill>
                  <a:prstClr val="black"/>
                </a:solidFill>
                <a:effectLst/>
                <a:uLnTx/>
                <a:uFillTx/>
                <a:latin typeface="Verdana" panose="020B0804030504040204" pitchFamily="34" charset="0"/>
                <a:ea typeface="宋体" pitchFamily="2" charset="-122"/>
                <a:cs typeface="+mn-cs"/>
              </a:rPr>
              <a:t>② 功能</a:t>
            </a:r>
            <a:endParaRPr kumimoji="1" lang="zh-CN" altLang="en-US" sz="2400" b="0" i="0" u="none" strike="noStrike" kern="1200" cap="none" spc="0" normalizeH="0" baseline="0" noProof="0" dirty="0">
              <a:ln>
                <a:noFill/>
              </a:ln>
              <a:solidFill>
                <a:prstClr val="black"/>
              </a:solidFill>
              <a:effectLst/>
              <a:uLnTx/>
              <a:uFillTx/>
              <a:latin typeface="Verdana" panose="020B0804030504040204" pitchFamily="34" charset="0"/>
              <a:ea typeface="宋体"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4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rPr>
              <a:t>·</a:t>
            </a:r>
            <a:r>
              <a:rPr kumimoji="1" lang="zh-CN" altLang="en-US" sz="2400" b="0" i="0" u="none" strike="noStrike" kern="1200" cap="none" spc="0" normalizeH="0" baseline="0" noProof="0" dirty="0">
                <a:ln>
                  <a:noFill/>
                </a:ln>
                <a:solidFill>
                  <a:prstClr val="black"/>
                </a:solidFill>
                <a:effectLst/>
                <a:uLnTx/>
                <a:uFillTx/>
                <a:latin typeface="Verdana" panose="020B0804030504040204" pitchFamily="34" charset="0"/>
                <a:ea typeface="宋体" pitchFamily="2" charset="-122"/>
                <a:cs typeface="+mn-cs"/>
              </a:rPr>
              <a:t>防止</a:t>
            </a:r>
            <a:r>
              <a:rPr kumimoji="1" lang="zh-CN" altLang="en-US" sz="2400" b="1" i="0" u="none" strike="noStrike" kern="1200" cap="none" spc="0" normalizeH="0" baseline="0" noProof="0" dirty="0">
                <a:ln>
                  <a:noFill/>
                </a:ln>
                <a:solidFill>
                  <a:srgbClr val="FF0000"/>
                </a:solidFill>
                <a:effectLst/>
                <a:uLnTx/>
                <a:uFillTx/>
                <a:latin typeface="Verdana" panose="020B0804030504040204" pitchFamily="34" charset="0"/>
                <a:ea typeface="宋体" pitchFamily="2" charset="-122"/>
                <a:cs typeface="+mn-cs"/>
              </a:rPr>
              <a:t>丢失修改</a:t>
            </a:r>
            <a:r>
              <a:rPr kumimoji="1" lang="zh-CN" altLang="en-US" sz="2400" b="0" i="0" u="none" strike="noStrike" kern="1200" cap="none" spc="0" normalizeH="0" baseline="0" noProof="0" dirty="0">
                <a:ln>
                  <a:noFill/>
                </a:ln>
                <a:solidFill>
                  <a:prstClr val="black"/>
                </a:solidFill>
                <a:effectLst/>
                <a:uLnTx/>
                <a:uFillTx/>
                <a:latin typeface="Verdana" panose="020B0804030504040204" pitchFamily="34" charset="0"/>
                <a:ea typeface="宋体" pitchFamily="2" charset="-122"/>
                <a:cs typeface="+mn-cs"/>
              </a:rPr>
              <a:t>；</a:t>
            </a:r>
            <a:endParaRPr kumimoji="1" lang="zh-CN" altLang="en-US" sz="2400" b="0" i="0" u="none" strike="noStrike" kern="1200" cap="none" spc="0" normalizeH="0" baseline="0" noProof="0" dirty="0">
              <a:ln>
                <a:noFill/>
              </a:ln>
              <a:solidFill>
                <a:prstClr val="black"/>
              </a:solidFill>
              <a:effectLst/>
              <a:uLnTx/>
              <a:uFillTx/>
              <a:latin typeface="Verdana" panose="020B0804030504040204" pitchFamily="34" charset="0"/>
              <a:ea typeface="宋体"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4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rPr>
              <a:t>·</a:t>
            </a:r>
            <a:r>
              <a:rPr kumimoji="1" lang="zh-CN" altLang="en-US" sz="2400" b="0" i="0" u="none" strike="noStrike" kern="1200" cap="none" spc="0" normalizeH="0" baseline="0" noProof="0" dirty="0">
                <a:ln>
                  <a:noFill/>
                </a:ln>
                <a:solidFill>
                  <a:prstClr val="black"/>
                </a:solidFill>
                <a:effectLst/>
                <a:uLnTx/>
                <a:uFillTx/>
                <a:latin typeface="Verdana" panose="020B0804030504040204" pitchFamily="34" charset="0"/>
                <a:ea typeface="宋体" pitchFamily="2" charset="-122"/>
                <a:cs typeface="+mn-cs"/>
              </a:rPr>
              <a:t>防止</a:t>
            </a:r>
            <a:r>
              <a:rPr kumimoji="1" lang="zh-CN" altLang="en-US" sz="2400" b="1" i="0" u="none" strike="noStrike" kern="1200" cap="none" spc="0" normalizeH="0" baseline="0" noProof="0" dirty="0">
                <a:ln>
                  <a:noFill/>
                </a:ln>
                <a:solidFill>
                  <a:srgbClr val="FF0000"/>
                </a:solidFill>
                <a:effectLst/>
                <a:uLnTx/>
                <a:uFillTx/>
                <a:latin typeface="Verdana" panose="020B0804030504040204" pitchFamily="34" charset="0"/>
                <a:ea typeface="宋体" pitchFamily="2" charset="-122"/>
                <a:cs typeface="+mn-cs"/>
              </a:rPr>
              <a:t>读脏</a:t>
            </a:r>
            <a:r>
              <a:rPr kumimoji="1" lang="zh-CN" altLang="en-US" sz="2400" b="0" i="0" u="none" strike="noStrike" kern="1200" cap="none" spc="0" normalizeH="0" baseline="0" noProof="0" dirty="0">
                <a:ln>
                  <a:noFill/>
                </a:ln>
                <a:solidFill>
                  <a:prstClr val="black"/>
                </a:solidFill>
                <a:effectLst/>
                <a:uLnTx/>
                <a:uFillTx/>
                <a:latin typeface="Verdana" panose="020B0804030504040204" pitchFamily="34" charset="0"/>
                <a:ea typeface="宋体" pitchFamily="2" charset="-122"/>
                <a:cs typeface="+mn-cs"/>
              </a:rPr>
              <a:t>。 </a:t>
            </a:r>
            <a:endParaRPr kumimoji="1" lang="zh-CN" altLang="en-US" sz="2400" b="0" i="0" u="none" strike="noStrike" kern="1200" cap="none" spc="0" normalizeH="0" baseline="0" noProof="0" dirty="0">
              <a:ln>
                <a:noFill/>
              </a:ln>
              <a:solidFill>
                <a:prstClr val="black"/>
              </a:solidFill>
              <a:effectLst/>
              <a:uLnTx/>
              <a:uFillTx/>
              <a:latin typeface="Verdana" panose="020B0804030504040204" pitchFamily="34" charset="0"/>
              <a:ea typeface="宋体"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400" b="0" i="0" u="none" strike="noStrike" kern="1200" cap="none" spc="0" normalizeH="0" baseline="0" noProof="0" dirty="0">
                <a:ln>
                  <a:noFill/>
                </a:ln>
                <a:solidFill>
                  <a:prstClr val="black"/>
                </a:solidFill>
                <a:effectLst/>
                <a:uLnTx/>
                <a:uFillTx/>
                <a:latin typeface="Verdana" panose="020B0804030504040204" pitchFamily="34" charset="0"/>
                <a:ea typeface="宋体" pitchFamily="2" charset="-122"/>
                <a:cs typeface="+mn-cs"/>
              </a:rPr>
              <a:t>③ 问题</a:t>
            </a:r>
            <a:endParaRPr kumimoji="1" lang="zh-CN" altLang="en-US" sz="2400" b="0" i="0" u="none" strike="noStrike" kern="1200" cap="none" spc="0" normalizeH="0" baseline="0" noProof="0" dirty="0">
              <a:ln>
                <a:noFill/>
              </a:ln>
              <a:solidFill>
                <a:prstClr val="black"/>
              </a:solidFill>
              <a:effectLst/>
              <a:uLnTx/>
              <a:uFillTx/>
              <a:latin typeface="Verdana" panose="020B0804030504040204" pitchFamily="34" charset="0"/>
              <a:ea typeface="宋体"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400" b="0" i="0" u="none" strike="noStrike" kern="1200" cap="none" spc="0" normalizeH="0" baseline="0" noProof="0" dirty="0">
                <a:ln>
                  <a:noFill/>
                </a:ln>
                <a:solidFill>
                  <a:prstClr val="black"/>
                </a:solidFill>
                <a:effectLst/>
                <a:uLnTx/>
                <a:uFillTx/>
                <a:latin typeface="Verdana" panose="020B0804030504040204" pitchFamily="34" charset="0"/>
                <a:ea typeface="宋体" pitchFamily="2" charset="-122"/>
                <a:cs typeface="+mn-cs"/>
              </a:rPr>
              <a:t>不能防止</a:t>
            </a:r>
            <a:r>
              <a:rPr kumimoji="1" lang="zh-CN" altLang="en-US" sz="2400" b="1" i="0" u="none" strike="noStrike" kern="1200" cap="none" spc="0" normalizeH="0" baseline="0" noProof="0" dirty="0">
                <a:ln>
                  <a:noFill/>
                </a:ln>
                <a:solidFill>
                  <a:srgbClr val="FF0000"/>
                </a:solidFill>
                <a:effectLst/>
                <a:uLnTx/>
                <a:uFillTx/>
                <a:latin typeface="Verdana" panose="020B0804030504040204" pitchFamily="34" charset="0"/>
                <a:ea typeface="宋体" pitchFamily="2" charset="-122"/>
                <a:cs typeface="+mn-cs"/>
              </a:rPr>
              <a:t>读不可重复</a:t>
            </a:r>
            <a:r>
              <a:rPr kumimoji="1" lang="zh-CN" altLang="en-US" sz="2400" b="0" i="0" u="none" strike="noStrike" kern="1200" cap="none" spc="0" normalizeH="0" baseline="0" noProof="0" dirty="0">
                <a:ln>
                  <a:noFill/>
                </a:ln>
                <a:solidFill>
                  <a:prstClr val="black"/>
                </a:solidFill>
                <a:effectLst/>
                <a:uLnTx/>
                <a:uFillTx/>
                <a:latin typeface="Verdana" panose="020B0804030504040204" pitchFamily="34" charset="0"/>
                <a:ea typeface="宋体" pitchFamily="2" charset="-122"/>
                <a:cs typeface="+mn-cs"/>
              </a:rPr>
              <a:t>（读完即释放，重读可能其它事务对之修改）。</a:t>
            </a:r>
            <a:endParaRPr kumimoji="1" lang="zh-CN" altLang="en-US" sz="2400" b="0" i="0" u="none" strike="noStrike" kern="1200" cap="none" spc="0" normalizeH="0" baseline="0" noProof="0" dirty="0">
              <a:ln>
                <a:noFill/>
              </a:ln>
              <a:solidFill>
                <a:prstClr val="black"/>
              </a:solidFill>
              <a:effectLst/>
              <a:uLnTx/>
              <a:uFillTx/>
              <a:latin typeface="Verdana" panose="020B0804030504040204" pitchFamily="34" charset="0"/>
              <a:ea typeface="宋体"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AA87A8AB-54DF-4538-8301-4C977D073F46}" type="slidenum">
              <a:rPr kumimoji="0" lang="en-US" altLang="zh-CN" sz="1200" b="0" i="0" u="none" strike="noStrike" kern="1200" cap="none" spc="0" normalizeH="0" baseline="0" noProof="0">
                <a:ln>
                  <a:noFill/>
                </a:ln>
                <a:solidFill>
                  <a:srgbClr val="04617B">
                    <a:shade val="90000"/>
                  </a:srgbClr>
                </a:solidFill>
                <a:effectLst/>
                <a:uLnTx/>
                <a:uFillTx/>
                <a:latin typeface="Verdana" panose="020B0804030504040204" pitchFamily="34" charset="0"/>
                <a:ea typeface="宋体" pitchFamily="2" charset="-122"/>
                <a:cs typeface="+mn-cs"/>
              </a:rPr>
            </a:fld>
            <a:endParaRPr kumimoji="0" lang="en-US" altLang="zh-CN" sz="1200" b="0" i="0" u="none" strike="noStrike" kern="1200" cap="none" spc="0" normalizeH="0" baseline="0" noProof="0">
              <a:ln>
                <a:noFill/>
              </a:ln>
              <a:solidFill>
                <a:srgbClr val="04617B">
                  <a:shade val="90000"/>
                </a:srgbClr>
              </a:solidFill>
              <a:effectLst/>
              <a:uLnTx/>
              <a:uFillTx/>
              <a:latin typeface="Verdana" panose="020B0804030504040204" pitchFamily="34" charset="0"/>
              <a:ea typeface="宋体" pitchFamily="2" charset="-122"/>
              <a:cs typeface="+mn-cs"/>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4"/>
          <p:cNvSpPr>
            <a:spLocks noChangeArrowheads="1"/>
          </p:cNvSpPr>
          <p:nvPr/>
        </p:nvSpPr>
        <p:spPr bwMode="auto">
          <a:xfrm>
            <a:off x="323850" y="773113"/>
            <a:ext cx="8569325" cy="3046988"/>
          </a:xfrm>
          <a:prstGeom prst="rect">
            <a:avLst/>
          </a:prstGeom>
          <a:noFill/>
          <a:ln w="9525">
            <a:noFill/>
            <a:miter lim="800000"/>
          </a:ln>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400" b="0" i="0" u="none" strike="noStrike" kern="1200" cap="none" spc="0" normalizeH="0" baseline="0" noProof="0" dirty="0">
                <a:ln>
                  <a:noFill/>
                </a:ln>
                <a:solidFill>
                  <a:prstClr val="black"/>
                </a:solidFill>
                <a:effectLst/>
                <a:uLnTx/>
                <a:uFillTx/>
                <a:latin typeface="Verdana" panose="020B0804030504040204" pitchFamily="34" charset="0"/>
                <a:ea typeface="宋体" pitchFamily="2" charset="-122"/>
                <a:cs typeface="+mn-cs"/>
              </a:rPr>
              <a:t>3</a:t>
            </a:r>
            <a:r>
              <a:rPr kumimoji="1" lang="zh-CN" altLang="en-US" sz="2400" b="0" i="0" u="none" strike="noStrike" kern="1200" cap="none" spc="0" normalizeH="0" baseline="0" noProof="0" dirty="0">
                <a:ln>
                  <a:noFill/>
                </a:ln>
                <a:solidFill>
                  <a:prstClr val="black"/>
                </a:solidFill>
                <a:effectLst/>
                <a:uLnTx/>
                <a:uFillTx/>
                <a:latin typeface="Verdana" panose="020B0804030504040204" pitchFamily="34" charset="0"/>
                <a:ea typeface="宋体" pitchFamily="2" charset="-122"/>
                <a:cs typeface="+mn-cs"/>
              </a:rPr>
              <a:t>）</a:t>
            </a:r>
            <a:r>
              <a:rPr kumimoji="1" lang="en-US" altLang="zh-CN" sz="2400" b="0" i="0" u="none" strike="noStrike" kern="1200" cap="none" spc="0" normalizeH="0" baseline="0" noProof="0" dirty="0">
                <a:ln>
                  <a:noFill/>
                </a:ln>
                <a:solidFill>
                  <a:prstClr val="black"/>
                </a:solidFill>
                <a:effectLst/>
                <a:uLnTx/>
                <a:uFillTx/>
                <a:latin typeface="Verdana" panose="020B0804030504040204" pitchFamily="34" charset="0"/>
                <a:ea typeface="宋体" pitchFamily="2" charset="-122"/>
                <a:cs typeface="+mn-cs"/>
              </a:rPr>
              <a:t>3</a:t>
            </a:r>
            <a:r>
              <a:rPr kumimoji="1" lang="zh-CN" altLang="en-US" sz="2400" b="0" i="0" u="none" strike="noStrike" kern="1200" cap="none" spc="0" normalizeH="0" baseline="0" noProof="0" dirty="0">
                <a:ln>
                  <a:noFill/>
                </a:ln>
                <a:solidFill>
                  <a:prstClr val="black"/>
                </a:solidFill>
                <a:effectLst/>
                <a:uLnTx/>
                <a:uFillTx/>
                <a:latin typeface="Verdana" panose="020B0804030504040204" pitchFamily="34" charset="0"/>
                <a:ea typeface="宋体" pitchFamily="2" charset="-122"/>
                <a:cs typeface="+mn-cs"/>
              </a:rPr>
              <a:t>级封锁协议</a:t>
            </a:r>
            <a:endParaRPr kumimoji="1" lang="zh-CN" altLang="en-US" sz="2400" b="0" i="0" u="none" strike="noStrike" kern="1200" cap="none" spc="0" normalizeH="0" baseline="0" noProof="0" dirty="0">
              <a:ln>
                <a:noFill/>
              </a:ln>
              <a:solidFill>
                <a:prstClr val="black"/>
              </a:solidFill>
              <a:effectLst/>
              <a:uLnTx/>
              <a:uFillTx/>
              <a:latin typeface="Verdana" panose="020B0804030504040204" pitchFamily="34" charset="0"/>
              <a:ea typeface="宋体"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400" b="0" i="0" u="none" strike="noStrike" kern="1200" cap="none" spc="0" normalizeH="0" baseline="0" noProof="0" dirty="0">
                <a:ln>
                  <a:noFill/>
                </a:ln>
                <a:solidFill>
                  <a:prstClr val="black"/>
                </a:solidFill>
                <a:effectLst/>
                <a:uLnTx/>
                <a:uFillTx/>
                <a:latin typeface="Verdana" panose="020B0804030504040204" pitchFamily="34" charset="0"/>
                <a:ea typeface="宋体" pitchFamily="2" charset="-122"/>
                <a:cs typeface="+mn-cs"/>
              </a:rPr>
              <a:t>① 策略</a:t>
            </a:r>
            <a:endParaRPr kumimoji="1" lang="zh-CN" altLang="en-US" sz="2400" b="0" i="0" u="none" strike="noStrike" kern="1200" cap="none" spc="0" normalizeH="0" baseline="0" noProof="0" dirty="0">
              <a:ln>
                <a:noFill/>
              </a:ln>
              <a:solidFill>
                <a:prstClr val="black"/>
              </a:solidFill>
              <a:effectLst/>
              <a:uLnTx/>
              <a:uFillTx/>
              <a:latin typeface="Verdana" panose="020B0804030504040204" pitchFamily="34" charset="0"/>
              <a:ea typeface="宋体"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400" b="0" i="0" u="none" strike="noStrike" kern="1200" cap="none" spc="0" normalizeH="0" baseline="0" noProof="0" dirty="0">
                <a:ln>
                  <a:noFill/>
                </a:ln>
                <a:solidFill>
                  <a:prstClr val="black"/>
                </a:solidFill>
                <a:effectLst/>
                <a:uLnTx/>
                <a:uFillTx/>
                <a:latin typeface="Verdana" panose="020B0804030504040204" pitchFamily="34" charset="0"/>
                <a:ea typeface="宋体" pitchFamily="2" charset="-122"/>
                <a:cs typeface="+mn-cs"/>
              </a:rPr>
              <a:t>在</a:t>
            </a:r>
            <a:r>
              <a:rPr kumimoji="1" lang="en-US" altLang="zh-CN" sz="2400" b="0" i="0" u="none" strike="noStrike" kern="1200" cap="none" spc="0" normalizeH="0" baseline="0" noProof="0" dirty="0">
                <a:ln>
                  <a:noFill/>
                </a:ln>
                <a:solidFill>
                  <a:prstClr val="black"/>
                </a:solidFill>
                <a:effectLst/>
                <a:uLnTx/>
                <a:uFillTx/>
                <a:latin typeface="Verdana" panose="020B0804030504040204" pitchFamily="34" charset="0"/>
                <a:ea typeface="宋体" pitchFamily="2" charset="-122"/>
                <a:cs typeface="+mn-cs"/>
              </a:rPr>
              <a:t>1</a:t>
            </a:r>
            <a:r>
              <a:rPr kumimoji="1" lang="zh-CN" altLang="en-US" sz="2400" b="0" i="0" u="none" strike="noStrike" kern="1200" cap="none" spc="0" normalizeH="0" baseline="0" noProof="0" dirty="0">
                <a:ln>
                  <a:noFill/>
                </a:ln>
                <a:solidFill>
                  <a:prstClr val="black"/>
                </a:solidFill>
                <a:effectLst/>
                <a:uLnTx/>
                <a:uFillTx/>
                <a:latin typeface="Verdana" panose="020B0804030504040204" pitchFamily="34" charset="0"/>
                <a:ea typeface="宋体" pitchFamily="2" charset="-122"/>
                <a:cs typeface="+mn-cs"/>
              </a:rPr>
              <a:t>级封锁协议上加上</a:t>
            </a:r>
            <a:r>
              <a:rPr kumimoji="1" lang="en-US" altLang="zh-CN" sz="2400" b="0" i="0" u="none" strike="noStrike" kern="1200" cap="none" spc="0" normalizeH="0" baseline="0" noProof="0" dirty="0">
                <a:ln>
                  <a:noFill/>
                </a:ln>
                <a:solidFill>
                  <a:prstClr val="black"/>
                </a:solidFill>
                <a:effectLst/>
                <a:uLnTx/>
                <a:uFillTx/>
                <a:latin typeface="Verdana" panose="020B0804030504040204" pitchFamily="34" charset="0"/>
                <a:ea typeface="宋体" pitchFamily="2" charset="-122"/>
                <a:cs typeface="+mn-cs"/>
              </a:rPr>
              <a:t>Ti</a:t>
            </a:r>
            <a:r>
              <a:rPr kumimoji="1" lang="zh-CN" altLang="en-US" sz="2400" b="0" i="0" u="none" strike="noStrike" kern="1200" cap="none" spc="0" normalizeH="0" baseline="0" noProof="0" dirty="0">
                <a:ln>
                  <a:noFill/>
                </a:ln>
                <a:solidFill>
                  <a:prstClr val="black"/>
                </a:solidFill>
                <a:effectLst/>
                <a:uLnTx/>
                <a:uFillTx/>
                <a:latin typeface="Verdana" panose="020B0804030504040204" pitchFamily="34" charset="0"/>
                <a:ea typeface="宋体" pitchFamily="2" charset="-122"/>
                <a:cs typeface="+mn-cs"/>
              </a:rPr>
              <a:t>读</a:t>
            </a:r>
            <a:r>
              <a:rPr kumimoji="1" lang="en-US" altLang="zh-CN" sz="2400" b="0" i="0" u="none" strike="noStrike" kern="1200" cap="none" spc="0" normalizeH="0" baseline="0" noProof="0" dirty="0">
                <a:ln>
                  <a:noFill/>
                </a:ln>
                <a:solidFill>
                  <a:prstClr val="black"/>
                </a:solidFill>
                <a:effectLst/>
                <a:uLnTx/>
                <a:uFillTx/>
                <a:latin typeface="Verdana" panose="020B0804030504040204" pitchFamily="34" charset="0"/>
                <a:ea typeface="宋体" pitchFamily="2" charset="-122"/>
                <a:cs typeface="+mn-cs"/>
              </a:rPr>
              <a:t>Di</a:t>
            </a:r>
            <a:r>
              <a:rPr kumimoji="1" lang="zh-CN" altLang="en-US" sz="2400" b="0" i="0" u="none" strike="noStrike" kern="1200" cap="none" spc="0" normalizeH="0" baseline="0" noProof="0" dirty="0">
                <a:ln>
                  <a:noFill/>
                </a:ln>
                <a:solidFill>
                  <a:prstClr val="black"/>
                </a:solidFill>
                <a:effectLst/>
                <a:uLnTx/>
                <a:uFillTx/>
                <a:latin typeface="Verdana" panose="020B0804030504040204" pitchFamily="34" charset="0"/>
                <a:ea typeface="宋体" pitchFamily="2" charset="-122"/>
                <a:cs typeface="+mn-cs"/>
              </a:rPr>
              <a:t>前须先对</a:t>
            </a:r>
            <a:r>
              <a:rPr kumimoji="1" lang="en-US" altLang="zh-CN" sz="2400" b="0" i="0" u="none" strike="noStrike" kern="1200" cap="none" spc="0" normalizeH="0" baseline="0" noProof="0" dirty="0">
                <a:ln>
                  <a:noFill/>
                </a:ln>
                <a:solidFill>
                  <a:prstClr val="black"/>
                </a:solidFill>
                <a:effectLst/>
                <a:uLnTx/>
                <a:uFillTx/>
                <a:latin typeface="Verdana" panose="020B0804030504040204" pitchFamily="34" charset="0"/>
                <a:ea typeface="宋体" pitchFamily="2" charset="-122"/>
                <a:cs typeface="+mn-cs"/>
              </a:rPr>
              <a:t>Di</a:t>
            </a:r>
            <a:r>
              <a:rPr kumimoji="1" lang="zh-CN" altLang="en-US" sz="2400" b="0" i="0" u="none" strike="noStrike" kern="1200" cap="none" spc="0" normalizeH="0" baseline="0" noProof="0" dirty="0">
                <a:ln>
                  <a:noFill/>
                </a:ln>
                <a:solidFill>
                  <a:prstClr val="black"/>
                </a:solidFill>
                <a:effectLst/>
                <a:uLnTx/>
                <a:uFillTx/>
                <a:latin typeface="Verdana" panose="020B0804030504040204" pitchFamily="34" charset="0"/>
                <a:ea typeface="宋体" pitchFamily="2" charset="-122"/>
                <a:cs typeface="+mn-cs"/>
              </a:rPr>
              <a:t>加</a:t>
            </a:r>
            <a:r>
              <a:rPr kumimoji="1" lang="en-US" altLang="zh-CN" sz="2400" b="0" i="0" u="none" strike="noStrike" kern="1200" cap="none" spc="0" normalizeH="0" baseline="0" noProof="0" dirty="0">
                <a:ln>
                  <a:noFill/>
                </a:ln>
                <a:solidFill>
                  <a:prstClr val="black"/>
                </a:solidFill>
                <a:effectLst/>
                <a:uLnTx/>
                <a:uFillTx/>
                <a:latin typeface="Verdana" panose="020B0804030504040204" pitchFamily="34" charset="0"/>
                <a:ea typeface="宋体" pitchFamily="2" charset="-122"/>
                <a:cs typeface="+mn-cs"/>
              </a:rPr>
              <a:t>S</a:t>
            </a:r>
            <a:r>
              <a:rPr kumimoji="1" lang="zh-CN" altLang="en-US" sz="2400" b="0" i="0" u="none" strike="noStrike" kern="1200" cap="none" spc="0" normalizeH="0" baseline="0" noProof="0" dirty="0">
                <a:ln>
                  <a:noFill/>
                </a:ln>
                <a:solidFill>
                  <a:prstClr val="black"/>
                </a:solidFill>
                <a:effectLst/>
                <a:uLnTx/>
                <a:uFillTx/>
                <a:latin typeface="Verdana" panose="020B0804030504040204" pitchFamily="34" charset="0"/>
                <a:ea typeface="宋体" pitchFamily="2" charset="-122"/>
                <a:cs typeface="+mn-cs"/>
              </a:rPr>
              <a:t>锁，</a:t>
            </a:r>
            <a:r>
              <a:rPr kumimoji="1" lang="zh-CN" altLang="en-US" sz="2400" b="0" i="0" u="none" strike="noStrike" kern="1200" cap="none" spc="0" normalizeH="0" baseline="0" noProof="0" dirty="0">
                <a:ln>
                  <a:noFill/>
                </a:ln>
                <a:solidFill>
                  <a:srgbClr val="FF0000"/>
                </a:solidFill>
                <a:effectLst/>
                <a:uLnTx/>
                <a:uFillTx/>
                <a:latin typeface="Verdana" panose="020B0804030504040204" pitchFamily="34" charset="0"/>
                <a:ea typeface="宋体" pitchFamily="2" charset="-122"/>
                <a:cs typeface="+mn-cs"/>
              </a:rPr>
              <a:t>直至</a:t>
            </a:r>
            <a:r>
              <a:rPr kumimoji="1" lang="en-US" altLang="zh-CN" sz="2400" b="0" i="0" u="none" strike="noStrike" kern="1200" cap="none" spc="0" normalizeH="0" baseline="0" noProof="0" dirty="0">
                <a:ln>
                  <a:noFill/>
                </a:ln>
                <a:solidFill>
                  <a:srgbClr val="FF0000"/>
                </a:solidFill>
                <a:effectLst/>
                <a:uLnTx/>
                <a:uFillTx/>
                <a:latin typeface="Verdana" panose="020B0804030504040204" pitchFamily="34" charset="0"/>
                <a:ea typeface="宋体" pitchFamily="2" charset="-122"/>
                <a:cs typeface="+mn-cs"/>
              </a:rPr>
              <a:t>Ti</a:t>
            </a:r>
            <a:r>
              <a:rPr kumimoji="1" lang="zh-CN" altLang="en-US" sz="2400" b="0" i="0" u="none" strike="noStrike" kern="1200" cap="none" spc="0" normalizeH="0" baseline="0" noProof="0" dirty="0">
                <a:ln>
                  <a:noFill/>
                </a:ln>
                <a:solidFill>
                  <a:srgbClr val="FF0000"/>
                </a:solidFill>
                <a:effectLst/>
                <a:uLnTx/>
                <a:uFillTx/>
                <a:latin typeface="Verdana" panose="020B0804030504040204" pitchFamily="34" charset="0"/>
                <a:ea typeface="宋体" pitchFamily="2" charset="-122"/>
                <a:cs typeface="+mn-cs"/>
              </a:rPr>
              <a:t>结束后才释放该</a:t>
            </a:r>
            <a:r>
              <a:rPr kumimoji="1" lang="en-US" altLang="zh-CN" sz="2400" b="0" i="0" u="none" strike="noStrike" kern="1200" cap="none" spc="0" normalizeH="0" baseline="0" noProof="0" dirty="0">
                <a:ln>
                  <a:noFill/>
                </a:ln>
                <a:solidFill>
                  <a:srgbClr val="FF0000"/>
                </a:solidFill>
                <a:effectLst/>
                <a:uLnTx/>
                <a:uFillTx/>
                <a:latin typeface="Verdana" panose="020B0804030504040204" pitchFamily="34" charset="0"/>
                <a:ea typeface="宋体" pitchFamily="2" charset="-122"/>
                <a:cs typeface="+mn-cs"/>
              </a:rPr>
              <a:t>S</a:t>
            </a:r>
            <a:r>
              <a:rPr kumimoji="1" lang="zh-CN" altLang="en-US" sz="2400" b="0" i="0" u="none" strike="noStrike" kern="1200" cap="none" spc="0" normalizeH="0" baseline="0" noProof="0" dirty="0">
                <a:ln>
                  <a:noFill/>
                </a:ln>
                <a:solidFill>
                  <a:srgbClr val="FF0000"/>
                </a:solidFill>
                <a:effectLst/>
                <a:uLnTx/>
                <a:uFillTx/>
                <a:latin typeface="Verdana" panose="020B0804030504040204" pitchFamily="34" charset="0"/>
                <a:ea typeface="宋体" pitchFamily="2" charset="-122"/>
                <a:cs typeface="+mn-cs"/>
              </a:rPr>
              <a:t>锁</a:t>
            </a:r>
            <a:r>
              <a:rPr kumimoji="1" lang="zh-CN" altLang="en-US" sz="2400" b="0" i="0" u="none" strike="noStrike" kern="1200" cap="none" spc="0" normalizeH="0" baseline="0" noProof="0" dirty="0">
                <a:ln>
                  <a:noFill/>
                </a:ln>
                <a:solidFill>
                  <a:prstClr val="black"/>
                </a:solidFill>
                <a:effectLst/>
                <a:uLnTx/>
                <a:uFillTx/>
                <a:latin typeface="Verdana" panose="020B0804030504040204" pitchFamily="34" charset="0"/>
                <a:ea typeface="宋体" pitchFamily="2" charset="-122"/>
                <a:cs typeface="+mn-cs"/>
              </a:rPr>
              <a:t>。</a:t>
            </a:r>
            <a:endParaRPr kumimoji="1" lang="zh-CN" altLang="en-US" sz="2400" b="0" i="0" u="none" strike="noStrike" kern="1200" cap="none" spc="0" normalizeH="0" baseline="0" noProof="0" dirty="0">
              <a:ln>
                <a:noFill/>
              </a:ln>
              <a:solidFill>
                <a:prstClr val="black"/>
              </a:solidFill>
              <a:effectLst/>
              <a:uLnTx/>
              <a:uFillTx/>
              <a:latin typeface="Verdana" panose="020B0804030504040204" pitchFamily="34" charset="0"/>
              <a:ea typeface="宋体"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400" b="0" i="0" u="none" strike="noStrike" kern="1200" cap="none" spc="0" normalizeH="0" baseline="0" noProof="0" dirty="0">
                <a:ln>
                  <a:noFill/>
                </a:ln>
                <a:solidFill>
                  <a:prstClr val="black"/>
                </a:solidFill>
                <a:effectLst/>
                <a:uLnTx/>
                <a:uFillTx/>
                <a:latin typeface="Verdana" panose="020B0804030504040204" pitchFamily="34" charset="0"/>
                <a:ea typeface="宋体" pitchFamily="2" charset="-122"/>
                <a:cs typeface="+mn-cs"/>
              </a:rPr>
              <a:t>② 功能</a:t>
            </a:r>
            <a:endParaRPr kumimoji="1" lang="zh-CN" altLang="en-US" sz="2400" b="0" i="0" u="none" strike="noStrike" kern="1200" cap="none" spc="0" normalizeH="0" baseline="0" noProof="0" dirty="0">
              <a:ln>
                <a:noFill/>
              </a:ln>
              <a:solidFill>
                <a:prstClr val="black"/>
              </a:solidFill>
              <a:effectLst/>
              <a:uLnTx/>
              <a:uFillTx/>
              <a:latin typeface="Verdana" panose="020B0804030504040204" pitchFamily="34" charset="0"/>
              <a:ea typeface="宋体"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4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rPr>
              <a:t>·</a:t>
            </a:r>
            <a:r>
              <a:rPr kumimoji="1" lang="zh-CN" altLang="en-US" sz="2400" b="0" i="0" u="none" strike="noStrike" kern="1200" cap="none" spc="0" normalizeH="0" baseline="0" noProof="0" dirty="0">
                <a:ln>
                  <a:noFill/>
                </a:ln>
                <a:solidFill>
                  <a:prstClr val="black"/>
                </a:solidFill>
                <a:effectLst/>
                <a:uLnTx/>
                <a:uFillTx/>
                <a:latin typeface="Verdana" panose="020B0804030504040204" pitchFamily="34" charset="0"/>
                <a:ea typeface="宋体" pitchFamily="2" charset="-122"/>
                <a:cs typeface="+mn-cs"/>
              </a:rPr>
              <a:t>防止</a:t>
            </a:r>
            <a:r>
              <a:rPr kumimoji="1" lang="zh-CN" altLang="en-US" sz="2400" b="1" i="0" u="none" strike="noStrike" kern="1200" cap="none" spc="0" normalizeH="0" baseline="0" noProof="0" dirty="0">
                <a:ln>
                  <a:noFill/>
                </a:ln>
                <a:solidFill>
                  <a:srgbClr val="FF0000"/>
                </a:solidFill>
                <a:effectLst/>
                <a:uLnTx/>
                <a:uFillTx/>
                <a:latin typeface="Verdana" panose="020B0804030504040204" pitchFamily="34" charset="0"/>
                <a:ea typeface="宋体" pitchFamily="2" charset="-122"/>
                <a:cs typeface="+mn-cs"/>
              </a:rPr>
              <a:t>丢失修改</a:t>
            </a:r>
            <a:r>
              <a:rPr kumimoji="1" lang="zh-CN" altLang="en-US" sz="2400" b="0" i="0" u="none" strike="noStrike" kern="1200" cap="none" spc="0" normalizeH="0" baseline="0" noProof="0" dirty="0">
                <a:ln>
                  <a:noFill/>
                </a:ln>
                <a:solidFill>
                  <a:prstClr val="black"/>
                </a:solidFill>
                <a:effectLst/>
                <a:uLnTx/>
                <a:uFillTx/>
                <a:latin typeface="Verdana" panose="020B0804030504040204" pitchFamily="34" charset="0"/>
                <a:ea typeface="宋体" pitchFamily="2" charset="-122"/>
                <a:cs typeface="+mn-cs"/>
              </a:rPr>
              <a:t>；</a:t>
            </a:r>
            <a:endParaRPr kumimoji="1" lang="zh-CN" altLang="en-US" sz="2400" b="0" i="0" u="none" strike="noStrike" kern="1200" cap="none" spc="0" normalizeH="0" baseline="0" noProof="0" dirty="0">
              <a:ln>
                <a:noFill/>
              </a:ln>
              <a:solidFill>
                <a:prstClr val="black"/>
              </a:solidFill>
              <a:effectLst/>
              <a:uLnTx/>
              <a:uFillTx/>
              <a:latin typeface="Verdana" panose="020B0804030504040204" pitchFamily="34" charset="0"/>
              <a:ea typeface="宋体"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4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rPr>
              <a:t>·</a:t>
            </a:r>
            <a:r>
              <a:rPr kumimoji="1" lang="zh-CN" altLang="en-US" sz="2400" b="0" i="0" u="none" strike="noStrike" kern="1200" cap="none" spc="0" normalizeH="0" baseline="0" noProof="0" dirty="0">
                <a:ln>
                  <a:noFill/>
                </a:ln>
                <a:solidFill>
                  <a:prstClr val="black"/>
                </a:solidFill>
                <a:effectLst/>
                <a:uLnTx/>
                <a:uFillTx/>
                <a:latin typeface="Verdana" panose="020B0804030504040204" pitchFamily="34" charset="0"/>
                <a:ea typeface="宋体" pitchFamily="2" charset="-122"/>
                <a:cs typeface="+mn-cs"/>
              </a:rPr>
              <a:t>防止</a:t>
            </a:r>
            <a:r>
              <a:rPr kumimoji="1" lang="zh-CN" altLang="en-US" sz="2400" b="1" i="0" u="none" strike="noStrike" kern="1200" cap="none" spc="0" normalizeH="0" baseline="0" noProof="0" dirty="0">
                <a:ln>
                  <a:noFill/>
                </a:ln>
                <a:solidFill>
                  <a:srgbClr val="FF0000"/>
                </a:solidFill>
                <a:effectLst/>
                <a:uLnTx/>
                <a:uFillTx/>
                <a:latin typeface="Verdana" panose="020B0804030504040204" pitchFamily="34" charset="0"/>
                <a:ea typeface="宋体" pitchFamily="2" charset="-122"/>
                <a:cs typeface="+mn-cs"/>
              </a:rPr>
              <a:t>读</a:t>
            </a:r>
            <a:r>
              <a:rPr kumimoji="1" lang="zh-CN" altLang="en-US" sz="2400" b="1" i="0" u="none" strike="noStrike" kern="1200" cap="none" spc="0" normalizeH="0" baseline="0" noProof="0" dirty="0">
                <a:ln>
                  <a:noFill/>
                </a:ln>
                <a:solidFill>
                  <a:srgbClr val="FF0000"/>
                </a:solidFill>
                <a:effectLst/>
                <a:uLnTx/>
                <a:uFillTx/>
                <a:latin typeface="Times New Roman" panose="02020503050405090304" pitchFamily="18" charset="0"/>
                <a:ea typeface="宋体" pitchFamily="2" charset="-122"/>
                <a:cs typeface="+mn-cs"/>
              </a:rPr>
              <a:t>“</a:t>
            </a:r>
            <a:r>
              <a:rPr kumimoji="1" lang="zh-CN" altLang="en-US" sz="2400" b="1" i="0" u="none" strike="noStrike" kern="1200" cap="none" spc="0" normalizeH="0" baseline="0" noProof="0" dirty="0">
                <a:ln>
                  <a:noFill/>
                </a:ln>
                <a:solidFill>
                  <a:srgbClr val="FF0000"/>
                </a:solidFill>
                <a:effectLst/>
                <a:uLnTx/>
                <a:uFillTx/>
                <a:latin typeface="Verdana" panose="020B0804030504040204" pitchFamily="34" charset="0"/>
                <a:ea typeface="宋体" pitchFamily="2" charset="-122"/>
                <a:cs typeface="+mn-cs"/>
              </a:rPr>
              <a:t>脏</a:t>
            </a:r>
            <a:r>
              <a:rPr kumimoji="1" lang="zh-CN" altLang="en-US" sz="2400" b="1" i="0" u="none" strike="noStrike" kern="1200" cap="none" spc="0" normalizeH="0" baseline="0" noProof="0" dirty="0">
                <a:ln>
                  <a:noFill/>
                </a:ln>
                <a:solidFill>
                  <a:srgbClr val="FF0000"/>
                </a:solidFill>
                <a:effectLst/>
                <a:uLnTx/>
                <a:uFillTx/>
                <a:latin typeface="Times New Roman" panose="02020503050405090304" pitchFamily="18" charset="0"/>
                <a:ea typeface="宋体" pitchFamily="2" charset="-122"/>
                <a:cs typeface="+mn-cs"/>
              </a:rPr>
              <a:t>”</a:t>
            </a:r>
            <a:r>
              <a:rPr kumimoji="1" lang="zh-CN" altLang="en-US" sz="2400" b="0" i="0" u="none" strike="noStrike" kern="1200" cap="none" spc="0" normalizeH="0" baseline="0" noProof="0" dirty="0">
                <a:ln>
                  <a:noFill/>
                </a:ln>
                <a:solidFill>
                  <a:prstClr val="black"/>
                </a:solidFill>
                <a:effectLst/>
                <a:uLnTx/>
                <a:uFillTx/>
                <a:latin typeface="Verdana" panose="020B0804030504040204" pitchFamily="34" charset="0"/>
                <a:ea typeface="宋体" pitchFamily="2" charset="-122"/>
                <a:cs typeface="+mn-cs"/>
              </a:rPr>
              <a:t>；</a:t>
            </a:r>
            <a:endParaRPr kumimoji="1" lang="zh-CN" altLang="en-US" sz="2400" b="0" i="0" u="none" strike="noStrike" kern="1200" cap="none" spc="0" normalizeH="0" baseline="0" noProof="0" dirty="0">
              <a:ln>
                <a:noFill/>
              </a:ln>
              <a:solidFill>
                <a:prstClr val="black"/>
              </a:solidFill>
              <a:effectLst/>
              <a:uLnTx/>
              <a:uFillTx/>
              <a:latin typeface="Verdana" panose="020B0804030504040204" pitchFamily="34" charset="0"/>
              <a:ea typeface="宋体"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4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rPr>
              <a:t>·</a:t>
            </a:r>
            <a:r>
              <a:rPr kumimoji="1" lang="zh-CN" altLang="en-US" sz="2400" b="0" i="0" u="none" strike="noStrike" kern="1200" cap="none" spc="0" normalizeH="0" baseline="0" noProof="0" dirty="0">
                <a:ln>
                  <a:noFill/>
                </a:ln>
                <a:solidFill>
                  <a:prstClr val="black"/>
                </a:solidFill>
                <a:effectLst/>
                <a:uLnTx/>
                <a:uFillTx/>
                <a:latin typeface="Verdana" panose="020B0804030504040204" pitchFamily="34" charset="0"/>
                <a:ea typeface="宋体" pitchFamily="2" charset="-122"/>
                <a:cs typeface="+mn-cs"/>
              </a:rPr>
              <a:t>防止</a:t>
            </a:r>
            <a:r>
              <a:rPr kumimoji="1" lang="zh-CN" altLang="en-US" sz="2400" b="1" i="0" u="none" strike="noStrike" kern="1200" cap="none" spc="0" normalizeH="0" baseline="0" noProof="0" dirty="0">
                <a:ln>
                  <a:noFill/>
                </a:ln>
                <a:solidFill>
                  <a:srgbClr val="FF0000"/>
                </a:solidFill>
                <a:effectLst/>
                <a:uLnTx/>
                <a:uFillTx/>
                <a:latin typeface="Verdana" panose="020B0804030504040204" pitchFamily="34" charset="0"/>
                <a:ea typeface="宋体" pitchFamily="2" charset="-122"/>
                <a:cs typeface="+mn-cs"/>
              </a:rPr>
              <a:t>读不可重复</a:t>
            </a:r>
            <a:r>
              <a:rPr kumimoji="1" lang="zh-CN" altLang="en-US" sz="2400" b="0" i="0" u="none" strike="noStrike" kern="1200" cap="none" spc="0" normalizeH="0" baseline="0" noProof="0" dirty="0">
                <a:ln>
                  <a:noFill/>
                </a:ln>
                <a:solidFill>
                  <a:prstClr val="black"/>
                </a:solidFill>
                <a:effectLst/>
                <a:uLnTx/>
                <a:uFillTx/>
                <a:latin typeface="Verdana" panose="020B0804030504040204" pitchFamily="34" charset="0"/>
                <a:ea typeface="宋体" pitchFamily="2" charset="-122"/>
                <a:cs typeface="+mn-cs"/>
              </a:rPr>
              <a:t>。 </a:t>
            </a:r>
            <a:endParaRPr kumimoji="1" lang="zh-CN" altLang="en-US" sz="2400" b="0" i="0" u="none" strike="noStrike" kern="1200" cap="none" spc="0" normalizeH="0" baseline="0" noProof="0" dirty="0">
              <a:ln>
                <a:noFill/>
              </a:ln>
              <a:solidFill>
                <a:prstClr val="black"/>
              </a:solidFill>
              <a:effectLst/>
              <a:uLnTx/>
              <a:uFillTx/>
              <a:latin typeface="Verdana" panose="020B0804030504040204" pitchFamily="34" charset="0"/>
              <a:ea typeface="宋体"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A5D0482C-C794-4F48-8FF4-BCF2F5963632}" type="slidenum">
              <a:rPr kumimoji="0" lang="en-US" altLang="zh-CN" sz="1200" b="0" i="0" u="none" strike="noStrike" kern="1200" cap="none" spc="0" normalizeH="0" baseline="0" noProof="0">
                <a:ln>
                  <a:noFill/>
                </a:ln>
                <a:solidFill>
                  <a:srgbClr val="04617B">
                    <a:shade val="90000"/>
                  </a:srgbClr>
                </a:solidFill>
                <a:effectLst/>
                <a:uLnTx/>
                <a:uFillTx/>
                <a:latin typeface="Verdana" panose="020B0804030504040204" pitchFamily="34" charset="0"/>
                <a:ea typeface="宋体" pitchFamily="2" charset="-122"/>
                <a:cs typeface="+mn-cs"/>
              </a:rPr>
            </a:fld>
            <a:endParaRPr kumimoji="0" lang="en-US" altLang="zh-CN" sz="1200" b="0" i="0" u="none" strike="noStrike" kern="1200" cap="none" spc="0" normalizeH="0" baseline="0" noProof="0">
              <a:ln>
                <a:noFill/>
              </a:ln>
              <a:solidFill>
                <a:srgbClr val="04617B">
                  <a:shade val="90000"/>
                </a:srgbClr>
              </a:solidFill>
              <a:effectLst/>
              <a:uLnTx/>
              <a:uFillTx/>
              <a:latin typeface="Verdana" panose="020B0804030504040204" pitchFamily="34" charset="0"/>
              <a:ea typeface="宋体" pitchFamily="2" charset="-122"/>
              <a:cs typeface="+mn-cs"/>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Text Box 4"/>
          <p:cNvSpPr txBox="1">
            <a:spLocks noChangeArrowheads="1"/>
          </p:cNvSpPr>
          <p:nvPr/>
        </p:nvSpPr>
        <p:spPr bwMode="auto">
          <a:xfrm>
            <a:off x="136525" y="814388"/>
            <a:ext cx="2730500" cy="822325"/>
          </a:xfrm>
          <a:prstGeom prst="rect">
            <a:avLst/>
          </a:prstGeom>
          <a:noFill/>
          <a:ln w="9525">
            <a:noFill/>
            <a:miter lim="800000"/>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400" b="0" i="0" u="none" strike="noStrike" kern="1200" cap="none" spc="0" normalizeH="0" baseline="0" noProof="0">
                <a:ln>
                  <a:noFill/>
                </a:ln>
                <a:solidFill>
                  <a:prstClr val="black"/>
                </a:solidFill>
                <a:effectLst/>
                <a:uLnTx/>
                <a:uFillTx/>
                <a:latin typeface="Verdana" panose="020B0804030504040204" pitchFamily="34" charset="0"/>
                <a:ea typeface="宋体" pitchFamily="2" charset="-122"/>
                <a:cs typeface="+mn-cs"/>
              </a:rPr>
              <a:t>4</a:t>
            </a:r>
            <a:r>
              <a:rPr kumimoji="1" lang="zh-CN" altLang="en-US" sz="2400" b="0" i="0" u="none" strike="noStrike" kern="1200" cap="none" spc="0" normalizeH="0" baseline="0" noProof="0">
                <a:ln>
                  <a:noFill/>
                </a:ln>
                <a:solidFill>
                  <a:prstClr val="black"/>
                </a:solidFill>
                <a:effectLst/>
                <a:uLnTx/>
                <a:uFillTx/>
                <a:latin typeface="Times New Roman" panose="02020503050405090304" pitchFamily="18" charset="0"/>
                <a:ea typeface="宋体" pitchFamily="2" charset="-122"/>
                <a:cs typeface="+mn-cs"/>
              </a:rPr>
              <a:t>）总结</a:t>
            </a:r>
            <a:endParaRPr kumimoji="1" lang="zh-CN" altLang="en-US" sz="2400" b="0" i="0" u="none" strike="noStrike" kern="1200" cap="none" spc="0" normalizeH="0" baseline="0" noProof="0">
              <a:ln>
                <a:noFill/>
              </a:ln>
              <a:solidFill>
                <a:prstClr val="black"/>
              </a:solidFill>
              <a:effectLst/>
              <a:uLnTx/>
              <a:uFillTx/>
              <a:latin typeface="Verdana" panose="020B0804030504040204" pitchFamily="34" charset="0"/>
              <a:ea typeface="宋体"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400" b="0" i="0" u="none" strike="noStrike" kern="1200" cap="none" spc="0" normalizeH="0" baseline="0" noProof="0">
                <a:ln>
                  <a:noFill/>
                </a:ln>
                <a:solidFill>
                  <a:prstClr val="black"/>
                </a:solidFill>
                <a:effectLst/>
                <a:uLnTx/>
                <a:uFillTx/>
                <a:latin typeface="宋体" pitchFamily="2" charset="-122"/>
                <a:ea typeface="宋体" pitchFamily="2" charset="-122"/>
                <a:cs typeface="+mn-cs"/>
              </a:rPr>
              <a:t>三级封锁协议异同</a:t>
            </a:r>
            <a:r>
              <a:rPr kumimoji="1" lang="zh-CN" altLang="en-US" sz="2400" b="0" i="0" u="none" strike="noStrike" kern="1200" cap="none" spc="0" normalizeH="0" baseline="0" noProof="0">
                <a:ln>
                  <a:noFill/>
                </a:ln>
                <a:solidFill>
                  <a:prstClr val="black"/>
                </a:solidFill>
                <a:effectLst/>
                <a:uLnTx/>
                <a:uFillTx/>
                <a:latin typeface="Verdana" panose="020B0804030504040204" pitchFamily="34" charset="0"/>
                <a:ea typeface="宋体" pitchFamily="2" charset="-122"/>
                <a:cs typeface="+mn-cs"/>
              </a:rPr>
              <a:t> </a:t>
            </a:r>
            <a:endParaRPr kumimoji="1" lang="zh-CN" altLang="en-US" sz="2400" b="0" i="0" u="none" strike="noStrike" kern="1200" cap="none" spc="0" normalizeH="0" baseline="0" noProof="0">
              <a:ln>
                <a:noFill/>
              </a:ln>
              <a:solidFill>
                <a:prstClr val="black"/>
              </a:solidFill>
              <a:effectLst/>
              <a:uLnTx/>
              <a:uFillTx/>
              <a:latin typeface="Verdana" panose="020B0804030504040204" pitchFamily="34" charset="0"/>
              <a:ea typeface="宋体" pitchFamily="2" charset="-122"/>
              <a:cs typeface="+mn-cs"/>
            </a:endParaRPr>
          </a:p>
        </p:txBody>
      </p:sp>
      <p:graphicFrame>
        <p:nvGraphicFramePr>
          <p:cNvPr id="18434" name="Object 5"/>
          <p:cNvGraphicFramePr>
            <a:graphicFrameLocks noChangeAspect="1"/>
          </p:cNvGraphicFramePr>
          <p:nvPr/>
        </p:nvGraphicFramePr>
        <p:xfrm>
          <a:off x="836613" y="1692275"/>
          <a:ext cx="6402387" cy="4308475"/>
        </p:xfrm>
        <a:graphic>
          <a:graphicData uri="http://schemas.openxmlformats.org/presentationml/2006/ole">
            <mc:AlternateContent xmlns:mc="http://schemas.openxmlformats.org/markup-compatibility/2006">
              <mc:Choice xmlns:v="urn:schemas-microsoft-com:vml" Requires="v">
                <p:oleObj spid="_x0000_s31081" name="Document" r:id="rId1" imgW="6434455" imgH="4489450" progId="Word.Document.8">
                  <p:embed/>
                </p:oleObj>
              </mc:Choice>
              <mc:Fallback>
                <p:oleObj name="Document" r:id="rId1" imgW="6434455" imgH="4489450" progId="Word.Document.8">
                  <p:embed/>
                  <p:pic>
                    <p:nvPicPr>
                      <p:cNvPr id="0" name="Object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6613" y="1692275"/>
                        <a:ext cx="6402387" cy="43084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0329CB5E-3501-42B3-9F06-6568E76D68A7}" type="slidenum">
              <a:rPr kumimoji="0" lang="en-US" altLang="zh-CN" sz="1200" b="0" i="0" u="none" strike="noStrike" kern="1200" cap="none" spc="0" normalizeH="0" baseline="0" noProof="0">
                <a:ln>
                  <a:noFill/>
                </a:ln>
                <a:solidFill>
                  <a:srgbClr val="04617B">
                    <a:shade val="90000"/>
                  </a:srgbClr>
                </a:solidFill>
                <a:effectLst/>
                <a:uLnTx/>
                <a:uFillTx/>
                <a:latin typeface="Verdana" panose="020B0804030504040204" pitchFamily="34" charset="0"/>
                <a:ea typeface="宋体" pitchFamily="2" charset="-122"/>
                <a:cs typeface="+mn-cs"/>
              </a:rPr>
            </a:fld>
            <a:endParaRPr kumimoji="0" lang="en-US" altLang="zh-CN" sz="1200" b="0" i="0" u="none" strike="noStrike" kern="1200" cap="none" spc="0" normalizeH="0" baseline="0" noProof="0">
              <a:ln>
                <a:noFill/>
              </a:ln>
              <a:solidFill>
                <a:srgbClr val="04617B">
                  <a:shade val="90000"/>
                </a:srgbClr>
              </a:solidFill>
              <a:effectLst/>
              <a:uLnTx/>
              <a:uFillTx/>
              <a:latin typeface="Verdana" panose="020B0804030504040204" pitchFamily="34" charset="0"/>
              <a:ea typeface="宋体" pitchFamily="2" charset="-122"/>
              <a:cs typeface="+mn-cs"/>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ChangeArrowheads="1"/>
          </p:cNvSpPr>
          <p:nvPr/>
        </p:nvSpPr>
        <p:spPr bwMode="auto">
          <a:xfrm>
            <a:off x="304800" y="476672"/>
            <a:ext cx="8534400" cy="6370975"/>
          </a:xfrm>
          <a:prstGeom prst="rect">
            <a:avLst/>
          </a:prstGeom>
          <a:noFill/>
          <a:ln w="9525">
            <a:noFill/>
            <a:miter lim="800000"/>
          </a:ln>
        </p:spPr>
        <p:txBody>
          <a:bodyPr>
            <a:spAutoFit/>
          </a:bodyPr>
          <a:lstStyle/>
          <a:p>
            <a:pPr>
              <a:spcBef>
                <a:spcPct val="50000"/>
              </a:spcBef>
            </a:pPr>
            <a:r>
              <a:rPr lang="en-US" altLang="zh-CN" b="1" dirty="0">
                <a:ea typeface="黑体" pitchFamily="2" charset="-122"/>
              </a:rPr>
              <a:t>11.4 </a:t>
            </a:r>
            <a:r>
              <a:rPr lang="zh-CN" altLang="en-US" b="1" dirty="0">
                <a:ea typeface="黑体" pitchFamily="2" charset="-122"/>
              </a:rPr>
              <a:t>活锁和死锁</a:t>
            </a:r>
            <a:endParaRPr lang="zh-CN" altLang="en-US" b="1" dirty="0">
              <a:ea typeface="黑体" pitchFamily="2" charset="-122"/>
            </a:endParaRPr>
          </a:p>
          <a:p>
            <a:pPr>
              <a:spcBef>
                <a:spcPct val="50000"/>
              </a:spcBef>
            </a:pPr>
            <a:r>
              <a:rPr lang="en-US" altLang="zh-CN" b="1" dirty="0">
                <a:ea typeface="黑体" pitchFamily="2" charset="-122"/>
              </a:rPr>
              <a:t>11.4</a:t>
            </a:r>
            <a:r>
              <a:rPr lang="en-US" altLang="zh-CN" b="1" dirty="0">
                <a:latin typeface="Arial" panose="020B0604020202090204" pitchFamily="34" charset="0"/>
                <a:cs typeface="Arial" panose="020B0604020202090204" pitchFamily="34" charset="0"/>
              </a:rPr>
              <a:t>.1  </a:t>
            </a:r>
            <a:r>
              <a:rPr lang="zh-CN" altLang="en-US" b="1" dirty="0">
                <a:latin typeface="Arial" panose="020B0604020202090204" pitchFamily="34" charset="0"/>
                <a:ea typeface="黑体" pitchFamily="2" charset="-122"/>
              </a:rPr>
              <a:t>活锁（</a:t>
            </a:r>
            <a:r>
              <a:rPr lang="en-US" altLang="zh-CN" b="1" dirty="0">
                <a:latin typeface="Arial" panose="020B0604020202090204" pitchFamily="34" charset="0"/>
                <a:cs typeface="Arial" panose="020B0604020202090204" pitchFamily="34" charset="0"/>
              </a:rPr>
              <a:t>live lock</a:t>
            </a:r>
            <a:r>
              <a:rPr lang="zh-CN" altLang="en-US" b="1" dirty="0">
                <a:latin typeface="Arial" panose="020B0604020202090204" pitchFamily="34" charset="0"/>
                <a:ea typeface="黑体" pitchFamily="2" charset="-122"/>
              </a:rPr>
              <a:t>）</a:t>
            </a:r>
            <a:endParaRPr lang="zh-CN" altLang="en-US" b="1" dirty="0">
              <a:latin typeface="Arial" panose="020B0604020202090204" pitchFamily="34" charset="0"/>
              <a:cs typeface="Arial" panose="020B0604020202090204" pitchFamily="34" charset="0"/>
            </a:endParaRPr>
          </a:p>
          <a:p>
            <a:pPr>
              <a:spcBef>
                <a:spcPct val="50000"/>
              </a:spcBef>
            </a:pPr>
            <a:r>
              <a:rPr lang="en-US" altLang="zh-CN" dirty="0"/>
              <a:t>1</a:t>
            </a:r>
            <a:r>
              <a:rPr lang="zh-CN" altLang="en-US" dirty="0">
                <a:latin typeface="Times New Roman" panose="02020503050405090304" pitchFamily="18" charset="0"/>
              </a:rPr>
              <a:t>、含义</a:t>
            </a:r>
            <a:endParaRPr lang="zh-CN" altLang="en-US" dirty="0"/>
          </a:p>
          <a:p>
            <a:pPr>
              <a:spcBef>
                <a:spcPct val="50000"/>
              </a:spcBef>
            </a:pPr>
            <a:r>
              <a:rPr lang="en-US" altLang="zh-CN" dirty="0">
                <a:latin typeface="Times New Roman" panose="02020503050405090304" pitchFamily="18" charset="0"/>
              </a:rPr>
              <a:t>——</a:t>
            </a:r>
            <a:r>
              <a:rPr lang="zh-CN" altLang="en-US" dirty="0">
                <a:latin typeface="Times New Roman" panose="02020503050405090304" pitchFamily="18" charset="0"/>
              </a:rPr>
              <a:t>事务因故永远处于等待状态。可能因为相互之间的竞争不断循环“重启</a:t>
            </a:r>
            <a:r>
              <a:rPr lang="en-US" altLang="zh-CN" dirty="0">
                <a:latin typeface="Times New Roman" panose="02020503050405090304" pitchFamily="18" charset="0"/>
              </a:rPr>
              <a:t>-</a:t>
            </a:r>
            <a:r>
              <a:rPr lang="zh-CN" altLang="en-US" dirty="0">
                <a:latin typeface="Times New Roman" panose="02020503050405090304" pitchFamily="18" charset="0"/>
              </a:rPr>
              <a:t>竞争”的过程。</a:t>
            </a:r>
            <a:endParaRPr lang="en-US" altLang="zh-CN" dirty="0">
              <a:latin typeface="Times New Roman" panose="02020503050405090304" pitchFamily="18" charset="0"/>
            </a:endParaRPr>
          </a:p>
          <a:p>
            <a:pPr>
              <a:spcBef>
                <a:spcPct val="50000"/>
              </a:spcBef>
            </a:pPr>
            <a:r>
              <a:rPr lang="zh-CN" altLang="en-US" i="1" dirty="0">
                <a:solidFill>
                  <a:srgbClr val="0066FF"/>
                </a:solidFill>
                <a:latin typeface="Times New Roman" panose="02020503050405090304" pitchFamily="18" charset="0"/>
              </a:rPr>
              <a:t>“饥饿”？？？</a:t>
            </a:r>
            <a:endParaRPr lang="zh-CN" altLang="en-US" i="1" dirty="0">
              <a:solidFill>
                <a:srgbClr val="0066FF"/>
              </a:solidFill>
            </a:endParaRPr>
          </a:p>
          <a:p>
            <a:pPr>
              <a:spcBef>
                <a:spcPct val="50000"/>
              </a:spcBef>
            </a:pPr>
            <a:r>
              <a:rPr lang="en-US" altLang="zh-CN" dirty="0"/>
              <a:t>2</a:t>
            </a:r>
            <a:r>
              <a:rPr lang="zh-CN" altLang="en-US" dirty="0">
                <a:latin typeface="Times New Roman" panose="02020503050405090304" pitchFamily="18" charset="0"/>
              </a:rPr>
              <a:t>、方法</a:t>
            </a:r>
            <a:endParaRPr lang="zh-CN" altLang="en-US" dirty="0"/>
          </a:p>
          <a:p>
            <a:pPr>
              <a:spcBef>
                <a:spcPct val="50000"/>
              </a:spcBef>
            </a:pPr>
            <a:r>
              <a:rPr lang="en-US" altLang="zh-CN" dirty="0"/>
              <a:t>FCFS</a:t>
            </a:r>
            <a:r>
              <a:rPr lang="en-US" altLang="zh-CN" dirty="0">
                <a:latin typeface="Times New Roman" panose="02020503050405090304" pitchFamily="18" charset="0"/>
              </a:rPr>
              <a:t>——</a:t>
            </a:r>
            <a:r>
              <a:rPr lang="zh-CN" altLang="en-US" dirty="0"/>
              <a:t>先来先服务，或者错峰避免频繁冲突。</a:t>
            </a:r>
            <a:endParaRPr lang="zh-CN" altLang="en-US" dirty="0"/>
          </a:p>
          <a:p>
            <a:endParaRPr lang="zh-CN" altLang="en-US" b="1" dirty="0">
              <a:ea typeface="黑体" pitchFamily="2" charset="-122"/>
            </a:endParaRPr>
          </a:p>
          <a:p>
            <a:r>
              <a:rPr lang="en-US" altLang="zh-CN" b="1" dirty="0">
                <a:ea typeface="黑体" pitchFamily="2" charset="-122"/>
              </a:rPr>
              <a:t>11.4</a:t>
            </a:r>
            <a:r>
              <a:rPr lang="en-US" altLang="zh-CN" b="1" dirty="0">
                <a:latin typeface="Arial" panose="020B0604020202090204" pitchFamily="34" charset="0"/>
                <a:cs typeface="Arial" panose="020B0604020202090204" pitchFamily="34" charset="0"/>
              </a:rPr>
              <a:t>.2  </a:t>
            </a:r>
            <a:r>
              <a:rPr lang="zh-CN" altLang="en-US" b="1" dirty="0">
                <a:latin typeface="Arial" panose="020B0604020202090204" pitchFamily="34" charset="0"/>
                <a:ea typeface="黑体" pitchFamily="2" charset="-122"/>
              </a:rPr>
              <a:t>死锁（</a:t>
            </a:r>
            <a:r>
              <a:rPr lang="en-US" altLang="zh-CN" b="1" dirty="0">
                <a:latin typeface="Arial" panose="020B0604020202090204" pitchFamily="34" charset="0"/>
                <a:cs typeface="Arial" panose="020B0604020202090204" pitchFamily="34" charset="0"/>
              </a:rPr>
              <a:t>dead lock</a:t>
            </a:r>
            <a:r>
              <a:rPr lang="zh-CN" altLang="en-US" b="1" dirty="0">
                <a:latin typeface="Arial" panose="020B0604020202090204" pitchFamily="34" charset="0"/>
                <a:ea typeface="黑体" pitchFamily="2" charset="-122"/>
              </a:rPr>
              <a:t>）</a:t>
            </a:r>
            <a:endParaRPr lang="zh-CN" altLang="en-US" b="1" dirty="0">
              <a:latin typeface="Arial" panose="020B0604020202090204" pitchFamily="34" charset="0"/>
              <a:cs typeface="Arial" panose="020B0604020202090204" pitchFamily="34" charset="0"/>
            </a:endParaRPr>
          </a:p>
          <a:p>
            <a:r>
              <a:rPr lang="en-US" altLang="zh-CN" dirty="0"/>
              <a:t>1</a:t>
            </a:r>
            <a:r>
              <a:rPr lang="zh-CN" altLang="en-US" dirty="0">
                <a:latin typeface="Times New Roman" panose="02020503050405090304" pitchFamily="18" charset="0"/>
              </a:rPr>
              <a:t>、含义</a:t>
            </a:r>
            <a:endParaRPr lang="zh-CN" altLang="en-US" dirty="0"/>
          </a:p>
          <a:p>
            <a:r>
              <a:rPr lang="en-US" altLang="zh-CN" dirty="0">
                <a:latin typeface="Times New Roman" panose="02020503050405090304" pitchFamily="18" charset="0"/>
              </a:rPr>
              <a:t>——</a:t>
            </a:r>
            <a:r>
              <a:rPr lang="zh-CN" altLang="en-US" dirty="0">
                <a:latin typeface="宋体" pitchFamily="2" charset="-122"/>
              </a:rPr>
              <a:t>两个或两个以上事务均处于等待状态，每个事务都在等待其中另一个事务封锁的数据，导致任何事务都不能继续执行的现象称为死锁。</a:t>
            </a:r>
            <a:r>
              <a:rPr lang="zh-CN" altLang="en-US" dirty="0"/>
              <a:t> </a:t>
            </a:r>
            <a:endParaRPr lang="en-US" altLang="zh-CN" dirty="0"/>
          </a:p>
        </p:txBody>
      </p:sp>
      <p:sp>
        <p:nvSpPr>
          <p:cNvPr id="6" name="灯片编号占位符 5"/>
          <p:cNvSpPr>
            <a:spLocks noGrp="1"/>
          </p:cNvSpPr>
          <p:nvPr>
            <p:ph type="sldNum" sz="quarter" idx="12"/>
          </p:nvPr>
        </p:nvSpPr>
        <p:spPr/>
        <p:txBody>
          <a:bodyPr/>
          <a:lstStyle/>
          <a:p>
            <a:pPr>
              <a:defRPr/>
            </a:pPr>
            <a:fld id="{8C084AF0-04B0-45A2-8AB4-0F6B368AB42E}" type="slidenum">
              <a:rPr lang="en-US" altLang="zh-CN"/>
            </a:fld>
            <a:endParaRPr lang="en-US" altLang="zh-CN"/>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266" name="Object 2"/>
          <p:cNvGraphicFramePr>
            <a:graphicFrameLocks noChangeAspect="1"/>
          </p:cNvGraphicFramePr>
          <p:nvPr/>
        </p:nvGraphicFramePr>
        <p:xfrm>
          <a:off x="1066800" y="1066800"/>
          <a:ext cx="6232525" cy="4505325"/>
        </p:xfrm>
        <a:graphic>
          <a:graphicData uri="http://schemas.openxmlformats.org/presentationml/2006/ole">
            <mc:AlternateContent xmlns:mc="http://schemas.openxmlformats.org/markup-compatibility/2006">
              <mc:Choice xmlns:v="urn:schemas-microsoft-com:vml" Requires="v">
                <p:oleObj spid="_x0000_s31081" name="Document" r:id="rId1" imgW="6233160" imgH="4504690" progId="Word.Document.8">
                  <p:embed/>
                </p:oleObj>
              </mc:Choice>
              <mc:Fallback>
                <p:oleObj name="Document" r:id="rId1" imgW="6233160" imgH="4504690" progId="Word.Document.8">
                  <p:embed/>
                  <p:pic>
                    <p:nvPicPr>
                      <p:cNvPr id="0" name="Object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6800" y="1066800"/>
                        <a:ext cx="6232525" cy="45053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灯片编号占位符 5"/>
          <p:cNvSpPr>
            <a:spLocks noGrp="1"/>
          </p:cNvSpPr>
          <p:nvPr>
            <p:ph type="sldNum" sz="quarter" idx="12"/>
          </p:nvPr>
        </p:nvSpPr>
        <p:spPr/>
        <p:txBody>
          <a:bodyPr/>
          <a:lstStyle/>
          <a:p>
            <a:pPr>
              <a:defRPr/>
            </a:pPr>
            <a:fld id="{518C5E80-EB13-450D-A127-E834E7B6D99A}" type="slidenum">
              <a:rPr lang="en-US" altLang="zh-CN"/>
            </a:fld>
            <a:endParaRPr lang="en-US" altLang="zh-CN"/>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ext Box 6"/>
          <p:cNvSpPr txBox="1">
            <a:spLocks noChangeArrowheads="1"/>
          </p:cNvSpPr>
          <p:nvPr/>
        </p:nvSpPr>
        <p:spPr bwMode="auto">
          <a:xfrm>
            <a:off x="228600" y="616614"/>
            <a:ext cx="8686800" cy="6124754"/>
          </a:xfrm>
          <a:prstGeom prst="rect">
            <a:avLst/>
          </a:prstGeom>
          <a:noFill/>
          <a:ln w="9525">
            <a:noFill/>
            <a:miter lim="800000"/>
          </a:ln>
        </p:spPr>
        <p:txBody>
          <a:bodyPr>
            <a:spAutoFit/>
          </a:bodyPr>
          <a:lstStyle/>
          <a:p>
            <a:r>
              <a:rPr lang="en-US" altLang="zh-CN" dirty="0"/>
              <a:t>2</a:t>
            </a:r>
            <a:r>
              <a:rPr lang="zh-CN" altLang="en-US" dirty="0">
                <a:latin typeface="Times New Roman" panose="02020503050405090304" pitchFamily="18" charset="0"/>
              </a:rPr>
              <a:t>、产生条件</a:t>
            </a:r>
            <a:endParaRPr lang="zh-CN" altLang="en-US" dirty="0"/>
          </a:p>
          <a:p>
            <a:r>
              <a:rPr lang="zh-CN" altLang="en-US" dirty="0">
                <a:latin typeface="宋体" pitchFamily="2" charset="-122"/>
              </a:rPr>
              <a:t>①</a:t>
            </a:r>
            <a:r>
              <a:rPr lang="zh-CN" altLang="en-US" dirty="0"/>
              <a:t> </a:t>
            </a:r>
            <a:r>
              <a:rPr lang="zh-CN" altLang="en-US" dirty="0">
                <a:latin typeface="Times New Roman" panose="02020503050405090304" pitchFamily="18" charset="0"/>
              </a:rPr>
              <a:t>互斥（排它性控制）；</a:t>
            </a:r>
            <a:endParaRPr lang="zh-CN" altLang="en-US" dirty="0"/>
          </a:p>
          <a:p>
            <a:r>
              <a:rPr lang="zh-CN" altLang="en-US" dirty="0">
                <a:latin typeface="宋体" pitchFamily="2" charset="-122"/>
              </a:rPr>
              <a:t>②</a:t>
            </a:r>
            <a:r>
              <a:rPr lang="zh-CN" altLang="en-US" dirty="0"/>
              <a:t> </a:t>
            </a:r>
            <a:r>
              <a:rPr lang="zh-CN" altLang="en-US" dirty="0">
                <a:latin typeface="Times New Roman" panose="02020503050405090304" pitchFamily="18" charset="0"/>
              </a:rPr>
              <a:t>不可剥夺（释放前，其它事务不能剥夺）；</a:t>
            </a:r>
            <a:endParaRPr lang="zh-CN" altLang="en-US" dirty="0"/>
          </a:p>
          <a:p>
            <a:r>
              <a:rPr lang="zh-CN" altLang="en-US" dirty="0">
                <a:latin typeface="宋体" pitchFamily="2" charset="-122"/>
              </a:rPr>
              <a:t>③</a:t>
            </a:r>
            <a:r>
              <a:rPr lang="zh-CN" altLang="en-US" dirty="0"/>
              <a:t> </a:t>
            </a:r>
            <a:r>
              <a:rPr lang="zh-CN" altLang="en-US" dirty="0">
                <a:latin typeface="Times New Roman" panose="02020503050405090304" pitchFamily="18" charset="0"/>
              </a:rPr>
              <a:t>部分分配（每次申请一部分，申请新的时，仍占用已获得者）；</a:t>
            </a:r>
            <a:endParaRPr lang="zh-CN" altLang="en-US" dirty="0"/>
          </a:p>
          <a:p>
            <a:r>
              <a:rPr lang="zh-CN" altLang="en-US" dirty="0">
                <a:latin typeface="宋体" pitchFamily="2" charset="-122"/>
              </a:rPr>
              <a:t>④</a:t>
            </a:r>
            <a:r>
              <a:rPr lang="zh-CN" altLang="en-US" dirty="0"/>
              <a:t> </a:t>
            </a:r>
            <a:r>
              <a:rPr lang="zh-CN" altLang="en-US" dirty="0">
                <a:latin typeface="Times New Roman" panose="02020503050405090304" pitchFamily="18" charset="0"/>
              </a:rPr>
              <a:t>环路（循环链中，每事务获得数据同时又被另一事务请求）。</a:t>
            </a:r>
            <a:endParaRPr lang="zh-CN" altLang="en-US" dirty="0"/>
          </a:p>
          <a:p>
            <a:endParaRPr lang="zh-CN" altLang="en-US" sz="800" dirty="0"/>
          </a:p>
          <a:p>
            <a:r>
              <a:rPr lang="en-US" altLang="zh-CN" dirty="0"/>
              <a:t>3</a:t>
            </a:r>
            <a:r>
              <a:rPr lang="zh-CN" altLang="en-US" dirty="0">
                <a:latin typeface="Times New Roman" panose="02020503050405090304" pitchFamily="18" charset="0"/>
              </a:rPr>
              <a:t>、死锁处理</a:t>
            </a:r>
            <a:endParaRPr lang="zh-CN" altLang="en-US" dirty="0"/>
          </a:p>
          <a:p>
            <a:r>
              <a:rPr lang="en-US" altLang="zh-CN" dirty="0"/>
              <a:t>1</a:t>
            </a:r>
            <a:r>
              <a:rPr lang="zh-CN" altLang="en-US" dirty="0">
                <a:latin typeface="Times New Roman" panose="02020503050405090304" pitchFamily="18" charset="0"/>
              </a:rPr>
              <a:t>）预防</a:t>
            </a:r>
            <a:endParaRPr lang="zh-CN" altLang="en-US" dirty="0"/>
          </a:p>
          <a:p>
            <a:r>
              <a:rPr lang="en-US" altLang="zh-CN" dirty="0">
                <a:latin typeface="Times New Roman" panose="02020503050405090304" pitchFamily="18" charset="0"/>
              </a:rPr>
              <a:t>——</a:t>
            </a:r>
            <a:r>
              <a:rPr lang="zh-CN" altLang="en-US" dirty="0">
                <a:latin typeface="Times New Roman" panose="02020503050405090304" pitchFamily="18" charset="0"/>
              </a:rPr>
              <a:t>防止产生条件之一发生。</a:t>
            </a:r>
            <a:endParaRPr lang="zh-CN" altLang="en-US" dirty="0"/>
          </a:p>
          <a:p>
            <a:r>
              <a:rPr lang="zh-CN" altLang="en-US" dirty="0">
                <a:latin typeface="宋体" pitchFamily="2" charset="-122"/>
              </a:rPr>
              <a:t>①</a:t>
            </a:r>
            <a:r>
              <a:rPr lang="zh-CN" altLang="en-US" dirty="0"/>
              <a:t> </a:t>
            </a:r>
            <a:r>
              <a:rPr lang="zh-CN" altLang="en-US" dirty="0">
                <a:latin typeface="Times New Roman" panose="02020503050405090304" pitchFamily="18" charset="0"/>
              </a:rPr>
              <a:t>一次封锁法</a:t>
            </a:r>
            <a:endParaRPr lang="zh-CN" altLang="en-US" dirty="0"/>
          </a:p>
          <a:p>
            <a:r>
              <a:rPr lang="en-US" altLang="zh-CN" dirty="0">
                <a:latin typeface="Times New Roman" panose="02020503050405090304" pitchFamily="18" charset="0"/>
              </a:rPr>
              <a:t>——</a:t>
            </a:r>
            <a:r>
              <a:rPr lang="zh-CN" altLang="en-US" dirty="0">
                <a:latin typeface="Times New Roman" panose="02020503050405090304" pitchFamily="18" charset="0"/>
              </a:rPr>
              <a:t>每个事务事先一次获得其需数据的全部锁。</a:t>
            </a:r>
            <a:endParaRPr lang="zh-CN" altLang="en-US" dirty="0"/>
          </a:p>
          <a:p>
            <a:r>
              <a:rPr lang="zh-CN" altLang="en-US" dirty="0">
                <a:latin typeface="Times New Roman" panose="02020503050405090304" pitchFamily="18" charset="0"/>
              </a:rPr>
              <a:t>如：</a:t>
            </a:r>
            <a:r>
              <a:rPr lang="en-US" altLang="zh-CN" dirty="0"/>
              <a:t>T</a:t>
            </a:r>
            <a:r>
              <a:rPr lang="en-US" altLang="zh-CN" baseline="-30000" dirty="0"/>
              <a:t>A</a:t>
            </a:r>
            <a:r>
              <a:rPr lang="zh-CN" altLang="en-US" dirty="0">
                <a:latin typeface="Times New Roman" panose="02020503050405090304" pitchFamily="18" charset="0"/>
              </a:rPr>
              <a:t>获得所有数据</a:t>
            </a:r>
            <a:r>
              <a:rPr lang="en-US" altLang="zh-CN" dirty="0"/>
              <a:t>A</a:t>
            </a:r>
            <a:r>
              <a:rPr lang="zh-CN" altLang="en-US" dirty="0">
                <a:latin typeface="Times New Roman" panose="02020503050405090304" pitchFamily="18" charset="0"/>
              </a:rPr>
              <a:t>、</a:t>
            </a:r>
            <a:r>
              <a:rPr lang="en-US" altLang="zh-CN" dirty="0"/>
              <a:t>B</a:t>
            </a:r>
            <a:r>
              <a:rPr lang="zh-CN" altLang="en-US" dirty="0">
                <a:latin typeface="Times New Roman" panose="02020503050405090304" pitchFamily="18" charset="0"/>
              </a:rPr>
              <a:t>锁，</a:t>
            </a:r>
            <a:r>
              <a:rPr lang="en-US" altLang="zh-CN" dirty="0"/>
              <a:t>T</a:t>
            </a:r>
            <a:r>
              <a:rPr lang="en-US" altLang="zh-CN" baseline="-30000" dirty="0"/>
              <a:t>A</a:t>
            </a:r>
            <a:r>
              <a:rPr lang="zh-CN" altLang="en-US" dirty="0">
                <a:latin typeface="Times New Roman" panose="02020503050405090304" pitchFamily="18" charset="0"/>
              </a:rPr>
              <a:t>连续执行，</a:t>
            </a:r>
            <a:r>
              <a:rPr lang="en-US" altLang="zh-CN" dirty="0"/>
              <a:t>T</a:t>
            </a:r>
            <a:r>
              <a:rPr lang="en-US" altLang="zh-CN" baseline="-30000" dirty="0"/>
              <a:t>B</a:t>
            </a:r>
            <a:r>
              <a:rPr lang="zh-CN" altLang="en-US" dirty="0">
                <a:latin typeface="Times New Roman" panose="02020503050405090304" pitchFamily="18" charset="0"/>
              </a:rPr>
              <a:t>等待；</a:t>
            </a:r>
            <a:r>
              <a:rPr lang="en-US" altLang="zh-CN" dirty="0"/>
              <a:t>T</a:t>
            </a:r>
            <a:r>
              <a:rPr lang="en-US" altLang="zh-CN" baseline="-30000" dirty="0"/>
              <a:t>A</a:t>
            </a:r>
            <a:r>
              <a:rPr lang="zh-CN" altLang="en-US" dirty="0">
                <a:latin typeface="Times New Roman" panose="02020503050405090304" pitchFamily="18" charset="0"/>
              </a:rPr>
              <a:t>执行完后释放</a:t>
            </a:r>
            <a:r>
              <a:rPr lang="en-US" altLang="zh-CN" dirty="0"/>
              <a:t>A</a:t>
            </a:r>
            <a:r>
              <a:rPr lang="zh-CN" altLang="en-US" dirty="0">
                <a:latin typeface="Times New Roman" panose="02020503050405090304" pitchFamily="18" charset="0"/>
              </a:rPr>
              <a:t>、</a:t>
            </a:r>
            <a:r>
              <a:rPr lang="en-US" altLang="zh-CN" dirty="0"/>
              <a:t>B</a:t>
            </a:r>
            <a:r>
              <a:rPr lang="zh-CN" altLang="en-US" dirty="0">
                <a:latin typeface="Times New Roman" panose="02020503050405090304" pitchFamily="18" charset="0"/>
              </a:rPr>
              <a:t>锁，</a:t>
            </a:r>
            <a:r>
              <a:rPr lang="en-US" altLang="zh-CN" dirty="0"/>
              <a:t>T</a:t>
            </a:r>
            <a:r>
              <a:rPr lang="en-US" altLang="zh-CN" baseline="-30000" dirty="0"/>
              <a:t>B</a:t>
            </a:r>
            <a:r>
              <a:rPr lang="zh-CN" altLang="en-US" dirty="0">
                <a:latin typeface="Times New Roman" panose="02020503050405090304" pitchFamily="18" charset="0"/>
              </a:rPr>
              <a:t>继续执行，不会发生死锁。</a:t>
            </a:r>
            <a:endParaRPr lang="zh-CN" altLang="en-US" dirty="0">
              <a:latin typeface="Times New Roman" panose="02020503050405090304" pitchFamily="18" charset="0"/>
            </a:endParaRPr>
          </a:p>
          <a:p>
            <a:endParaRPr lang="zh-CN" altLang="en-US" dirty="0">
              <a:latin typeface="Times New Roman" panose="02020503050405090304" pitchFamily="18" charset="0"/>
            </a:endParaRPr>
          </a:p>
          <a:p>
            <a:r>
              <a:rPr lang="zh-CN" altLang="en-US" dirty="0">
                <a:latin typeface="Times New Roman" panose="02020503050405090304" pitchFamily="18" charset="0"/>
              </a:rPr>
              <a:t>特征： 简单； 无死锁； </a:t>
            </a:r>
            <a:r>
              <a:rPr lang="zh-CN" altLang="en-US" dirty="0">
                <a:solidFill>
                  <a:srgbClr val="FF0000"/>
                </a:solidFill>
                <a:latin typeface="Times New Roman" panose="02020503050405090304" pitchFamily="18" charset="0"/>
              </a:rPr>
              <a:t>粒度大，并发性低；</a:t>
            </a:r>
            <a:endParaRPr lang="zh-CN" altLang="en-US" dirty="0">
              <a:solidFill>
                <a:srgbClr val="FF0000"/>
              </a:solidFill>
              <a:latin typeface="Times New Roman" panose="02020503050405090304" pitchFamily="18" charset="0"/>
            </a:endParaRPr>
          </a:p>
          <a:p>
            <a:r>
              <a:rPr lang="zh-CN" altLang="en-US" dirty="0">
                <a:solidFill>
                  <a:srgbClr val="FF0000"/>
                </a:solidFill>
                <a:latin typeface="Times New Roman" panose="02020503050405090304" pitchFamily="18" charset="0"/>
              </a:rPr>
              <a:t>             难以确定封锁对象（</a:t>
            </a:r>
            <a:r>
              <a:rPr lang="en-US" altLang="zh-CN" dirty="0">
                <a:solidFill>
                  <a:srgbClr val="FF0000"/>
                </a:solidFill>
              </a:rPr>
              <a:t>DB</a:t>
            </a:r>
            <a:r>
              <a:rPr lang="zh-CN" altLang="en-US" dirty="0">
                <a:solidFill>
                  <a:srgbClr val="FF0000"/>
                </a:solidFill>
                <a:latin typeface="Times New Roman" panose="02020503050405090304" pitchFamily="18" charset="0"/>
              </a:rPr>
              <a:t>常变化，只好扩大封锁范围）。</a:t>
            </a:r>
            <a:endParaRPr lang="zh-CN" altLang="en-US" dirty="0">
              <a:solidFill>
                <a:srgbClr val="FF0000"/>
              </a:solidFill>
            </a:endParaRPr>
          </a:p>
        </p:txBody>
      </p:sp>
      <p:sp>
        <p:nvSpPr>
          <p:cNvPr id="6" name="灯片编号占位符 5"/>
          <p:cNvSpPr>
            <a:spLocks noGrp="1"/>
          </p:cNvSpPr>
          <p:nvPr>
            <p:ph type="sldNum" sz="quarter" idx="12"/>
          </p:nvPr>
        </p:nvSpPr>
        <p:spPr/>
        <p:txBody>
          <a:bodyPr/>
          <a:lstStyle/>
          <a:p>
            <a:pPr>
              <a:defRPr/>
            </a:pPr>
            <a:fld id="{B60C5AB4-6931-4E77-9115-9340FB09D8B0}" type="slidenum">
              <a:rPr lang="en-US" altLang="zh-CN"/>
            </a:fld>
            <a:endParaRPr lang="en-US" altLang="zh-CN"/>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ext Box 2"/>
          <p:cNvSpPr txBox="1">
            <a:spLocks noChangeArrowheads="1"/>
          </p:cNvSpPr>
          <p:nvPr/>
        </p:nvSpPr>
        <p:spPr bwMode="auto">
          <a:xfrm>
            <a:off x="212725" y="844550"/>
            <a:ext cx="8702675" cy="4708981"/>
          </a:xfrm>
          <a:prstGeom prst="rect">
            <a:avLst/>
          </a:prstGeom>
          <a:noFill/>
          <a:ln w="9525">
            <a:noFill/>
            <a:miter lim="800000"/>
          </a:ln>
        </p:spPr>
        <p:txBody>
          <a:bodyPr>
            <a:spAutoFit/>
          </a:bodyPr>
          <a:lstStyle/>
          <a:p>
            <a:r>
              <a:rPr lang="en-US" altLang="zh-CN" dirty="0">
                <a:latin typeface="宋体" pitchFamily="2" charset="-122"/>
              </a:rPr>
              <a:t>②</a:t>
            </a:r>
            <a:r>
              <a:rPr lang="en-US" altLang="zh-CN" dirty="0"/>
              <a:t> </a:t>
            </a:r>
            <a:r>
              <a:rPr lang="zh-CN" altLang="en-US" dirty="0">
                <a:latin typeface="Times New Roman" panose="02020503050405090304" pitchFamily="18" charset="0"/>
              </a:rPr>
              <a:t>顺序封锁法</a:t>
            </a:r>
            <a:endParaRPr lang="zh-CN" altLang="en-US" dirty="0"/>
          </a:p>
          <a:p>
            <a:r>
              <a:rPr lang="en-US" altLang="zh-CN" dirty="0">
                <a:latin typeface="Times New Roman" panose="02020503050405090304" pitchFamily="18" charset="0"/>
              </a:rPr>
              <a:t>——</a:t>
            </a:r>
            <a:r>
              <a:rPr lang="zh-CN" altLang="en-US" dirty="0">
                <a:latin typeface="Times New Roman" panose="02020503050405090304" pitchFamily="18" charset="0"/>
              </a:rPr>
              <a:t>事务按预先确定的数据封锁顺序实行封锁。</a:t>
            </a:r>
            <a:endParaRPr lang="zh-CN" altLang="en-US" dirty="0"/>
          </a:p>
          <a:p>
            <a:r>
              <a:rPr lang="zh-CN" altLang="en-US" dirty="0">
                <a:latin typeface="Times New Roman" panose="02020503050405090304" pitchFamily="18" charset="0"/>
              </a:rPr>
              <a:t>上例中：</a:t>
            </a:r>
            <a:endParaRPr lang="zh-CN" altLang="en-US" dirty="0"/>
          </a:p>
          <a:p>
            <a:r>
              <a:rPr lang="zh-CN" altLang="en-US" dirty="0">
                <a:latin typeface="Times New Roman" panose="02020503050405090304" pitchFamily="18" charset="0"/>
              </a:rPr>
              <a:t>设封锁顺序：</a:t>
            </a:r>
            <a:r>
              <a:rPr lang="en-US" altLang="zh-CN" dirty="0"/>
              <a:t>A</a:t>
            </a:r>
            <a:r>
              <a:rPr lang="en-US" altLang="zh-CN" dirty="0">
                <a:latin typeface="宋体" pitchFamily="2" charset="-122"/>
              </a:rPr>
              <a:t>→</a:t>
            </a:r>
            <a:r>
              <a:rPr lang="en-US" altLang="zh-CN" dirty="0"/>
              <a:t>B</a:t>
            </a:r>
            <a:r>
              <a:rPr lang="zh-CN" altLang="en-US" dirty="0">
                <a:latin typeface="Times New Roman" panose="02020503050405090304" pitchFamily="18" charset="0"/>
              </a:rPr>
              <a:t>；</a:t>
            </a:r>
            <a:endParaRPr lang="zh-CN" altLang="en-US" dirty="0"/>
          </a:p>
          <a:p>
            <a:r>
              <a:rPr lang="en-US" altLang="zh-CN" dirty="0"/>
              <a:t>T1</a:t>
            </a:r>
            <a:r>
              <a:rPr lang="zh-CN" altLang="en-US" dirty="0">
                <a:latin typeface="Times New Roman" panose="02020503050405090304" pitchFamily="18" charset="0"/>
              </a:rPr>
              <a:t>、</a:t>
            </a:r>
            <a:r>
              <a:rPr lang="en-US" altLang="zh-CN" dirty="0"/>
              <a:t>T2</a:t>
            </a:r>
            <a:r>
              <a:rPr lang="zh-CN" altLang="en-US" dirty="0">
                <a:latin typeface="Times New Roman" panose="02020503050405090304" pitchFamily="18" charset="0"/>
              </a:rPr>
              <a:t>均按此顺序申请锁；</a:t>
            </a:r>
            <a:endParaRPr lang="zh-CN" altLang="en-US" dirty="0"/>
          </a:p>
          <a:p>
            <a:r>
              <a:rPr lang="zh-CN" altLang="en-US" dirty="0">
                <a:latin typeface="Times New Roman" panose="02020503050405090304" pitchFamily="18" charset="0"/>
              </a:rPr>
              <a:t>若</a:t>
            </a:r>
            <a:r>
              <a:rPr lang="en-US" altLang="zh-CN" dirty="0"/>
              <a:t>T1</a:t>
            </a:r>
            <a:r>
              <a:rPr lang="zh-CN" altLang="en-US" dirty="0">
                <a:latin typeface="Times New Roman" panose="02020503050405090304" pitchFamily="18" charset="0"/>
              </a:rPr>
              <a:t>先获得</a:t>
            </a:r>
            <a:r>
              <a:rPr lang="en-US" altLang="zh-CN" dirty="0"/>
              <a:t>A</a:t>
            </a:r>
            <a:r>
              <a:rPr lang="zh-CN" altLang="en-US" dirty="0">
                <a:latin typeface="Times New Roman" panose="02020503050405090304" pitchFamily="18" charset="0"/>
              </a:rPr>
              <a:t>、</a:t>
            </a:r>
            <a:r>
              <a:rPr lang="en-US" altLang="zh-CN" dirty="0"/>
              <a:t>B</a:t>
            </a:r>
            <a:r>
              <a:rPr lang="zh-CN" altLang="en-US" dirty="0">
                <a:latin typeface="Times New Roman" panose="02020503050405090304" pitchFamily="18" charset="0"/>
              </a:rPr>
              <a:t>锁；</a:t>
            </a:r>
            <a:endParaRPr lang="zh-CN" altLang="en-US" dirty="0"/>
          </a:p>
          <a:p>
            <a:r>
              <a:rPr lang="en-US" altLang="zh-CN" dirty="0"/>
              <a:t>T2</a:t>
            </a:r>
            <a:r>
              <a:rPr lang="zh-CN" altLang="en-US" dirty="0">
                <a:latin typeface="Times New Roman" panose="02020503050405090304" pitchFamily="18" charset="0"/>
              </a:rPr>
              <a:t>则先申请</a:t>
            </a:r>
            <a:r>
              <a:rPr lang="en-US" altLang="zh-CN" dirty="0"/>
              <a:t>A</a:t>
            </a:r>
            <a:r>
              <a:rPr lang="zh-CN" altLang="en-US" dirty="0">
                <a:latin typeface="Times New Roman" panose="02020503050405090304" pitchFamily="18" charset="0"/>
              </a:rPr>
              <a:t>锁，等待；</a:t>
            </a:r>
            <a:endParaRPr lang="zh-CN" altLang="en-US" dirty="0"/>
          </a:p>
          <a:p>
            <a:r>
              <a:rPr lang="en-US" altLang="zh-CN" dirty="0"/>
              <a:t>T1</a:t>
            </a:r>
            <a:r>
              <a:rPr lang="zh-CN" altLang="en-US" dirty="0">
                <a:latin typeface="Times New Roman" panose="02020503050405090304" pitchFamily="18" charset="0"/>
              </a:rPr>
              <a:t>释放</a:t>
            </a:r>
            <a:r>
              <a:rPr lang="en-US" altLang="zh-CN" dirty="0"/>
              <a:t>A</a:t>
            </a:r>
            <a:r>
              <a:rPr lang="zh-CN" altLang="en-US" dirty="0">
                <a:latin typeface="Times New Roman" panose="02020503050405090304" pitchFamily="18" charset="0"/>
              </a:rPr>
              <a:t>、</a:t>
            </a:r>
            <a:r>
              <a:rPr lang="en-US" altLang="zh-CN" dirty="0"/>
              <a:t>B</a:t>
            </a:r>
            <a:r>
              <a:rPr lang="zh-CN" altLang="en-US" dirty="0">
                <a:latin typeface="Times New Roman" panose="02020503050405090304" pitchFamily="18" charset="0"/>
              </a:rPr>
              <a:t>锁；</a:t>
            </a:r>
            <a:endParaRPr lang="zh-CN" altLang="en-US" dirty="0"/>
          </a:p>
          <a:p>
            <a:r>
              <a:rPr lang="en-US" altLang="zh-CN" dirty="0"/>
              <a:t>T2</a:t>
            </a:r>
            <a:r>
              <a:rPr lang="zh-CN" altLang="en-US" dirty="0">
                <a:latin typeface="Times New Roman" panose="02020503050405090304" pitchFamily="18" charset="0"/>
              </a:rPr>
              <a:t>获得锁运行。</a:t>
            </a:r>
            <a:endParaRPr lang="zh-CN" altLang="en-US" dirty="0">
              <a:latin typeface="Times New Roman" panose="02020503050405090304" pitchFamily="18" charset="0"/>
            </a:endParaRPr>
          </a:p>
          <a:p>
            <a:endParaRPr lang="zh-CN" altLang="en-US" dirty="0">
              <a:latin typeface="Times New Roman" panose="02020503050405090304" pitchFamily="18" charset="0"/>
            </a:endParaRPr>
          </a:p>
          <a:p>
            <a:pPr>
              <a:spcBef>
                <a:spcPct val="50000"/>
              </a:spcBef>
            </a:pPr>
            <a:r>
              <a:rPr lang="zh-CN" altLang="en-US" dirty="0">
                <a:latin typeface="Times New Roman" panose="02020503050405090304" pitchFamily="18" charset="0"/>
              </a:rPr>
              <a:t>特征：无死锁； </a:t>
            </a:r>
            <a:r>
              <a:rPr lang="zh-CN" altLang="en-US" dirty="0">
                <a:solidFill>
                  <a:srgbClr val="FF0000"/>
                </a:solidFill>
                <a:latin typeface="Times New Roman" panose="02020503050405090304" pitchFamily="18" charset="0"/>
              </a:rPr>
              <a:t>顺序难以维护； 封锁对象难以确定</a:t>
            </a:r>
            <a:r>
              <a:rPr lang="zh-CN" altLang="en-US" dirty="0">
                <a:latin typeface="Times New Roman" panose="02020503050405090304" pitchFamily="18" charset="0"/>
              </a:rPr>
              <a:t>（运行时确定封锁对象）。</a:t>
            </a:r>
            <a:endParaRPr lang="zh-CN" altLang="en-US" dirty="0"/>
          </a:p>
        </p:txBody>
      </p:sp>
      <p:sp>
        <p:nvSpPr>
          <p:cNvPr id="6" name="灯片编号占位符 5"/>
          <p:cNvSpPr>
            <a:spLocks noGrp="1"/>
          </p:cNvSpPr>
          <p:nvPr>
            <p:ph type="sldNum" sz="quarter" idx="12"/>
          </p:nvPr>
        </p:nvSpPr>
        <p:spPr/>
        <p:txBody>
          <a:bodyPr/>
          <a:lstStyle/>
          <a:p>
            <a:pPr>
              <a:defRPr/>
            </a:pPr>
            <a:fld id="{67C1F2C1-04C9-41AB-B72F-2E0C3FF8BBF4}" type="slidenum">
              <a:rPr lang="en-US" altLang="zh-CN"/>
            </a:fld>
            <a:endParaRPr lang="en-US" altLang="zh-CN"/>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5" name="object 3"/>
          <p:cNvSpPr>
            <a:spLocks noGrp="1" noChangeArrowheads="1"/>
          </p:cNvSpPr>
          <p:nvPr>
            <p:ph type="title"/>
          </p:nvPr>
        </p:nvSpPr>
        <p:spPr>
          <a:xfrm>
            <a:off x="971601" y="1003656"/>
            <a:ext cx="6984776" cy="553998"/>
          </a:xfrm>
        </p:spPr>
        <p:txBody>
          <a:bodyPr wrap="square" tIns="0">
            <a:spAutoFit/>
          </a:bodyPr>
          <a:lstStyle/>
          <a:p>
            <a:r>
              <a:rPr lang="zh-CN" altLang="en-US" sz="3600" dirty="0"/>
              <a:t>死锁的预防</a:t>
            </a:r>
            <a:r>
              <a:rPr lang="en-US" altLang="zh-CN" sz="3600" dirty="0"/>
              <a:t>_</a:t>
            </a:r>
            <a:r>
              <a:rPr lang="zh-CN" altLang="en-US" sz="3600" dirty="0"/>
              <a:t>时间戳优先级法</a:t>
            </a:r>
            <a:endParaRPr lang="zh-CN" altLang="zh-CN" sz="3600" dirty="0"/>
          </a:p>
        </p:txBody>
      </p:sp>
      <p:sp>
        <p:nvSpPr>
          <p:cNvPr id="4" name="object 4"/>
          <p:cNvSpPr txBox="1"/>
          <p:nvPr/>
        </p:nvSpPr>
        <p:spPr>
          <a:xfrm>
            <a:off x="971600" y="1897933"/>
            <a:ext cx="7920880" cy="4431983"/>
          </a:xfrm>
          <a:prstGeom prst="rect">
            <a:avLst/>
          </a:prstGeom>
        </p:spPr>
        <p:txBody>
          <a:bodyPr wrap="square" lIns="0" tIns="0" rIns="0" bIns="0">
            <a:spAutoFit/>
          </a:bodyPr>
          <a:lstStyle/>
          <a:p>
            <a:pPr marL="12700" marR="0" lvl="0" indent="0" algn="l" defTabSz="914400" rtl="0" eaLnBrk="1" fontAlgn="base" latinLnBrk="0" hangingPunct="1">
              <a:spcBef>
                <a:spcPct val="0"/>
              </a:spcBef>
              <a:spcAft>
                <a:spcPct val="0"/>
              </a:spcAft>
              <a:buClrTx/>
              <a:buSzTx/>
              <a:buFontTx/>
              <a:buNone/>
              <a:defRPr/>
            </a:pPr>
            <a:r>
              <a:rPr lang="zh-CN" altLang="en-US" b="1" spc="-114" dirty="0">
                <a:latin typeface="黑体" pitchFamily="2" charset="-122"/>
                <a:ea typeface="黑体" pitchFamily="2" charset="-122"/>
                <a:cs typeface="Times New Roman" panose="02020503050405090304"/>
              </a:rPr>
              <a:t>根据时间戳分配优先级</a:t>
            </a:r>
            <a:r>
              <a:rPr b="1" spc="-114" dirty="0">
                <a:latin typeface="黑体" pitchFamily="2" charset="-122"/>
                <a:ea typeface="黑体" pitchFamily="2" charset="-122"/>
                <a:cs typeface="Times New Roman" panose="02020503050405090304"/>
              </a:rPr>
              <a:t>:</a:t>
            </a:r>
            <a:endParaRPr b="1" spc="-114" dirty="0">
              <a:latin typeface="黑体" pitchFamily="2" charset="-122"/>
              <a:ea typeface="黑体" pitchFamily="2" charset="-122"/>
              <a:cs typeface="Times New Roman" panose="02020503050405090304"/>
            </a:endParaRPr>
          </a:p>
          <a:p>
            <a:pPr marL="12700" marR="0" lvl="0" indent="0" algn="l" defTabSz="914400" rtl="0" eaLnBrk="1" fontAlgn="base" latinLnBrk="0" hangingPunct="1">
              <a:spcBef>
                <a:spcPct val="0"/>
              </a:spcBef>
              <a:spcAft>
                <a:spcPct val="0"/>
              </a:spcAft>
              <a:buClrTx/>
              <a:buSzTx/>
              <a:buFontTx/>
              <a:buNone/>
              <a:defRPr/>
            </a:pPr>
            <a:r>
              <a:rPr kumimoji="1" lang="zh-CN" altLang="en-US" b="0" i="0" u="none" strike="noStrike" kern="1200" cap="none" spc="0" normalizeH="0" baseline="0" noProof="0" dirty="0">
                <a:ln>
                  <a:noFill/>
                </a:ln>
                <a:effectLst/>
                <a:uLnTx/>
                <a:uFillTx/>
                <a:latin typeface="Times New Roman" panose="02020503050405090304"/>
                <a:ea typeface="宋体" pitchFamily="2" charset="-122"/>
                <a:cs typeface="Times New Roman" panose="02020503050405090304"/>
              </a:rPr>
              <a:t>基本思想</a:t>
            </a:r>
            <a:r>
              <a:rPr kumimoji="1" b="0" i="0" u="none" strike="noStrike" kern="1200" cap="none" spc="0" normalizeH="0" baseline="0" noProof="0" dirty="0">
                <a:ln>
                  <a:noFill/>
                </a:ln>
                <a:effectLst/>
                <a:uLnTx/>
                <a:uFillTx/>
                <a:latin typeface="Times New Roman" panose="02020503050405090304"/>
                <a:ea typeface="宋体" pitchFamily="2" charset="-122"/>
                <a:cs typeface="Times New Roman" panose="02020503050405090304"/>
              </a:rPr>
              <a:t>→</a:t>
            </a:r>
            <a:r>
              <a:rPr kumimoji="1" b="0" i="0" u="none" strike="noStrike" kern="1200" cap="none" spc="195" normalizeH="0" baseline="0" noProof="0" dirty="0">
                <a:ln>
                  <a:noFill/>
                </a:ln>
                <a:effectLst/>
                <a:uLnTx/>
                <a:uFillTx/>
                <a:latin typeface="Times New Roman" panose="02020503050405090304"/>
                <a:ea typeface="宋体" pitchFamily="2" charset="-122"/>
                <a:cs typeface="Times New Roman" panose="02020503050405090304"/>
              </a:rPr>
              <a:t> </a:t>
            </a:r>
            <a:r>
              <a:rPr kumimoji="1" lang="zh-CN" altLang="en-US" b="0" i="0" u="none" strike="noStrike" kern="1200" cap="none" spc="195" normalizeH="0" baseline="0" noProof="0" dirty="0">
                <a:ln>
                  <a:noFill/>
                </a:ln>
                <a:solidFill>
                  <a:srgbClr val="FF0000"/>
                </a:solidFill>
                <a:effectLst/>
                <a:uLnTx/>
                <a:uFillTx/>
                <a:latin typeface="Times New Roman" panose="02020503050405090304"/>
                <a:ea typeface="宋体" pitchFamily="2" charset="-122"/>
                <a:cs typeface="Times New Roman" panose="02020503050405090304"/>
              </a:rPr>
              <a:t>较老时间戳</a:t>
            </a:r>
            <a:r>
              <a:rPr kumimoji="1" b="0" i="0" u="none" strike="noStrike" kern="1200" cap="none" spc="-60" normalizeH="0" baseline="0" noProof="0" dirty="0">
                <a:ln>
                  <a:noFill/>
                </a:ln>
                <a:solidFill>
                  <a:srgbClr val="FF0000"/>
                </a:solidFill>
                <a:effectLst/>
                <a:uLnTx/>
                <a:uFillTx/>
                <a:latin typeface="Palatino Linotype" panose="02040502050505030304"/>
                <a:ea typeface="宋体" pitchFamily="2" charset="-122"/>
                <a:cs typeface="Palatino Linotype" panose="02040502050505030304"/>
              </a:rPr>
              <a:t> </a:t>
            </a:r>
            <a:r>
              <a:rPr kumimoji="1" b="0" i="0" u="none" strike="noStrike" kern="1200" cap="none" spc="114" normalizeH="0" baseline="0" noProof="0" dirty="0">
                <a:ln>
                  <a:noFill/>
                </a:ln>
                <a:solidFill>
                  <a:srgbClr val="FF0000"/>
                </a:solidFill>
                <a:effectLst/>
                <a:uLnTx/>
                <a:uFillTx/>
                <a:latin typeface="Palatino Linotype" panose="02040502050505030304"/>
                <a:ea typeface="宋体" pitchFamily="2" charset="-122"/>
                <a:cs typeface="Palatino Linotype" panose="02040502050505030304"/>
              </a:rPr>
              <a:t>=</a:t>
            </a:r>
            <a:r>
              <a:rPr kumimoji="1" b="0" i="0" u="none" strike="noStrike" kern="1200" cap="none" spc="-60" normalizeH="0" baseline="0" noProof="0" dirty="0">
                <a:ln>
                  <a:noFill/>
                </a:ln>
                <a:solidFill>
                  <a:srgbClr val="FF0000"/>
                </a:solidFill>
                <a:effectLst/>
                <a:uLnTx/>
                <a:uFillTx/>
                <a:latin typeface="Palatino Linotype" panose="02040502050505030304"/>
                <a:ea typeface="宋体" pitchFamily="2" charset="-122"/>
                <a:cs typeface="Palatino Linotype" panose="02040502050505030304"/>
              </a:rPr>
              <a:t> </a:t>
            </a:r>
            <a:r>
              <a:rPr kumimoji="1" lang="zh-CN" altLang="en-US" b="0" i="0" u="none" strike="noStrike" kern="1200" cap="none" spc="-60" normalizeH="0" baseline="0" noProof="0" dirty="0">
                <a:ln>
                  <a:noFill/>
                </a:ln>
                <a:solidFill>
                  <a:srgbClr val="FF0000"/>
                </a:solidFill>
                <a:effectLst/>
                <a:uLnTx/>
                <a:uFillTx/>
                <a:latin typeface="Palatino Linotype" panose="02040502050505030304"/>
                <a:ea typeface="宋体" pitchFamily="2" charset="-122"/>
                <a:cs typeface="Palatino Linotype" panose="02040502050505030304"/>
              </a:rPr>
              <a:t>高优先级</a:t>
            </a:r>
            <a:r>
              <a:rPr kumimoji="1" b="0" i="0" u="none" strike="noStrike" kern="1200" cap="none" spc="-75" normalizeH="0" baseline="0" noProof="0" dirty="0">
                <a:ln>
                  <a:noFill/>
                </a:ln>
                <a:solidFill>
                  <a:srgbClr val="FF0000"/>
                </a:solidFill>
                <a:effectLst/>
                <a:uLnTx/>
                <a:uFillTx/>
                <a:latin typeface="Palatino Linotype" panose="02040502050505030304"/>
                <a:ea typeface="宋体" pitchFamily="2" charset="-122"/>
                <a:cs typeface="Palatino Linotype" panose="02040502050505030304"/>
              </a:rPr>
              <a:t> </a:t>
            </a:r>
            <a:r>
              <a:rPr kumimoji="1" b="0" i="0" u="none" strike="noStrike" kern="1200" cap="none" spc="-90" normalizeH="0" baseline="0" noProof="0" dirty="0">
                <a:ln>
                  <a:noFill/>
                </a:ln>
                <a:effectLst/>
                <a:uLnTx/>
                <a:uFillTx/>
                <a:latin typeface="Palatino Linotype" panose="02040502050505030304"/>
                <a:ea typeface="宋体" pitchFamily="2" charset="-122"/>
                <a:cs typeface="Palatino Linotype" panose="02040502050505030304"/>
              </a:rPr>
              <a:t>(</a:t>
            </a:r>
            <a:r>
              <a:rPr kumimoji="1" lang="zh-CN" altLang="en-US" b="0" i="0" u="none" strike="noStrike" kern="1200" cap="none" spc="-90" normalizeH="0" baseline="0" noProof="0" dirty="0">
                <a:ln>
                  <a:noFill/>
                </a:ln>
                <a:effectLst/>
                <a:uLnTx/>
                <a:uFillTx/>
                <a:latin typeface="Palatino Linotype" panose="02040502050505030304"/>
                <a:ea typeface="宋体" pitchFamily="2" charset="-122"/>
                <a:cs typeface="Palatino Linotype" panose="02040502050505030304"/>
              </a:rPr>
              <a:t>例如</a:t>
            </a:r>
            <a:r>
              <a:rPr kumimoji="1" b="0" i="0" u="none" strike="noStrike" kern="1200" cap="none" spc="-65" normalizeH="0" baseline="0" noProof="0" dirty="0">
                <a:ln>
                  <a:noFill/>
                </a:ln>
                <a:effectLst/>
                <a:uLnTx/>
                <a:uFillTx/>
                <a:latin typeface="Palatino Linotype" panose="02040502050505030304"/>
                <a:ea typeface="宋体" pitchFamily="2" charset="-122"/>
                <a:cs typeface="Palatino Linotype" panose="02040502050505030304"/>
              </a:rPr>
              <a:t> </a:t>
            </a:r>
            <a:r>
              <a:rPr kumimoji="1" b="0" i="0" u="none" strike="noStrike" kern="1200" cap="none" spc="-215" normalizeH="0" baseline="0" noProof="0" dirty="0">
                <a:ln>
                  <a:noFill/>
                </a:ln>
                <a:effectLst/>
                <a:uLnTx/>
                <a:uFillTx/>
                <a:latin typeface="Arial" panose="020B0604020202090204"/>
                <a:ea typeface="宋体" pitchFamily="2" charset="-122"/>
                <a:cs typeface="Arial" panose="020B0604020202090204"/>
              </a:rPr>
              <a:t>T</a:t>
            </a:r>
            <a:r>
              <a:rPr kumimoji="1" b="0" i="0" u="none" strike="noStrike" kern="1200" cap="none" spc="-89" normalizeH="0" baseline="-21000" noProof="0" dirty="0">
                <a:ln>
                  <a:noFill/>
                </a:ln>
                <a:effectLst/>
                <a:uLnTx/>
                <a:uFillTx/>
                <a:latin typeface="Arial" panose="020B0604020202090204"/>
                <a:ea typeface="宋体" pitchFamily="2" charset="-122"/>
                <a:cs typeface="Arial" panose="020B0604020202090204"/>
              </a:rPr>
              <a:t>1</a:t>
            </a:r>
            <a:r>
              <a:rPr kumimoji="1" b="0" i="0" u="none" strike="noStrike" kern="1200" cap="none" spc="112" normalizeH="0" baseline="-21000" noProof="0" dirty="0">
                <a:ln>
                  <a:noFill/>
                </a:ln>
                <a:effectLst/>
                <a:uLnTx/>
                <a:uFillTx/>
                <a:latin typeface="Arial" panose="020B0604020202090204"/>
                <a:ea typeface="宋体" pitchFamily="2" charset="-122"/>
                <a:cs typeface="Arial" panose="020B0604020202090204"/>
              </a:rPr>
              <a:t> </a:t>
            </a:r>
            <a:r>
              <a:rPr kumimoji="1" b="0" i="0" u="none" strike="noStrike" kern="1200" cap="none" spc="45" normalizeH="0" baseline="0" noProof="0" dirty="0">
                <a:ln>
                  <a:noFill/>
                </a:ln>
                <a:effectLst/>
                <a:uLnTx/>
                <a:uFillTx/>
                <a:latin typeface="Palatino Linotype" panose="02040502050505030304"/>
                <a:ea typeface="宋体" pitchFamily="2" charset="-122"/>
                <a:cs typeface="Palatino Linotype" panose="02040502050505030304"/>
              </a:rPr>
              <a:t>&gt;</a:t>
            </a:r>
            <a:r>
              <a:rPr kumimoji="1" b="0" i="0" u="none" strike="noStrike" kern="1200" cap="none" spc="-45" normalizeH="0" baseline="0" noProof="0" dirty="0">
                <a:ln>
                  <a:noFill/>
                </a:ln>
                <a:effectLst/>
                <a:uLnTx/>
                <a:uFillTx/>
                <a:latin typeface="Palatino Linotype" panose="02040502050505030304"/>
                <a:ea typeface="宋体" pitchFamily="2" charset="-122"/>
                <a:cs typeface="Palatino Linotype" panose="02040502050505030304"/>
              </a:rPr>
              <a:t> </a:t>
            </a:r>
            <a:r>
              <a:rPr kumimoji="1" b="0" i="0" u="none" strike="noStrike" kern="1200" cap="none" spc="-215" normalizeH="0" baseline="0" noProof="0" dirty="0">
                <a:ln>
                  <a:noFill/>
                </a:ln>
                <a:effectLst/>
                <a:uLnTx/>
                <a:uFillTx/>
                <a:latin typeface="Arial" panose="020B0604020202090204"/>
                <a:ea typeface="宋体" pitchFamily="2" charset="-122"/>
                <a:cs typeface="Arial" panose="020B0604020202090204"/>
              </a:rPr>
              <a:t>T</a:t>
            </a:r>
            <a:r>
              <a:rPr kumimoji="1" b="0" i="0" u="none" strike="noStrike" kern="1200" cap="none" spc="-82" normalizeH="0" baseline="-21000" noProof="0" dirty="0">
                <a:ln>
                  <a:noFill/>
                </a:ln>
                <a:effectLst/>
                <a:uLnTx/>
                <a:uFillTx/>
                <a:latin typeface="Arial" panose="020B0604020202090204"/>
                <a:ea typeface="宋体" pitchFamily="2" charset="-122"/>
                <a:cs typeface="Arial" panose="020B0604020202090204"/>
              </a:rPr>
              <a:t>2</a:t>
            </a:r>
            <a:r>
              <a:rPr kumimoji="1" b="0" i="0" u="none" strike="noStrike" kern="1200" cap="none" spc="-40" normalizeH="0" baseline="0" noProof="0" dirty="0">
                <a:ln>
                  <a:noFill/>
                </a:ln>
                <a:effectLst/>
                <a:uLnTx/>
                <a:uFillTx/>
                <a:latin typeface="Palatino Linotype" panose="02040502050505030304"/>
                <a:ea typeface="宋体" pitchFamily="2" charset="-122"/>
                <a:cs typeface="Palatino Linotype" panose="02040502050505030304"/>
              </a:rPr>
              <a:t>)</a:t>
            </a:r>
            <a:endParaRPr kumimoji="1" b="0" i="0" u="none" strike="noStrike" kern="1200" cap="none" spc="0" normalizeH="0" baseline="0" noProof="0" dirty="0">
              <a:ln>
                <a:noFill/>
              </a:ln>
              <a:effectLst/>
              <a:uLnTx/>
              <a:uFillTx/>
              <a:latin typeface="Palatino Linotype" panose="02040502050505030304"/>
              <a:ea typeface="宋体" pitchFamily="2" charset="-122"/>
              <a:cs typeface="Palatino Linotype" panose="02040502050505030304"/>
            </a:endParaRPr>
          </a:p>
          <a:p>
            <a:pPr marL="0" marR="0" lvl="0" indent="0" algn="l" defTabSz="914400" rtl="0" eaLnBrk="1" fontAlgn="base" latinLnBrk="0" hangingPunct="1">
              <a:spcBef>
                <a:spcPts val="15"/>
              </a:spcBef>
              <a:spcAft>
                <a:spcPct val="0"/>
              </a:spcAft>
              <a:buClrTx/>
              <a:buSzTx/>
              <a:buFontTx/>
              <a:buNone/>
              <a:defRPr/>
            </a:pPr>
            <a:r>
              <a:rPr kumimoji="1" lang="zh-CN" altLang="en-US" b="0" i="0" u="none" strike="noStrike" kern="1200" cap="none" spc="0" normalizeH="0" baseline="0" noProof="0" dirty="0">
                <a:ln>
                  <a:noFill/>
                </a:ln>
                <a:effectLst/>
                <a:uLnTx/>
                <a:uFillTx/>
                <a:latin typeface="Times New Roman" panose="02020503050405090304"/>
                <a:ea typeface="宋体" pitchFamily="2" charset="-122"/>
                <a:cs typeface="Times New Roman" panose="02020503050405090304"/>
              </a:rPr>
              <a:t>发生反转？</a:t>
            </a:r>
            <a:endParaRPr kumimoji="1" lang="en-US" altLang="zh-CN" b="0" i="0" u="none" strike="noStrike" kern="1200" cap="none" spc="0" normalizeH="0" baseline="0" noProof="0" dirty="0">
              <a:ln>
                <a:noFill/>
              </a:ln>
              <a:effectLst/>
              <a:uLnTx/>
              <a:uFillTx/>
              <a:latin typeface="Times New Roman" panose="02020503050405090304"/>
              <a:ea typeface="宋体" pitchFamily="2" charset="-122"/>
              <a:cs typeface="Times New Roman" panose="02020503050405090304"/>
            </a:endParaRPr>
          </a:p>
          <a:p>
            <a:pPr marL="0" marR="0" lvl="0" indent="0" algn="l" defTabSz="914400" rtl="0" eaLnBrk="1" fontAlgn="base" latinLnBrk="0" hangingPunct="1">
              <a:spcBef>
                <a:spcPts val="15"/>
              </a:spcBef>
              <a:spcAft>
                <a:spcPct val="0"/>
              </a:spcAft>
              <a:buClrTx/>
              <a:buSzTx/>
              <a:buFontTx/>
              <a:buNone/>
              <a:defRPr/>
            </a:pPr>
            <a:endParaRPr kumimoji="1" b="0" i="0" u="none" strike="noStrike" kern="1200" cap="none" spc="0" normalizeH="0" baseline="0" noProof="0" dirty="0">
              <a:ln>
                <a:noFill/>
              </a:ln>
              <a:effectLst/>
              <a:uLnTx/>
              <a:uFillTx/>
              <a:latin typeface="Times New Roman" panose="02020503050405090304"/>
              <a:ea typeface="宋体" pitchFamily="2" charset="-122"/>
              <a:cs typeface="Times New Roman" panose="02020503050405090304"/>
            </a:endParaRPr>
          </a:p>
          <a:p>
            <a:pPr marL="12700" marR="0" lvl="0" indent="0" algn="l" defTabSz="914400" rtl="0" eaLnBrk="1" fontAlgn="base" latinLnBrk="0" hangingPunct="1">
              <a:spcBef>
                <a:spcPct val="0"/>
              </a:spcBef>
              <a:spcAft>
                <a:spcPct val="0"/>
              </a:spcAft>
              <a:buClrTx/>
              <a:buSzTx/>
              <a:buFontTx/>
              <a:buNone/>
              <a:defRPr/>
            </a:pPr>
            <a:r>
              <a:rPr kumimoji="1" b="1" i="0" u="none" strike="noStrike" kern="1200" cap="none" spc="75" normalizeH="0" baseline="0" noProof="0" dirty="0">
                <a:ln>
                  <a:noFill/>
                </a:ln>
                <a:effectLst/>
                <a:uLnTx/>
                <a:uFillTx/>
                <a:latin typeface="黑体" pitchFamily="2" charset="-122"/>
                <a:ea typeface="黑体" pitchFamily="2" charset="-122"/>
                <a:cs typeface="Times New Roman" panose="02020503050405090304"/>
              </a:rPr>
              <a:t>Wa</a:t>
            </a:r>
            <a:r>
              <a:rPr kumimoji="1" b="1" i="0" u="none" strike="noStrike" kern="1200" cap="none" spc="35" normalizeH="0" baseline="0" noProof="0" dirty="0">
                <a:ln>
                  <a:noFill/>
                </a:ln>
                <a:effectLst/>
                <a:uLnTx/>
                <a:uFillTx/>
                <a:latin typeface="黑体" pitchFamily="2" charset="-122"/>
                <a:ea typeface="黑体" pitchFamily="2" charset="-122"/>
                <a:cs typeface="Times New Roman" panose="02020503050405090304"/>
              </a:rPr>
              <a:t>i</a:t>
            </a:r>
            <a:r>
              <a:rPr kumimoji="1" b="1" i="0" u="none" strike="noStrike" kern="1200" cap="none" spc="75" normalizeH="0" baseline="0" noProof="0" dirty="0">
                <a:ln>
                  <a:noFill/>
                </a:ln>
                <a:effectLst/>
                <a:uLnTx/>
                <a:uFillTx/>
                <a:latin typeface="黑体" pitchFamily="2" charset="-122"/>
                <a:ea typeface="黑体" pitchFamily="2" charset="-122"/>
                <a:cs typeface="Times New Roman" panose="02020503050405090304"/>
              </a:rPr>
              <a:t>t</a:t>
            </a:r>
            <a:r>
              <a:rPr kumimoji="1" b="1" i="0" u="none" strike="noStrike" kern="1200" cap="none" spc="-50" normalizeH="0" baseline="0" noProof="0" dirty="0">
                <a:ln>
                  <a:noFill/>
                </a:ln>
                <a:effectLst/>
                <a:uLnTx/>
                <a:uFillTx/>
                <a:latin typeface="黑体" pitchFamily="2" charset="-122"/>
                <a:ea typeface="黑体" pitchFamily="2" charset="-122"/>
                <a:cs typeface="Times New Roman" panose="02020503050405090304"/>
              </a:rPr>
              <a:t>-</a:t>
            </a:r>
            <a:r>
              <a:rPr kumimoji="1" b="1" i="0" u="none" strike="noStrike" kern="1200" cap="none" spc="20" normalizeH="0" baseline="0" noProof="0" dirty="0">
                <a:ln>
                  <a:noFill/>
                </a:ln>
                <a:effectLst/>
                <a:uLnTx/>
                <a:uFillTx/>
                <a:latin typeface="黑体" pitchFamily="2" charset="-122"/>
                <a:ea typeface="黑体" pitchFamily="2" charset="-122"/>
                <a:cs typeface="Times New Roman" panose="02020503050405090304"/>
              </a:rPr>
              <a:t>Die</a:t>
            </a:r>
            <a:r>
              <a:rPr kumimoji="1" b="1" i="0" u="none" strike="noStrike" kern="1200" cap="none" spc="-114" normalizeH="0" baseline="0" noProof="0" dirty="0">
                <a:ln>
                  <a:noFill/>
                </a:ln>
                <a:effectLst/>
                <a:uLnTx/>
                <a:uFillTx/>
                <a:latin typeface="黑体" pitchFamily="2" charset="-122"/>
                <a:ea typeface="黑体" pitchFamily="2" charset="-122"/>
                <a:cs typeface="Times New Roman" panose="02020503050405090304"/>
              </a:rPr>
              <a:t> </a:t>
            </a:r>
            <a:r>
              <a:rPr kumimoji="1" b="1" i="0" u="none" strike="noStrike" kern="1200" cap="none" spc="-165" normalizeH="0" baseline="0" noProof="0" dirty="0">
                <a:ln>
                  <a:noFill/>
                </a:ln>
                <a:effectLst/>
                <a:uLnTx/>
                <a:uFillTx/>
                <a:latin typeface="黑体" pitchFamily="2" charset="-122"/>
                <a:ea typeface="黑体" pitchFamily="2" charset="-122"/>
                <a:cs typeface="Times New Roman" panose="02020503050405090304"/>
              </a:rPr>
              <a:t>("Old</a:t>
            </a:r>
            <a:r>
              <a:rPr kumimoji="1" b="1" i="0" u="none" strike="noStrike" kern="1200" cap="none" spc="-114" normalizeH="0" baseline="0" noProof="0" dirty="0">
                <a:ln>
                  <a:noFill/>
                </a:ln>
                <a:effectLst/>
                <a:uLnTx/>
                <a:uFillTx/>
                <a:latin typeface="黑体" pitchFamily="2" charset="-122"/>
                <a:ea typeface="黑体" pitchFamily="2" charset="-122"/>
                <a:cs typeface="Times New Roman" panose="02020503050405090304"/>
              </a:rPr>
              <a:t> </a:t>
            </a:r>
            <a:r>
              <a:rPr kumimoji="1" b="1" i="0" u="none" strike="noStrike" kern="1200" cap="none" spc="75" normalizeH="0" baseline="0" noProof="0" dirty="0">
                <a:ln>
                  <a:noFill/>
                </a:ln>
                <a:effectLst/>
                <a:uLnTx/>
                <a:uFillTx/>
                <a:latin typeface="黑体" pitchFamily="2" charset="-122"/>
                <a:ea typeface="黑体" pitchFamily="2" charset="-122"/>
                <a:cs typeface="Times New Roman" panose="02020503050405090304"/>
              </a:rPr>
              <a:t>Wa</a:t>
            </a:r>
            <a:r>
              <a:rPr kumimoji="1" b="1" i="0" u="none" strike="noStrike" kern="1200" cap="none" spc="35" normalizeH="0" baseline="0" noProof="0" dirty="0">
                <a:ln>
                  <a:noFill/>
                </a:ln>
                <a:effectLst/>
                <a:uLnTx/>
                <a:uFillTx/>
                <a:latin typeface="黑体" pitchFamily="2" charset="-122"/>
                <a:ea typeface="黑体" pitchFamily="2" charset="-122"/>
                <a:cs typeface="Times New Roman" panose="02020503050405090304"/>
              </a:rPr>
              <a:t>i</a:t>
            </a:r>
            <a:r>
              <a:rPr kumimoji="1" b="1" i="0" u="none" strike="noStrike" kern="1200" cap="none" spc="15" normalizeH="0" baseline="0" noProof="0" dirty="0">
                <a:ln>
                  <a:noFill/>
                </a:ln>
                <a:effectLst/>
                <a:uLnTx/>
                <a:uFillTx/>
                <a:latin typeface="黑体" pitchFamily="2" charset="-122"/>
                <a:ea typeface="黑体" pitchFamily="2" charset="-122"/>
                <a:cs typeface="Times New Roman" panose="02020503050405090304"/>
              </a:rPr>
              <a:t>t</a:t>
            </a:r>
            <a:r>
              <a:rPr kumimoji="1" b="1" i="0" u="none" strike="noStrike" kern="1200" cap="none" spc="20" normalizeH="0" baseline="0" noProof="0" dirty="0">
                <a:ln>
                  <a:noFill/>
                </a:ln>
                <a:effectLst/>
                <a:uLnTx/>
                <a:uFillTx/>
                <a:latin typeface="黑体" pitchFamily="2" charset="-122"/>
                <a:ea typeface="黑体" pitchFamily="2" charset="-122"/>
                <a:cs typeface="Times New Roman" panose="02020503050405090304"/>
              </a:rPr>
              <a:t>s</a:t>
            </a:r>
            <a:r>
              <a:rPr kumimoji="1" b="1" i="0" u="none" strike="noStrike" kern="1200" cap="none" spc="-135" normalizeH="0" baseline="0" noProof="0" dirty="0">
                <a:ln>
                  <a:noFill/>
                </a:ln>
                <a:effectLst/>
                <a:uLnTx/>
                <a:uFillTx/>
                <a:latin typeface="黑体" pitchFamily="2" charset="-122"/>
                <a:ea typeface="黑体" pitchFamily="2" charset="-122"/>
                <a:cs typeface="Times New Roman" panose="02020503050405090304"/>
              </a:rPr>
              <a:t> </a:t>
            </a:r>
            <a:r>
              <a:rPr kumimoji="1" b="1" i="0" u="none" strike="noStrike" kern="1200" cap="none" spc="40" normalizeH="0" baseline="0" noProof="0" dirty="0">
                <a:ln>
                  <a:noFill/>
                </a:ln>
                <a:effectLst/>
                <a:uLnTx/>
                <a:uFillTx/>
                <a:latin typeface="黑体" pitchFamily="2" charset="-122"/>
                <a:ea typeface="黑体" pitchFamily="2" charset="-122"/>
                <a:cs typeface="Times New Roman" panose="02020503050405090304"/>
              </a:rPr>
              <a:t>fo</a:t>
            </a:r>
            <a:r>
              <a:rPr kumimoji="1" b="1" i="0" u="none" strike="noStrike" kern="1200" cap="none" spc="45" normalizeH="0" baseline="0" noProof="0" dirty="0">
                <a:ln>
                  <a:noFill/>
                </a:ln>
                <a:effectLst/>
                <a:uLnTx/>
                <a:uFillTx/>
                <a:latin typeface="黑体" pitchFamily="2" charset="-122"/>
                <a:ea typeface="黑体" pitchFamily="2" charset="-122"/>
                <a:cs typeface="Times New Roman" panose="02020503050405090304"/>
              </a:rPr>
              <a:t>r</a:t>
            </a:r>
            <a:r>
              <a:rPr kumimoji="1" b="1" i="0" u="none" strike="noStrike" kern="1200" cap="none" spc="-125" normalizeH="0" baseline="0" noProof="0" dirty="0">
                <a:ln>
                  <a:noFill/>
                </a:ln>
                <a:effectLst/>
                <a:uLnTx/>
                <a:uFillTx/>
                <a:latin typeface="黑体" pitchFamily="2" charset="-122"/>
                <a:ea typeface="黑体" pitchFamily="2" charset="-122"/>
                <a:cs typeface="Times New Roman" panose="02020503050405090304"/>
              </a:rPr>
              <a:t> </a:t>
            </a:r>
            <a:r>
              <a:rPr kumimoji="1" b="1" i="0" u="none" strike="noStrike" kern="1200" cap="none" spc="-100" normalizeH="0" baseline="0" noProof="0" dirty="0">
                <a:ln>
                  <a:noFill/>
                </a:ln>
                <a:effectLst/>
                <a:uLnTx/>
                <a:uFillTx/>
                <a:latin typeface="黑体" pitchFamily="2" charset="-122"/>
                <a:ea typeface="黑体" pitchFamily="2" charset="-122"/>
                <a:cs typeface="Times New Roman" panose="02020503050405090304"/>
              </a:rPr>
              <a:t>Young")</a:t>
            </a:r>
            <a:endParaRPr kumimoji="1" b="1" i="0" u="none" strike="noStrike" kern="1200" cap="none" spc="0" normalizeH="0" baseline="0" noProof="0" dirty="0">
              <a:ln>
                <a:noFill/>
              </a:ln>
              <a:effectLst/>
              <a:uLnTx/>
              <a:uFillTx/>
              <a:latin typeface="黑体" pitchFamily="2" charset="-122"/>
              <a:ea typeface="黑体" pitchFamily="2" charset="-122"/>
              <a:cs typeface="Times New Roman" panose="02020503050405090304"/>
            </a:endParaRPr>
          </a:p>
          <a:p>
            <a:pPr marL="12700" marR="0" lvl="0" indent="0" algn="l" defTabSz="914400" rtl="0" eaLnBrk="1" fontAlgn="base" latinLnBrk="0" hangingPunct="1">
              <a:spcBef>
                <a:spcPct val="0"/>
              </a:spcBef>
              <a:spcAft>
                <a:spcPct val="0"/>
              </a:spcAft>
              <a:buClrTx/>
              <a:buSzTx/>
              <a:buFontTx/>
              <a:buNone/>
              <a:defRPr/>
            </a:pPr>
            <a:r>
              <a:rPr kumimoji="1" b="0" i="0" u="none" strike="noStrike" kern="1200" cap="none" spc="0" normalizeH="0" baseline="0" noProof="0" dirty="0">
                <a:ln>
                  <a:noFill/>
                </a:ln>
                <a:effectLst/>
                <a:uLnTx/>
                <a:uFillTx/>
                <a:latin typeface="Times New Roman" panose="02020503050405090304"/>
                <a:ea typeface="宋体" pitchFamily="2" charset="-122"/>
                <a:cs typeface="Times New Roman" panose="02020503050405090304"/>
              </a:rPr>
              <a:t>→</a:t>
            </a:r>
            <a:r>
              <a:rPr kumimoji="1" b="0" i="0" u="none" strike="noStrike" kern="1200" cap="none" spc="195" normalizeH="0" baseline="0" noProof="0" dirty="0">
                <a:ln>
                  <a:noFill/>
                </a:ln>
                <a:effectLst/>
                <a:uLnTx/>
                <a:uFillTx/>
                <a:latin typeface="Times New Roman" panose="02020503050405090304"/>
                <a:ea typeface="宋体" pitchFamily="2" charset="-122"/>
                <a:cs typeface="Times New Roman" panose="02020503050405090304"/>
              </a:rPr>
              <a:t> </a:t>
            </a:r>
            <a:r>
              <a:rPr kumimoji="1" lang="zh-CN" altLang="en-US" b="0" i="0" u="none" strike="noStrike" kern="1200" cap="none" spc="195" normalizeH="0" baseline="0" noProof="0" dirty="0">
                <a:ln>
                  <a:noFill/>
                </a:ln>
                <a:effectLst/>
                <a:uLnTx/>
                <a:uFillTx/>
                <a:latin typeface="Times New Roman" panose="02020503050405090304"/>
                <a:ea typeface="宋体" pitchFamily="2" charset="-122"/>
                <a:cs typeface="Times New Roman" panose="02020503050405090304"/>
              </a:rPr>
              <a:t>如</a:t>
            </a:r>
            <a:r>
              <a:rPr kumimoji="1" lang="zh-CN" altLang="en-US" b="0" i="0" u="none" strike="noStrike" kern="1200" cap="none" spc="-45" normalizeH="0" baseline="0" noProof="0" dirty="0">
                <a:ln>
                  <a:noFill/>
                </a:ln>
                <a:effectLst/>
                <a:uLnTx/>
                <a:uFillTx/>
                <a:latin typeface="Palatino Linotype" panose="02040502050505030304"/>
                <a:ea typeface="宋体" pitchFamily="2" charset="-122"/>
                <a:cs typeface="Palatino Linotype" panose="02040502050505030304"/>
              </a:rPr>
              <a:t>果请求锁事务比持有锁的事务具有更高的优先级（</a:t>
            </a:r>
            <a:r>
              <a:rPr kumimoji="1" lang="zh-CN" altLang="en-US" b="0" i="0" u="none" strike="noStrike" kern="1200" cap="none" spc="-45" normalizeH="0" baseline="0" noProof="0" dirty="0">
                <a:ln>
                  <a:noFill/>
                </a:ln>
                <a:solidFill>
                  <a:srgbClr val="FF0000"/>
                </a:solidFill>
                <a:effectLst/>
                <a:uLnTx/>
                <a:uFillTx/>
                <a:latin typeface="Palatino Linotype" panose="02040502050505030304"/>
                <a:ea typeface="宋体" pitchFamily="2" charset="-122"/>
                <a:cs typeface="Palatino Linotype" panose="02040502050505030304"/>
              </a:rPr>
              <a:t>更早</a:t>
            </a:r>
            <a:r>
              <a:rPr kumimoji="1" lang="zh-CN" altLang="en-US" b="0" i="0" u="none" strike="noStrike" kern="1200" cap="none" spc="-45" normalizeH="0" baseline="0" noProof="0" dirty="0">
                <a:ln>
                  <a:noFill/>
                </a:ln>
                <a:effectLst/>
                <a:uLnTx/>
                <a:uFillTx/>
                <a:latin typeface="Palatino Linotype" panose="02040502050505030304"/>
                <a:ea typeface="宋体" pitchFamily="2" charset="-122"/>
                <a:cs typeface="Palatino Linotype" panose="02040502050505030304"/>
              </a:rPr>
              <a:t>），则请求事务</a:t>
            </a:r>
            <a:r>
              <a:rPr kumimoji="1" lang="zh-CN" altLang="en-US" b="0" i="0" u="none" strike="noStrike" kern="1200" cap="none" spc="-45" normalizeH="0" baseline="0" noProof="0" dirty="0">
                <a:ln>
                  <a:noFill/>
                </a:ln>
                <a:solidFill>
                  <a:srgbClr val="FF0000"/>
                </a:solidFill>
                <a:effectLst/>
                <a:uLnTx/>
                <a:uFillTx/>
                <a:latin typeface="Palatino Linotype" panose="02040502050505030304"/>
                <a:ea typeface="宋体" pitchFamily="2" charset="-122"/>
                <a:cs typeface="Palatino Linotype" panose="02040502050505030304"/>
              </a:rPr>
              <a:t>等待</a:t>
            </a:r>
            <a:r>
              <a:rPr kumimoji="1" lang="zh-CN" altLang="en-US" b="0" i="0" u="none" strike="noStrike" kern="1200" cap="none" spc="-45" normalizeH="0" baseline="0" noProof="0" dirty="0">
                <a:ln>
                  <a:noFill/>
                </a:ln>
                <a:effectLst/>
                <a:uLnTx/>
                <a:uFillTx/>
                <a:latin typeface="Palatino Linotype" panose="02040502050505030304"/>
                <a:ea typeface="宋体" pitchFamily="2" charset="-122"/>
                <a:cs typeface="Palatino Linotype" panose="02040502050505030304"/>
              </a:rPr>
              <a:t>其完成。</a:t>
            </a:r>
            <a:endParaRPr kumimoji="1" lang="zh-CN" altLang="en-US" b="0" i="0" u="none" strike="noStrike" kern="1200" cap="none" spc="-45" normalizeH="0" baseline="0" noProof="0" dirty="0">
              <a:ln>
                <a:noFill/>
              </a:ln>
              <a:effectLst/>
              <a:uLnTx/>
              <a:uFillTx/>
              <a:latin typeface="Palatino Linotype" panose="02040502050505030304"/>
              <a:ea typeface="宋体" pitchFamily="2" charset="-122"/>
              <a:cs typeface="Palatino Linotype" panose="02040502050505030304"/>
            </a:endParaRPr>
          </a:p>
          <a:p>
            <a:pPr marL="12700" marR="0" lvl="0" indent="0" algn="l" defTabSz="914400" rtl="0" eaLnBrk="1" fontAlgn="base" latinLnBrk="0" hangingPunct="1">
              <a:spcBef>
                <a:spcPct val="0"/>
              </a:spcBef>
              <a:spcAft>
                <a:spcPct val="0"/>
              </a:spcAft>
              <a:buClrTx/>
              <a:buSzTx/>
              <a:buFontTx/>
              <a:buNone/>
              <a:defRPr/>
            </a:pPr>
            <a:r>
              <a:rPr kumimoji="1" b="0" i="0" u="none" strike="noStrike" kern="1200" cap="none" spc="5" normalizeH="0" baseline="0" noProof="0" dirty="0">
                <a:ln>
                  <a:noFill/>
                </a:ln>
                <a:effectLst/>
                <a:uLnTx/>
                <a:uFillTx/>
                <a:latin typeface="Times New Roman" panose="02020503050405090304"/>
                <a:ea typeface="宋体" pitchFamily="2" charset="-122"/>
                <a:cs typeface="Times New Roman" panose="02020503050405090304"/>
              </a:rPr>
              <a:t>→</a:t>
            </a:r>
            <a:r>
              <a:rPr kumimoji="1" b="0" i="0" u="none" strike="noStrike" kern="1200" cap="none" spc="190" normalizeH="0" baseline="0" noProof="0" dirty="0">
                <a:ln>
                  <a:noFill/>
                </a:ln>
                <a:effectLst/>
                <a:uLnTx/>
                <a:uFillTx/>
                <a:latin typeface="Times New Roman" panose="02020503050405090304"/>
                <a:ea typeface="宋体" pitchFamily="2" charset="-122"/>
                <a:cs typeface="Times New Roman" panose="02020503050405090304"/>
              </a:rPr>
              <a:t> </a:t>
            </a:r>
            <a:r>
              <a:rPr kumimoji="1" lang="zh-CN" altLang="en-US" b="0" i="0" u="none" strike="noStrike" kern="1200" cap="none" spc="-75" normalizeH="0" baseline="0" noProof="0" dirty="0">
                <a:ln>
                  <a:noFill/>
                </a:ln>
                <a:effectLst/>
                <a:uLnTx/>
                <a:uFillTx/>
                <a:latin typeface="Palatino Linotype" panose="02040502050505030304"/>
                <a:ea typeface="宋体" pitchFamily="2" charset="-122"/>
                <a:cs typeface="Palatino Linotype" panose="02040502050505030304"/>
              </a:rPr>
              <a:t>否则，</a:t>
            </a:r>
            <a:r>
              <a:rPr kumimoji="1" lang="zh-CN" altLang="en-US" b="0" i="0" u="none" strike="noStrike" kern="1200" cap="none" spc="-45" normalizeH="0" baseline="0" noProof="0" dirty="0">
                <a:ln>
                  <a:noFill/>
                </a:ln>
                <a:solidFill>
                  <a:srgbClr val="FF0000"/>
                </a:solidFill>
                <a:effectLst/>
                <a:uLnTx/>
                <a:uFillTx/>
                <a:latin typeface="Palatino Linotype" panose="02040502050505030304"/>
                <a:ea typeface="宋体" pitchFamily="2" charset="-122"/>
                <a:cs typeface="Palatino Linotype" panose="02040502050505030304"/>
              </a:rPr>
              <a:t>请求</a:t>
            </a:r>
            <a:r>
              <a:rPr kumimoji="1" lang="zh-CN" altLang="en-US" b="0" i="0" u="none" strike="noStrike" kern="1200" cap="none" spc="-45" normalizeH="0" baseline="0" noProof="0" dirty="0">
                <a:ln>
                  <a:noFill/>
                </a:ln>
                <a:effectLst/>
                <a:uLnTx/>
                <a:uFillTx/>
                <a:latin typeface="Palatino Linotype" panose="02040502050505030304"/>
                <a:ea typeface="宋体" pitchFamily="2" charset="-122"/>
                <a:cs typeface="Palatino Linotype" panose="02040502050505030304"/>
              </a:rPr>
              <a:t>事务</a:t>
            </a:r>
            <a:r>
              <a:rPr kumimoji="1" lang="zh-CN" altLang="en-US" b="0" i="0" u="none" strike="noStrike" kern="1200" cap="none" spc="-45" normalizeH="0" baseline="0" noProof="0" dirty="0">
                <a:ln>
                  <a:noFill/>
                </a:ln>
                <a:solidFill>
                  <a:srgbClr val="FF0000"/>
                </a:solidFill>
                <a:effectLst/>
                <a:uLnTx/>
                <a:uFillTx/>
                <a:latin typeface="Palatino Linotype" panose="02040502050505030304"/>
                <a:ea typeface="宋体" pitchFamily="2" charset="-122"/>
                <a:cs typeface="Palatino Linotype" panose="02040502050505030304"/>
              </a:rPr>
              <a:t>撤销</a:t>
            </a:r>
            <a:r>
              <a:rPr kumimoji="1" lang="zh-CN" altLang="en-US" b="0" i="0" u="none" strike="noStrike" kern="1200" cap="none" spc="-45" normalizeH="0" baseline="0" noProof="0" dirty="0">
                <a:ln>
                  <a:noFill/>
                </a:ln>
                <a:effectLst/>
                <a:uLnTx/>
                <a:uFillTx/>
                <a:latin typeface="Palatino Linotype" panose="02040502050505030304"/>
                <a:ea typeface="宋体" pitchFamily="2" charset="-122"/>
                <a:cs typeface="Palatino Linotype" panose="02040502050505030304"/>
              </a:rPr>
              <a:t>。</a:t>
            </a:r>
            <a:endParaRPr kumimoji="1" b="0" i="0" u="none" strike="noStrike" kern="1200" cap="none" spc="0" normalizeH="0" baseline="0" noProof="0" dirty="0">
              <a:ln>
                <a:noFill/>
              </a:ln>
              <a:effectLst/>
              <a:uLnTx/>
              <a:uFillTx/>
              <a:latin typeface="Palatino Linotype" panose="02040502050505030304"/>
              <a:ea typeface="宋体" pitchFamily="2" charset="-122"/>
              <a:cs typeface="Palatino Linotype" panose="02040502050505030304"/>
            </a:endParaRPr>
          </a:p>
          <a:p>
            <a:pPr marL="12700">
              <a:defRPr/>
            </a:pPr>
            <a:r>
              <a:rPr b="1" spc="75" dirty="0">
                <a:latin typeface="黑体" pitchFamily="2" charset="-122"/>
                <a:ea typeface="黑体" pitchFamily="2" charset="-122"/>
                <a:cs typeface="Times New Roman" panose="02020503050405090304"/>
              </a:rPr>
              <a:t>Wound-Wait ("Young Waits for Old")</a:t>
            </a:r>
            <a:endParaRPr b="1" spc="75" dirty="0">
              <a:latin typeface="黑体" pitchFamily="2" charset="-122"/>
              <a:ea typeface="黑体" pitchFamily="2" charset="-122"/>
              <a:cs typeface="Times New Roman" panose="02020503050405090304"/>
            </a:endParaRPr>
          </a:p>
          <a:p>
            <a:pPr marL="12700" marR="0" lvl="0" indent="0" algn="l" defTabSz="914400" rtl="0" eaLnBrk="1" fontAlgn="base" latinLnBrk="0" hangingPunct="1">
              <a:spcBef>
                <a:spcPct val="0"/>
              </a:spcBef>
              <a:spcAft>
                <a:spcPct val="0"/>
              </a:spcAft>
              <a:buClrTx/>
              <a:buSzTx/>
              <a:buFontTx/>
              <a:buNone/>
              <a:defRPr/>
            </a:pPr>
            <a:r>
              <a:rPr kumimoji="1" b="0" i="0" u="none" strike="noStrike" kern="1200" cap="none" spc="0" normalizeH="0" baseline="0" noProof="0" dirty="0">
                <a:ln>
                  <a:noFill/>
                </a:ln>
                <a:effectLst/>
                <a:uLnTx/>
                <a:uFillTx/>
                <a:latin typeface="Times New Roman" panose="02020503050405090304"/>
                <a:ea typeface="宋体" pitchFamily="2" charset="-122"/>
                <a:cs typeface="Times New Roman" panose="02020503050405090304"/>
              </a:rPr>
              <a:t>→</a:t>
            </a:r>
            <a:r>
              <a:rPr kumimoji="1" b="0" i="0" u="none" strike="noStrike" kern="1200" cap="none" spc="195" normalizeH="0" baseline="0" noProof="0" dirty="0">
                <a:ln>
                  <a:noFill/>
                </a:ln>
                <a:effectLst/>
                <a:uLnTx/>
                <a:uFillTx/>
                <a:latin typeface="Times New Roman" panose="02020503050405090304"/>
                <a:ea typeface="宋体" pitchFamily="2" charset="-122"/>
                <a:cs typeface="Times New Roman" panose="02020503050405090304"/>
              </a:rPr>
              <a:t> </a:t>
            </a:r>
            <a:r>
              <a:rPr kumimoji="1" lang="zh-CN" altLang="en-US" b="0" i="0" u="none" strike="noStrike" kern="1200" cap="none" spc="0" normalizeH="0" baseline="0" noProof="0" dirty="0">
                <a:ln>
                  <a:noFill/>
                </a:ln>
                <a:effectLst/>
                <a:uLnTx/>
                <a:uFillTx/>
                <a:latin typeface="-apple-system"/>
                <a:ea typeface="宋体" pitchFamily="2" charset="-122"/>
                <a:cs typeface="+mn-cs"/>
              </a:rPr>
              <a:t>如果请求的事务比</a:t>
            </a:r>
            <a:r>
              <a:rPr kumimoji="1" lang="zh-CN" altLang="en-US" b="0" i="0" u="none" strike="noStrike" kern="1200" cap="none" spc="-45" normalizeH="0" baseline="0" noProof="0" dirty="0">
                <a:ln>
                  <a:noFill/>
                </a:ln>
                <a:effectLst/>
                <a:uLnTx/>
                <a:uFillTx/>
                <a:latin typeface="Palatino Linotype" panose="02040502050505030304"/>
                <a:ea typeface="宋体" pitchFamily="2" charset="-122"/>
                <a:cs typeface="Palatino Linotype" panose="02040502050505030304"/>
              </a:rPr>
              <a:t>持</a:t>
            </a:r>
            <a:r>
              <a:rPr kumimoji="1" lang="zh-CN" altLang="en-US" b="0" i="0" u="none" strike="noStrike" kern="1200" cap="none" spc="0" normalizeH="0" baseline="0" noProof="0" dirty="0">
                <a:ln>
                  <a:noFill/>
                </a:ln>
                <a:effectLst/>
                <a:uLnTx/>
                <a:uFillTx/>
                <a:latin typeface="-apple-system"/>
                <a:ea typeface="宋体" pitchFamily="2" charset="-122"/>
              </a:rPr>
              <a:t>有锁的事务具有更高的优先级，则</a:t>
            </a:r>
            <a:r>
              <a:rPr kumimoji="1" lang="zh-CN" altLang="en-US" b="0" i="0" u="none" strike="noStrike" kern="1200" cap="none" spc="0" normalizeH="0" baseline="0" noProof="0" dirty="0">
                <a:ln>
                  <a:noFill/>
                </a:ln>
                <a:solidFill>
                  <a:srgbClr val="FF0000"/>
                </a:solidFill>
                <a:effectLst/>
                <a:uLnTx/>
                <a:uFillTx/>
                <a:latin typeface="-apple-system"/>
                <a:ea typeface="宋体" pitchFamily="2" charset="-122"/>
              </a:rPr>
              <a:t>撤销</a:t>
            </a:r>
            <a:r>
              <a:rPr kumimoji="1" lang="zh-CN" altLang="en-US" b="0" i="0" u="none" strike="noStrike" kern="1200" cap="none" spc="0" normalizeH="0" baseline="0" noProof="0" dirty="0">
                <a:ln>
                  <a:noFill/>
                </a:ln>
                <a:effectLst/>
                <a:uLnTx/>
                <a:uFillTx/>
                <a:latin typeface="-apple-system"/>
                <a:ea typeface="宋体" pitchFamily="2" charset="-122"/>
              </a:rPr>
              <a:t>持有锁的事务，释放锁。</a:t>
            </a:r>
            <a:endParaRPr kumimoji="1" b="0" i="0" u="none" strike="noStrike" kern="1200" cap="none" spc="0" normalizeH="0" baseline="0" noProof="0" dirty="0">
              <a:ln>
                <a:noFill/>
              </a:ln>
              <a:effectLst/>
              <a:uLnTx/>
              <a:uFillTx/>
              <a:latin typeface="Palatino Linotype" panose="02040502050505030304"/>
              <a:ea typeface="宋体" pitchFamily="2" charset="-122"/>
              <a:cs typeface="Palatino Linotype" panose="02040502050505030304"/>
            </a:endParaRPr>
          </a:p>
          <a:p>
            <a:pPr marL="12700" marR="0" lvl="0" indent="0" algn="l" defTabSz="914400" rtl="0" eaLnBrk="1" fontAlgn="base" latinLnBrk="0" hangingPunct="1">
              <a:spcBef>
                <a:spcPct val="0"/>
              </a:spcBef>
              <a:spcAft>
                <a:spcPct val="0"/>
              </a:spcAft>
              <a:buClrTx/>
              <a:buSzTx/>
              <a:buFontTx/>
              <a:buNone/>
              <a:defRPr/>
            </a:pPr>
            <a:r>
              <a:rPr kumimoji="1" b="0" i="0" u="none" strike="noStrike" kern="1200" cap="none" spc="0" normalizeH="0" baseline="0" noProof="0" dirty="0">
                <a:ln>
                  <a:noFill/>
                </a:ln>
                <a:effectLst/>
                <a:uLnTx/>
                <a:uFillTx/>
                <a:latin typeface="Times New Roman" panose="02020503050405090304"/>
                <a:ea typeface="宋体" pitchFamily="2" charset="-122"/>
                <a:cs typeface="Times New Roman" panose="02020503050405090304"/>
              </a:rPr>
              <a:t>→</a:t>
            </a:r>
            <a:r>
              <a:rPr kumimoji="1" b="0" i="0" u="none" strike="noStrike" kern="1200" cap="none" spc="195" normalizeH="0" baseline="0" noProof="0" dirty="0">
                <a:ln>
                  <a:noFill/>
                </a:ln>
                <a:effectLst/>
                <a:uLnTx/>
                <a:uFillTx/>
                <a:latin typeface="Times New Roman" panose="02020503050405090304"/>
                <a:ea typeface="宋体" pitchFamily="2" charset="-122"/>
                <a:cs typeface="Times New Roman" panose="02020503050405090304"/>
              </a:rPr>
              <a:t> </a:t>
            </a:r>
            <a:r>
              <a:rPr kumimoji="1" lang="zh-CN" altLang="en-US" b="0" i="0" u="none" strike="noStrike" kern="1200" cap="none" spc="-75" normalizeH="0" baseline="0" noProof="0" dirty="0">
                <a:ln>
                  <a:noFill/>
                </a:ln>
                <a:effectLst/>
                <a:uLnTx/>
                <a:uFillTx/>
                <a:latin typeface="Palatino Linotype" panose="02040502050505030304"/>
                <a:ea typeface="宋体" pitchFamily="2" charset="-122"/>
                <a:cs typeface="Palatino Linotype" panose="02040502050505030304"/>
              </a:rPr>
              <a:t>否则，</a:t>
            </a:r>
            <a:r>
              <a:rPr kumimoji="1" lang="zh-CN" altLang="en-US" b="0" i="0" u="none" strike="noStrike" kern="1200" cap="none" spc="-45" normalizeH="0" baseline="0" noProof="0" dirty="0">
                <a:ln>
                  <a:noFill/>
                </a:ln>
                <a:solidFill>
                  <a:srgbClr val="FF0000"/>
                </a:solidFill>
                <a:effectLst/>
                <a:uLnTx/>
                <a:uFillTx/>
                <a:latin typeface="Palatino Linotype" panose="02040502050505030304"/>
                <a:ea typeface="宋体" pitchFamily="2" charset="-122"/>
                <a:cs typeface="Palatino Linotype" panose="02040502050505030304"/>
              </a:rPr>
              <a:t>请求</a:t>
            </a:r>
            <a:r>
              <a:rPr kumimoji="1" lang="zh-CN" altLang="en-US" b="0" i="0" u="none" strike="noStrike" kern="1200" cap="none" spc="-45" normalizeH="0" baseline="0" noProof="0" dirty="0">
                <a:ln>
                  <a:noFill/>
                </a:ln>
                <a:effectLst/>
                <a:uLnTx/>
                <a:uFillTx/>
                <a:latin typeface="Palatino Linotype" panose="02040502050505030304"/>
                <a:ea typeface="宋体" pitchFamily="2" charset="-122"/>
                <a:cs typeface="Palatino Linotype" panose="02040502050505030304"/>
              </a:rPr>
              <a:t>事务</a:t>
            </a:r>
            <a:r>
              <a:rPr kumimoji="1" lang="zh-CN" altLang="en-US" b="0" i="0" u="none" strike="noStrike" kern="1200" cap="none" spc="-45" normalizeH="0" baseline="0" noProof="0" dirty="0">
                <a:ln>
                  <a:noFill/>
                </a:ln>
                <a:solidFill>
                  <a:srgbClr val="FF0000"/>
                </a:solidFill>
                <a:effectLst/>
                <a:uLnTx/>
                <a:uFillTx/>
                <a:latin typeface="Palatino Linotype" panose="02040502050505030304"/>
                <a:ea typeface="宋体" pitchFamily="2" charset="-122"/>
                <a:cs typeface="Palatino Linotype" panose="02040502050505030304"/>
              </a:rPr>
              <a:t>等待</a:t>
            </a:r>
            <a:endParaRPr kumimoji="1" b="0" i="0" u="none" strike="noStrike" kern="1200" cap="none" spc="0" normalizeH="0" baseline="0" noProof="0" dirty="0">
              <a:ln>
                <a:noFill/>
              </a:ln>
              <a:solidFill>
                <a:srgbClr val="FF0000"/>
              </a:solidFill>
              <a:effectLst/>
              <a:uLnTx/>
              <a:uFillTx/>
              <a:latin typeface="Palatino Linotype" panose="02040502050505030304"/>
              <a:ea typeface="宋体" pitchFamily="2" charset="-122"/>
              <a:cs typeface="Palatino Linotype" panose="02040502050505030304"/>
            </a:endParaRPr>
          </a:p>
        </p:txBody>
      </p:sp>
      <p:sp>
        <p:nvSpPr>
          <p:cNvPr id="5" name="星形: 十二角 4"/>
          <p:cNvSpPr/>
          <p:nvPr/>
        </p:nvSpPr>
        <p:spPr>
          <a:xfrm>
            <a:off x="168932" y="178581"/>
            <a:ext cx="414700" cy="338336"/>
          </a:xfrm>
          <a:prstGeom prst="star12">
            <a:avLst/>
          </a:prstGeom>
          <a:ln>
            <a:solidFill>
              <a:srgbClr val="FF0000"/>
            </a:solidFill>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prstClr val="black"/>
              </a:solidFill>
              <a:effectLst/>
              <a:uLnTx/>
              <a:uFillTx/>
              <a:latin typeface="Constantia"/>
              <a:ea typeface="宋体" pitchFamily="2" charset="-122"/>
              <a:cs typeface="+mn-cs"/>
            </a:endParaRPr>
          </a:p>
        </p:txBody>
      </p:sp>
      <p:sp>
        <p:nvSpPr>
          <p:cNvPr id="2" name="对话气泡: 圆角矩形 1"/>
          <p:cNvSpPr/>
          <p:nvPr/>
        </p:nvSpPr>
        <p:spPr>
          <a:xfrm>
            <a:off x="5868144" y="4149080"/>
            <a:ext cx="1944216" cy="504056"/>
          </a:xfrm>
          <a:prstGeom prst="wedgeRoundRectCallout">
            <a:avLst>
              <a:gd name="adj1" fmla="val -62385"/>
              <a:gd name="adj2" fmla="val -36130"/>
              <a:gd name="adj3" fmla="val 16667"/>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dirty="0"/>
              <a:t>交错时等待</a:t>
            </a:r>
            <a:endParaRPr lang="zh-CN" altLang="en-US" dirty="0"/>
          </a:p>
        </p:txBody>
      </p:sp>
      <p:sp>
        <p:nvSpPr>
          <p:cNvPr id="6" name="对话气泡: 圆角矩形 5"/>
          <p:cNvSpPr/>
          <p:nvPr/>
        </p:nvSpPr>
        <p:spPr>
          <a:xfrm>
            <a:off x="5580112" y="5661248"/>
            <a:ext cx="2592288" cy="504056"/>
          </a:xfrm>
          <a:prstGeom prst="wedgeRoundRectCallout">
            <a:avLst>
              <a:gd name="adj1" fmla="val -62385"/>
              <a:gd name="adj2" fmla="val -36130"/>
              <a:gd name="adj3" fmla="val 16667"/>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dirty="0"/>
              <a:t>交错时夭折对方</a:t>
            </a:r>
            <a:endParaRPr lang="zh-CN" altLang="en-US"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5" name="object 3"/>
          <p:cNvSpPr>
            <a:spLocks noGrp="1" noChangeArrowheads="1"/>
          </p:cNvSpPr>
          <p:nvPr>
            <p:ph type="title"/>
          </p:nvPr>
        </p:nvSpPr>
        <p:spPr>
          <a:xfrm>
            <a:off x="971601" y="1003656"/>
            <a:ext cx="6984776" cy="553998"/>
          </a:xfrm>
        </p:spPr>
        <p:txBody>
          <a:bodyPr wrap="square" tIns="0">
            <a:spAutoFit/>
          </a:bodyPr>
          <a:lstStyle/>
          <a:p>
            <a:r>
              <a:rPr lang="zh-CN" altLang="en-US" sz="3600" dirty="0"/>
              <a:t>死锁的预防</a:t>
            </a:r>
            <a:r>
              <a:rPr lang="en-US" altLang="zh-CN" sz="3600" dirty="0"/>
              <a:t>_</a:t>
            </a:r>
            <a:r>
              <a:rPr lang="zh-CN" altLang="en-US" sz="3600" dirty="0"/>
              <a:t>时间戳优先级法</a:t>
            </a:r>
            <a:endParaRPr lang="zh-CN" altLang="zh-CN" sz="3600" dirty="0"/>
          </a:p>
        </p:txBody>
      </p:sp>
      <p:grpSp>
        <p:nvGrpSpPr>
          <p:cNvPr id="5" name="组合 4"/>
          <p:cNvGrpSpPr/>
          <p:nvPr/>
        </p:nvGrpSpPr>
        <p:grpSpPr>
          <a:xfrm>
            <a:off x="1043608" y="1918056"/>
            <a:ext cx="7216910" cy="3555090"/>
            <a:chOff x="1371600" y="2009098"/>
            <a:chExt cx="7216910" cy="3555090"/>
          </a:xfrm>
        </p:grpSpPr>
        <p:sp>
          <p:nvSpPr>
            <p:cNvPr id="6" name="object 4"/>
            <p:cNvSpPr/>
            <p:nvPr/>
          </p:nvSpPr>
          <p:spPr bwMode="auto">
            <a:xfrm>
              <a:off x="1504950" y="2370138"/>
              <a:ext cx="1098550" cy="1135062"/>
            </a:xfrm>
            <a:custGeom>
              <a:avLst/>
              <a:gdLst>
                <a:gd name="T0" fmla="*/ 0 w 1097280"/>
                <a:gd name="T1" fmla="*/ 1132204 h 1135380"/>
                <a:gd name="T2" fmla="*/ 1110045 w 1097280"/>
                <a:gd name="T3" fmla="*/ 1132204 h 1135380"/>
                <a:gd name="T4" fmla="*/ 1110045 w 1097280"/>
                <a:gd name="T5" fmla="*/ 0 h 1135380"/>
                <a:gd name="T6" fmla="*/ 0 w 1097280"/>
                <a:gd name="T7" fmla="*/ 0 h 1135380"/>
                <a:gd name="T8" fmla="*/ 0 w 1097280"/>
                <a:gd name="T9" fmla="*/ 1132204 h 113538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97280" h="1135380">
                  <a:moveTo>
                    <a:pt x="0" y="1135380"/>
                  </a:moveTo>
                  <a:lnTo>
                    <a:pt x="1097280" y="1135380"/>
                  </a:lnTo>
                  <a:lnTo>
                    <a:pt x="1097280" y="0"/>
                  </a:lnTo>
                  <a:lnTo>
                    <a:pt x="0" y="0"/>
                  </a:lnTo>
                  <a:lnTo>
                    <a:pt x="0" y="113538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lIns="0" tIns="0" rIns="0" bIns="0"/>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prstClr val="black"/>
                </a:solidFill>
                <a:effectLst/>
                <a:uLnTx/>
                <a:uFillTx/>
                <a:latin typeface="Verdana" panose="020B0804030504040204" pitchFamily="34" charset="0"/>
                <a:ea typeface="宋体" pitchFamily="2" charset="-122"/>
                <a:cs typeface="+mn-cs"/>
              </a:endParaRPr>
            </a:p>
          </p:txBody>
        </p:sp>
        <p:sp>
          <p:nvSpPr>
            <p:cNvPr id="8" name="object 5"/>
            <p:cNvSpPr/>
            <p:nvPr/>
          </p:nvSpPr>
          <p:spPr bwMode="auto">
            <a:xfrm>
              <a:off x="1504950" y="2370138"/>
              <a:ext cx="1098550" cy="1135062"/>
            </a:xfrm>
            <a:custGeom>
              <a:avLst/>
              <a:gdLst>
                <a:gd name="T0" fmla="*/ 0 w 1097280"/>
                <a:gd name="T1" fmla="*/ 1132204 h 1135380"/>
                <a:gd name="T2" fmla="*/ 1110045 w 1097280"/>
                <a:gd name="T3" fmla="*/ 1132204 h 1135380"/>
                <a:gd name="T4" fmla="*/ 1110045 w 1097280"/>
                <a:gd name="T5" fmla="*/ 0 h 1135380"/>
                <a:gd name="T6" fmla="*/ 0 w 1097280"/>
                <a:gd name="T7" fmla="*/ 0 h 1135380"/>
                <a:gd name="T8" fmla="*/ 0 w 1097280"/>
                <a:gd name="T9" fmla="*/ 1132204 h 113538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97280" h="1135380">
                  <a:moveTo>
                    <a:pt x="0" y="1135380"/>
                  </a:moveTo>
                  <a:lnTo>
                    <a:pt x="1097280" y="1135380"/>
                  </a:lnTo>
                  <a:lnTo>
                    <a:pt x="1097280" y="0"/>
                  </a:lnTo>
                  <a:lnTo>
                    <a:pt x="0" y="0"/>
                  </a:lnTo>
                  <a:lnTo>
                    <a:pt x="0" y="1135380"/>
                  </a:lnTo>
                  <a:close/>
                </a:path>
              </a:pathLst>
            </a:custGeom>
            <a:noFill/>
            <a:ln w="9525">
              <a:solidFill>
                <a:srgbClr val="0D0D0D"/>
              </a:solidFill>
              <a:round/>
            </a:ln>
            <a:extLst>
              <a:ext uri="{909E8E84-426E-40DD-AFC4-6F175D3DCCD1}">
                <a14:hiddenFill xmlns:a14="http://schemas.microsoft.com/office/drawing/2010/main">
                  <a:solidFill>
                    <a:srgbClr val="FFFFFF"/>
                  </a:solidFill>
                </a14:hiddenFill>
              </a:ext>
            </a:extLst>
          </p:spPr>
          <p:txBody>
            <a:bodyPr lIns="0" tIns="0" rIns="0" bIns="0"/>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prstClr val="black"/>
                </a:solidFill>
                <a:effectLst/>
                <a:uLnTx/>
                <a:uFillTx/>
                <a:latin typeface="Verdana" panose="020B0804030504040204" pitchFamily="34" charset="0"/>
                <a:ea typeface="宋体" pitchFamily="2" charset="-122"/>
                <a:cs typeface="+mn-cs"/>
              </a:endParaRPr>
            </a:p>
          </p:txBody>
        </p:sp>
        <p:sp>
          <p:nvSpPr>
            <p:cNvPr id="9" name="object 6"/>
            <p:cNvSpPr txBox="1">
              <a:spLocks noChangeArrowheads="1"/>
            </p:cNvSpPr>
            <p:nvPr/>
          </p:nvSpPr>
          <p:spPr bwMode="auto">
            <a:xfrm>
              <a:off x="1625600" y="2460625"/>
              <a:ext cx="1322388" cy="24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12700">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itchFamily="2" charset="-122"/>
                </a:defRPr>
              </a:lvl5pPr>
              <a:lvl6pPr marL="2514600" indent="-228600" fontAlgn="base">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itchFamily="2" charset="-122"/>
                </a:defRPr>
              </a:lvl6pPr>
              <a:lvl7pPr marL="2971800" indent="-228600" fontAlgn="base">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itchFamily="2" charset="-122"/>
                </a:defRPr>
              </a:lvl7pPr>
              <a:lvl8pPr marL="3429000" indent="-228600" fontAlgn="base">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itchFamily="2" charset="-122"/>
                </a:defRPr>
              </a:lvl8pPr>
              <a:lvl9pPr marL="3886200" indent="-228600" fontAlgn="base">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itchFamily="2" charset="-122"/>
                </a:defRPr>
              </a:lvl9pPr>
            </a:lstStyle>
            <a:p>
              <a:pPr marL="12700" marR="0" lvl="0" indent="0" algn="l" defTabSz="914400" rtl="0" eaLnBrk="1" fontAlgn="base" latinLnBrk="0" hangingPunct="1">
                <a:lnSpc>
                  <a:spcPct val="100000"/>
                </a:lnSpc>
                <a:spcBef>
                  <a:spcPct val="0"/>
                </a:spcBef>
                <a:spcAft>
                  <a:spcPct val="0"/>
                </a:spcAft>
                <a:buClrTx/>
                <a:buSzTx/>
                <a:buFontTx/>
                <a:buNone/>
                <a:defRPr/>
              </a:pPr>
              <a:r>
                <a:rPr kumimoji="1" lang="en-US" altLang="zh-CN" sz="1600" b="0" i="0" u="none" strike="noStrike" kern="1200" cap="none" spc="0" normalizeH="0" baseline="0" noProof="0" dirty="0">
                  <a:ln>
                    <a:noFill/>
                  </a:ln>
                  <a:solidFill>
                    <a:prstClr val="black"/>
                  </a:solidFill>
                  <a:effectLst/>
                  <a:uLnTx/>
                  <a:uFillTx/>
                  <a:latin typeface="Arial" panose="020B0604020202090204" pitchFamily="34" charset="0"/>
                  <a:ea typeface="宋体" pitchFamily="2" charset="-122"/>
                  <a:cs typeface="Arial" panose="020B0604020202090204" pitchFamily="34" charset="0"/>
                </a:rPr>
                <a:t>BEGIN</a:t>
              </a:r>
              <a:endParaRPr kumimoji="1" lang="zh-CN" altLang="zh-CN" sz="1600" b="0" i="0" u="none" strike="noStrike" kern="1200" cap="none" spc="0" normalizeH="0" baseline="0" noProof="0" dirty="0">
                <a:ln>
                  <a:noFill/>
                </a:ln>
                <a:solidFill>
                  <a:prstClr val="black"/>
                </a:solidFill>
                <a:effectLst/>
                <a:uLnTx/>
                <a:uFillTx/>
                <a:latin typeface="Arial" panose="020B0604020202090204" pitchFamily="34" charset="0"/>
                <a:ea typeface="宋体" pitchFamily="2" charset="-122"/>
                <a:cs typeface="Arial" panose="020B0604020202090204" pitchFamily="34" charset="0"/>
              </a:endParaRPr>
            </a:p>
          </p:txBody>
        </p:sp>
        <p:sp>
          <p:nvSpPr>
            <p:cNvPr id="10" name="object 7"/>
            <p:cNvSpPr txBox="1">
              <a:spLocks noChangeArrowheads="1"/>
            </p:cNvSpPr>
            <p:nvPr/>
          </p:nvSpPr>
          <p:spPr bwMode="auto">
            <a:xfrm>
              <a:off x="1485900" y="3082925"/>
              <a:ext cx="11525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12700">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itchFamily="2" charset="-122"/>
                </a:defRPr>
              </a:lvl5pPr>
              <a:lvl6pPr marL="2514600" indent="-228600" fontAlgn="base">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itchFamily="2" charset="-122"/>
                </a:defRPr>
              </a:lvl6pPr>
              <a:lvl7pPr marL="2971800" indent="-228600" fontAlgn="base">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itchFamily="2" charset="-122"/>
                </a:defRPr>
              </a:lvl7pPr>
              <a:lvl8pPr marL="3429000" indent="-228600" fontAlgn="base">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itchFamily="2" charset="-122"/>
                </a:defRPr>
              </a:lvl8pPr>
              <a:lvl9pPr marL="3886200" indent="-228600" fontAlgn="base">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itchFamily="2" charset="-122"/>
                </a:defRPr>
              </a:lvl9pPr>
            </a:lstStyle>
            <a:p>
              <a:pPr marL="12700" marR="0" lvl="0" indent="0" algn="l" defTabSz="914400" rtl="0" eaLnBrk="1" fontAlgn="base" latinLnBrk="0" hangingPunct="1">
                <a:lnSpc>
                  <a:spcPts val="1825"/>
                </a:lnSpc>
                <a:spcBef>
                  <a:spcPct val="0"/>
                </a:spcBef>
                <a:spcAft>
                  <a:spcPct val="0"/>
                </a:spcAft>
                <a:buClrTx/>
                <a:buSzTx/>
                <a:buFontTx/>
                <a:buNone/>
                <a:defRPr/>
              </a:pPr>
              <a:r>
                <a:rPr kumimoji="1" lang="zh-CN" altLang="zh-CN" sz="1600" b="0" i="0" u="none" strike="noStrike" kern="1200" cap="none" spc="0" normalizeH="0" baseline="0" noProof="0">
                  <a:ln>
                    <a:noFill/>
                  </a:ln>
                  <a:solidFill>
                    <a:srgbClr val="EE3D42"/>
                  </a:solidFill>
                  <a:effectLst/>
                  <a:uLnTx/>
                  <a:uFillTx/>
                  <a:latin typeface="Arial" panose="020B0604020202090204" pitchFamily="34" charset="0"/>
                  <a:ea typeface="宋体" pitchFamily="2" charset="-122"/>
                  <a:cs typeface="Arial" panose="020B0604020202090204" pitchFamily="34" charset="0"/>
                </a:rPr>
                <a:t>X-LOCK</a:t>
              </a:r>
              <a:r>
                <a:rPr kumimoji="1" lang="zh-CN" altLang="zh-CN" sz="1600" b="0" i="0" u="none" strike="noStrike" kern="1200" cap="none" spc="0" normalizeH="0" baseline="0" noProof="0">
                  <a:ln>
                    <a:noFill/>
                  </a:ln>
                  <a:solidFill>
                    <a:srgbClr val="636363"/>
                  </a:solidFill>
                  <a:effectLst/>
                  <a:uLnTx/>
                  <a:uFillTx/>
                  <a:latin typeface="宋体" pitchFamily="2" charset="-122"/>
                  <a:ea typeface="宋体" pitchFamily="2" charset="-122"/>
                  <a:cs typeface="Arial" panose="020B0604020202090204" pitchFamily="34" charset="0"/>
                </a:rPr>
                <a:t>(A)</a:t>
              </a:r>
              <a:endParaRPr kumimoji="1" lang="zh-CN" altLang="zh-CN" sz="1600" b="0" i="0" u="none" strike="noStrike" kern="1200" cap="none" spc="0" normalizeH="0" baseline="0" noProof="0">
                <a:ln>
                  <a:noFill/>
                </a:ln>
                <a:solidFill>
                  <a:prstClr val="black"/>
                </a:solidFill>
                <a:effectLst/>
                <a:uLnTx/>
                <a:uFillTx/>
                <a:latin typeface="宋体" pitchFamily="2" charset="-122"/>
                <a:ea typeface="宋体" pitchFamily="2" charset="-122"/>
                <a:cs typeface="Arial" panose="020B0604020202090204" pitchFamily="34" charset="0"/>
              </a:endParaRPr>
            </a:p>
            <a:p>
              <a:pPr marL="12700" marR="0" lvl="0" indent="0" algn="ctr" defTabSz="914400" rtl="0" eaLnBrk="1" fontAlgn="base" latinLnBrk="0" hangingPunct="1">
                <a:lnSpc>
                  <a:spcPts val="1825"/>
                </a:lnSpc>
                <a:spcBef>
                  <a:spcPct val="0"/>
                </a:spcBef>
                <a:spcAft>
                  <a:spcPct val="0"/>
                </a:spcAft>
                <a:buClrTx/>
                <a:buSzTx/>
                <a:buFontTx/>
                <a:buNone/>
                <a:defRPr/>
              </a:pPr>
              <a:r>
                <a:rPr kumimoji="1" lang="zh-CN" altLang="zh-CN" sz="1600" b="0" i="0" u="none" strike="noStrike" kern="1200" cap="none" spc="0" normalizeH="0" baseline="0" noProof="0">
                  <a:ln>
                    <a:noFill/>
                  </a:ln>
                  <a:solidFill>
                    <a:srgbClr val="636363"/>
                  </a:solidFill>
                  <a:effectLst/>
                  <a:uLnTx/>
                  <a:uFillTx/>
                  <a:latin typeface="Cambria Math" panose="02040503050406030204" pitchFamily="18" charset="0"/>
                  <a:ea typeface="宋体" pitchFamily="2" charset="-122"/>
                  <a:cs typeface="Arial" panose="020B0604020202090204" pitchFamily="34" charset="0"/>
                </a:rPr>
                <a:t>⋮</a:t>
              </a:r>
              <a:endParaRPr kumimoji="1" lang="zh-CN" altLang="zh-CN" sz="1600" b="0" i="0" u="none" strike="noStrike" kern="1200" cap="none" spc="0" normalizeH="0" baseline="0" noProof="0">
                <a:ln>
                  <a:noFill/>
                </a:ln>
                <a:solidFill>
                  <a:prstClr val="black"/>
                </a:solidFill>
                <a:effectLst/>
                <a:uLnTx/>
                <a:uFillTx/>
                <a:latin typeface="Cambria Math" panose="02040503050406030204" pitchFamily="18" charset="0"/>
                <a:ea typeface="宋体" pitchFamily="2" charset="-122"/>
                <a:cs typeface="Arial" panose="020B0604020202090204" pitchFamily="34" charset="0"/>
              </a:endParaRPr>
            </a:p>
          </p:txBody>
        </p:sp>
        <p:sp>
          <p:nvSpPr>
            <p:cNvPr id="11" name="object 8"/>
            <p:cNvSpPr/>
            <p:nvPr/>
          </p:nvSpPr>
          <p:spPr bwMode="auto">
            <a:xfrm>
              <a:off x="2598738" y="2370138"/>
              <a:ext cx="1096962" cy="1135062"/>
            </a:xfrm>
            <a:custGeom>
              <a:avLst/>
              <a:gdLst>
                <a:gd name="T0" fmla="*/ 0 w 1097279"/>
                <a:gd name="T1" fmla="*/ 1132204 h 1135380"/>
                <a:gd name="T2" fmla="*/ 1094114 w 1097279"/>
                <a:gd name="T3" fmla="*/ 1132204 h 1135380"/>
                <a:gd name="T4" fmla="*/ 1094114 w 1097279"/>
                <a:gd name="T5" fmla="*/ 0 h 1135380"/>
                <a:gd name="T6" fmla="*/ 0 w 1097279"/>
                <a:gd name="T7" fmla="*/ 0 h 1135380"/>
                <a:gd name="T8" fmla="*/ 0 w 1097279"/>
                <a:gd name="T9" fmla="*/ 1132204 h 113538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97279" h="1135380">
                  <a:moveTo>
                    <a:pt x="0" y="1135380"/>
                  </a:moveTo>
                  <a:lnTo>
                    <a:pt x="1097280" y="1135380"/>
                  </a:lnTo>
                  <a:lnTo>
                    <a:pt x="1097280" y="0"/>
                  </a:lnTo>
                  <a:lnTo>
                    <a:pt x="0" y="0"/>
                  </a:lnTo>
                  <a:lnTo>
                    <a:pt x="0" y="113538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lIns="0" tIns="0" rIns="0" bIns="0"/>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prstClr val="black"/>
                </a:solidFill>
                <a:effectLst/>
                <a:uLnTx/>
                <a:uFillTx/>
                <a:latin typeface="Verdana" panose="020B0804030504040204" pitchFamily="34" charset="0"/>
                <a:ea typeface="宋体" pitchFamily="2" charset="-122"/>
                <a:cs typeface="+mn-cs"/>
              </a:endParaRPr>
            </a:p>
          </p:txBody>
        </p:sp>
        <p:sp>
          <p:nvSpPr>
            <p:cNvPr id="12" name="object 9"/>
            <p:cNvSpPr/>
            <p:nvPr/>
          </p:nvSpPr>
          <p:spPr bwMode="auto">
            <a:xfrm>
              <a:off x="2598738" y="2370138"/>
              <a:ext cx="1096962" cy="1135062"/>
            </a:xfrm>
            <a:custGeom>
              <a:avLst/>
              <a:gdLst>
                <a:gd name="T0" fmla="*/ 0 w 1097279"/>
                <a:gd name="T1" fmla="*/ 1132204 h 1135380"/>
                <a:gd name="T2" fmla="*/ 1094114 w 1097279"/>
                <a:gd name="T3" fmla="*/ 1132204 h 1135380"/>
                <a:gd name="T4" fmla="*/ 1094114 w 1097279"/>
                <a:gd name="T5" fmla="*/ 0 h 1135380"/>
                <a:gd name="T6" fmla="*/ 0 w 1097279"/>
                <a:gd name="T7" fmla="*/ 0 h 1135380"/>
                <a:gd name="T8" fmla="*/ 0 w 1097279"/>
                <a:gd name="T9" fmla="*/ 1132204 h 113538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97279" h="1135380">
                  <a:moveTo>
                    <a:pt x="0" y="1135380"/>
                  </a:moveTo>
                  <a:lnTo>
                    <a:pt x="1097280" y="1135380"/>
                  </a:lnTo>
                  <a:lnTo>
                    <a:pt x="1097280" y="0"/>
                  </a:lnTo>
                  <a:lnTo>
                    <a:pt x="0" y="0"/>
                  </a:lnTo>
                  <a:lnTo>
                    <a:pt x="0" y="1135380"/>
                  </a:lnTo>
                  <a:close/>
                </a:path>
              </a:pathLst>
            </a:custGeom>
            <a:noFill/>
            <a:ln w="9525">
              <a:solidFill>
                <a:srgbClr val="0D0D0D"/>
              </a:solidFill>
              <a:round/>
            </a:ln>
            <a:extLst>
              <a:ext uri="{909E8E84-426E-40DD-AFC4-6F175D3DCCD1}">
                <a14:hiddenFill xmlns:a14="http://schemas.microsoft.com/office/drawing/2010/main">
                  <a:solidFill>
                    <a:srgbClr val="FFFFFF"/>
                  </a:solidFill>
                </a14:hiddenFill>
              </a:ext>
            </a:extLst>
          </p:spPr>
          <p:txBody>
            <a:bodyPr lIns="0" tIns="0" rIns="0" bIns="0"/>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prstClr val="black"/>
                </a:solidFill>
                <a:effectLst/>
                <a:uLnTx/>
                <a:uFillTx/>
                <a:latin typeface="Verdana" panose="020B0804030504040204" pitchFamily="34" charset="0"/>
                <a:ea typeface="宋体" pitchFamily="2" charset="-122"/>
                <a:cs typeface="+mn-cs"/>
              </a:endParaRPr>
            </a:p>
          </p:txBody>
        </p:sp>
        <p:sp>
          <p:nvSpPr>
            <p:cNvPr id="13" name="object 10"/>
            <p:cNvSpPr txBox="1">
              <a:spLocks noChangeArrowheads="1"/>
            </p:cNvSpPr>
            <p:nvPr/>
          </p:nvSpPr>
          <p:spPr bwMode="auto">
            <a:xfrm>
              <a:off x="2676525" y="2589213"/>
              <a:ext cx="1192213" cy="673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12700">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itchFamily="2" charset="-122"/>
                </a:defRPr>
              </a:lvl5pPr>
              <a:lvl6pPr marL="2514600" indent="-228600" fontAlgn="base">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itchFamily="2" charset="-122"/>
                </a:defRPr>
              </a:lvl6pPr>
              <a:lvl7pPr marL="2971800" indent="-228600" fontAlgn="base">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itchFamily="2" charset="-122"/>
                </a:defRPr>
              </a:lvl7pPr>
              <a:lvl8pPr marL="3429000" indent="-228600" fontAlgn="base">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itchFamily="2" charset="-122"/>
                </a:defRPr>
              </a:lvl8pPr>
              <a:lvl9pPr marL="3886200" indent="-228600" fontAlgn="base">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itchFamily="2" charset="-122"/>
                </a:defRPr>
              </a:lvl9pPr>
            </a:lstStyle>
            <a:p>
              <a:pPr marL="12700" marR="0" lvl="0" indent="0" algn="l" defTabSz="914400" rtl="0" eaLnBrk="1" fontAlgn="base" latinLnBrk="0" hangingPunct="1">
                <a:lnSpc>
                  <a:spcPts val="1825"/>
                </a:lnSpc>
                <a:spcBef>
                  <a:spcPct val="0"/>
                </a:spcBef>
                <a:spcAft>
                  <a:spcPct val="0"/>
                </a:spcAft>
                <a:buClrTx/>
                <a:buSzTx/>
                <a:buFontTx/>
                <a:buNone/>
                <a:defRPr/>
              </a:pPr>
              <a:r>
                <a:rPr kumimoji="1" lang="zh-CN" altLang="zh-CN" sz="1600" b="0" i="0" u="none" strike="noStrike" kern="1200" cap="none" spc="0" normalizeH="0" baseline="0" noProof="0">
                  <a:ln>
                    <a:noFill/>
                  </a:ln>
                  <a:solidFill>
                    <a:srgbClr val="636363"/>
                  </a:solidFill>
                  <a:effectLst/>
                  <a:uLnTx/>
                  <a:uFillTx/>
                  <a:latin typeface="Arial" panose="020B0604020202090204" pitchFamily="34" charset="0"/>
                  <a:ea typeface="宋体" pitchFamily="2" charset="-122"/>
                  <a:cs typeface="Arial" panose="020B0604020202090204" pitchFamily="34" charset="0"/>
                </a:rPr>
                <a:t>BEGIN</a:t>
              </a:r>
              <a:endParaRPr kumimoji="1" lang="zh-CN" altLang="zh-CN" sz="1600" b="0" i="0" u="none" strike="noStrike" kern="1200" cap="none" spc="0" normalizeH="0" baseline="0" noProof="0">
                <a:ln>
                  <a:noFill/>
                </a:ln>
                <a:solidFill>
                  <a:prstClr val="black"/>
                </a:solidFill>
                <a:effectLst/>
                <a:uLnTx/>
                <a:uFillTx/>
                <a:latin typeface="Arial" panose="020B0604020202090204" pitchFamily="34" charset="0"/>
                <a:ea typeface="宋体" pitchFamily="2" charset="-122"/>
                <a:cs typeface="Arial" panose="020B0604020202090204" pitchFamily="34" charset="0"/>
              </a:endParaRPr>
            </a:p>
            <a:p>
              <a:pPr marL="12700" marR="0" lvl="0" indent="0" algn="l" defTabSz="914400" rtl="0" eaLnBrk="1" fontAlgn="base" latinLnBrk="0" hangingPunct="1">
                <a:lnSpc>
                  <a:spcPts val="1725"/>
                </a:lnSpc>
                <a:spcBef>
                  <a:spcPct val="0"/>
                </a:spcBef>
                <a:spcAft>
                  <a:spcPct val="0"/>
                </a:spcAft>
                <a:buClrTx/>
                <a:buSzTx/>
                <a:buFontTx/>
                <a:buNone/>
                <a:defRPr/>
              </a:pPr>
              <a:r>
                <a:rPr kumimoji="1" lang="zh-CN" altLang="zh-CN" sz="1600" b="0" i="0" u="none" strike="noStrike" kern="1200" cap="none" spc="0" normalizeH="0" baseline="0" noProof="0">
                  <a:ln>
                    <a:noFill/>
                  </a:ln>
                  <a:solidFill>
                    <a:srgbClr val="EE3D42"/>
                  </a:solidFill>
                  <a:effectLst/>
                  <a:uLnTx/>
                  <a:uFillTx/>
                  <a:latin typeface="Arial" panose="020B0604020202090204" pitchFamily="34" charset="0"/>
                  <a:ea typeface="宋体" pitchFamily="2" charset="-122"/>
                  <a:cs typeface="Arial" panose="020B0604020202090204" pitchFamily="34" charset="0"/>
                </a:rPr>
                <a:t>X-LOCK</a:t>
              </a:r>
              <a:r>
                <a:rPr kumimoji="1" lang="zh-CN" altLang="zh-CN" sz="1600" b="0" i="0" u="none" strike="noStrike" kern="1200" cap="none" spc="0" normalizeH="0" baseline="0" noProof="0">
                  <a:ln>
                    <a:noFill/>
                  </a:ln>
                  <a:solidFill>
                    <a:srgbClr val="636363"/>
                  </a:solidFill>
                  <a:effectLst/>
                  <a:uLnTx/>
                  <a:uFillTx/>
                  <a:latin typeface="Arial" panose="020B0604020202090204" pitchFamily="34" charset="0"/>
                  <a:ea typeface="宋体" pitchFamily="2" charset="-122"/>
                  <a:cs typeface="Arial" panose="020B0604020202090204" pitchFamily="34" charset="0"/>
                </a:rPr>
                <a:t>(A)</a:t>
              </a:r>
              <a:endParaRPr kumimoji="1" lang="zh-CN" altLang="zh-CN" sz="1600" b="0" i="0" u="none" strike="noStrike" kern="1200" cap="none" spc="0" normalizeH="0" baseline="0" noProof="0">
                <a:ln>
                  <a:noFill/>
                </a:ln>
                <a:solidFill>
                  <a:prstClr val="black"/>
                </a:solidFill>
                <a:effectLst/>
                <a:uLnTx/>
                <a:uFillTx/>
                <a:latin typeface="Arial" panose="020B0604020202090204" pitchFamily="34" charset="0"/>
                <a:ea typeface="宋体" pitchFamily="2" charset="-122"/>
                <a:cs typeface="Arial" panose="020B0604020202090204" pitchFamily="34" charset="0"/>
              </a:endParaRPr>
            </a:p>
            <a:p>
              <a:pPr marL="12700" marR="0" lvl="0" indent="0" algn="ctr" defTabSz="914400" rtl="0" eaLnBrk="1" fontAlgn="base" latinLnBrk="0" hangingPunct="1">
                <a:lnSpc>
                  <a:spcPts val="1825"/>
                </a:lnSpc>
                <a:spcBef>
                  <a:spcPct val="0"/>
                </a:spcBef>
                <a:spcAft>
                  <a:spcPct val="0"/>
                </a:spcAft>
                <a:buClrTx/>
                <a:buSzTx/>
                <a:buFontTx/>
                <a:buNone/>
                <a:defRPr/>
              </a:pPr>
              <a:r>
                <a:rPr kumimoji="1" lang="zh-CN" altLang="zh-CN" sz="1600" b="0" i="0" u="none" strike="noStrike" kern="1200" cap="none" spc="0" normalizeH="0" baseline="0" noProof="0">
                  <a:ln>
                    <a:noFill/>
                  </a:ln>
                  <a:solidFill>
                    <a:srgbClr val="636363"/>
                  </a:solidFill>
                  <a:effectLst/>
                  <a:uLnTx/>
                  <a:uFillTx/>
                  <a:latin typeface="Cambria Math" panose="02040503050406030204" pitchFamily="18" charset="0"/>
                  <a:ea typeface="宋体" pitchFamily="2" charset="-122"/>
                  <a:cs typeface="Arial" panose="020B0604020202090204" pitchFamily="34" charset="0"/>
                </a:rPr>
                <a:t>⋮</a:t>
              </a:r>
              <a:endParaRPr kumimoji="1" lang="zh-CN" altLang="zh-CN" sz="1600" b="0" i="0" u="none" strike="noStrike" kern="1200" cap="none" spc="0" normalizeH="0" baseline="0" noProof="0">
                <a:ln>
                  <a:noFill/>
                </a:ln>
                <a:solidFill>
                  <a:prstClr val="black"/>
                </a:solidFill>
                <a:effectLst/>
                <a:uLnTx/>
                <a:uFillTx/>
                <a:latin typeface="Cambria Math" panose="02040503050406030204" pitchFamily="18" charset="0"/>
                <a:ea typeface="宋体" pitchFamily="2" charset="-122"/>
                <a:cs typeface="Arial" panose="020B0604020202090204" pitchFamily="34" charset="0"/>
              </a:endParaRPr>
            </a:p>
          </p:txBody>
        </p:sp>
        <p:sp>
          <p:nvSpPr>
            <p:cNvPr id="14" name="object 11"/>
            <p:cNvSpPr/>
            <p:nvPr/>
          </p:nvSpPr>
          <p:spPr bwMode="auto">
            <a:xfrm>
              <a:off x="2486025" y="3051175"/>
              <a:ext cx="288925" cy="177800"/>
            </a:xfrm>
            <a:custGeom>
              <a:avLst/>
              <a:gdLst>
                <a:gd name="T0" fmla="*/ 124466 w 288925"/>
                <a:gd name="T1" fmla="*/ 62000 h 176530"/>
                <a:gd name="T2" fmla="*/ 0 w 288925"/>
                <a:gd name="T3" fmla="*/ 135619 h 176530"/>
                <a:gd name="T4" fmla="*/ 27685 w 288925"/>
                <a:gd name="T5" fmla="*/ 189374 h 176530"/>
                <a:gd name="T6" fmla="*/ 152012 w 288925"/>
                <a:gd name="T7" fmla="*/ 115778 h 176530"/>
                <a:gd name="T8" fmla="*/ 124466 w 288925"/>
                <a:gd name="T9" fmla="*/ 62000 h 176530"/>
                <a:gd name="T10" fmla="*/ 258120 w 288925"/>
                <a:gd name="T11" fmla="*/ 47206 h 176530"/>
                <a:gd name="T12" fmla="*/ 149478 w 288925"/>
                <a:gd name="T13" fmla="*/ 47206 h 176530"/>
                <a:gd name="T14" fmla="*/ 177037 w 288925"/>
                <a:gd name="T15" fmla="*/ 100964 h 176530"/>
                <a:gd name="T16" fmla="*/ 152012 w 288925"/>
                <a:gd name="T17" fmla="*/ 115778 h 176530"/>
                <a:gd name="T18" fmla="*/ 179577 w 288925"/>
                <a:gd name="T19" fmla="*/ 169592 h 176530"/>
                <a:gd name="T20" fmla="*/ 258120 w 288925"/>
                <a:gd name="T21" fmla="*/ 47206 h 176530"/>
                <a:gd name="T22" fmla="*/ 149478 w 288925"/>
                <a:gd name="T23" fmla="*/ 47206 h 176530"/>
                <a:gd name="T24" fmla="*/ 124466 w 288925"/>
                <a:gd name="T25" fmla="*/ 62000 h 176530"/>
                <a:gd name="T26" fmla="*/ 152012 w 288925"/>
                <a:gd name="T27" fmla="*/ 115778 h 176530"/>
                <a:gd name="T28" fmla="*/ 177037 w 288925"/>
                <a:gd name="T29" fmla="*/ 100964 h 176530"/>
                <a:gd name="T30" fmla="*/ 149478 w 288925"/>
                <a:gd name="T31" fmla="*/ 47206 h 176530"/>
                <a:gd name="T32" fmla="*/ 288416 w 288925"/>
                <a:gd name="T33" fmla="*/ 0 h 176530"/>
                <a:gd name="T34" fmla="*/ 96900 w 288925"/>
                <a:gd name="T35" fmla="*/ 8185 h 176530"/>
                <a:gd name="T36" fmla="*/ 124466 w 288925"/>
                <a:gd name="T37" fmla="*/ 62000 h 176530"/>
                <a:gd name="T38" fmla="*/ 149478 w 288925"/>
                <a:gd name="T39" fmla="*/ 47206 h 176530"/>
                <a:gd name="T40" fmla="*/ 258120 w 288925"/>
                <a:gd name="T41" fmla="*/ 47206 h 176530"/>
                <a:gd name="T42" fmla="*/ 288416 w 288925"/>
                <a:gd name="T43" fmla="*/ 0 h 176530"/>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288925" h="176530">
                  <a:moveTo>
                    <a:pt x="124466" y="57712"/>
                  </a:moveTo>
                  <a:lnTo>
                    <a:pt x="0" y="126237"/>
                  </a:lnTo>
                  <a:lnTo>
                    <a:pt x="27685" y="176275"/>
                  </a:lnTo>
                  <a:lnTo>
                    <a:pt x="152012" y="107769"/>
                  </a:lnTo>
                  <a:lnTo>
                    <a:pt x="124466" y="57712"/>
                  </a:lnTo>
                  <a:close/>
                </a:path>
                <a:path w="288925" h="176530">
                  <a:moveTo>
                    <a:pt x="258120" y="43941"/>
                  </a:moveTo>
                  <a:lnTo>
                    <a:pt x="149478" y="43941"/>
                  </a:lnTo>
                  <a:lnTo>
                    <a:pt x="177037" y="93979"/>
                  </a:lnTo>
                  <a:lnTo>
                    <a:pt x="152012" y="107769"/>
                  </a:lnTo>
                  <a:lnTo>
                    <a:pt x="179577" y="157860"/>
                  </a:lnTo>
                  <a:lnTo>
                    <a:pt x="258120" y="43941"/>
                  </a:lnTo>
                  <a:close/>
                </a:path>
                <a:path w="288925" h="176530">
                  <a:moveTo>
                    <a:pt x="149478" y="43941"/>
                  </a:moveTo>
                  <a:lnTo>
                    <a:pt x="124466" y="57712"/>
                  </a:lnTo>
                  <a:lnTo>
                    <a:pt x="152012" y="107769"/>
                  </a:lnTo>
                  <a:lnTo>
                    <a:pt x="177037" y="93979"/>
                  </a:lnTo>
                  <a:lnTo>
                    <a:pt x="149478" y="43941"/>
                  </a:lnTo>
                  <a:close/>
                </a:path>
                <a:path w="288925" h="176530">
                  <a:moveTo>
                    <a:pt x="288416" y="0"/>
                  </a:moveTo>
                  <a:lnTo>
                    <a:pt x="96900" y="7619"/>
                  </a:lnTo>
                  <a:lnTo>
                    <a:pt x="124466" y="57712"/>
                  </a:lnTo>
                  <a:lnTo>
                    <a:pt x="149478" y="43941"/>
                  </a:lnTo>
                  <a:lnTo>
                    <a:pt x="258120" y="43941"/>
                  </a:lnTo>
                  <a:lnTo>
                    <a:pt x="288416" y="0"/>
                  </a:lnTo>
                  <a:close/>
                </a:path>
              </a:pathLst>
            </a:custGeom>
            <a:solidFill>
              <a:srgbClr val="EE3D42"/>
            </a:solidFill>
            <a:ln>
              <a:noFill/>
            </a:ln>
            <a:extLst>
              <a:ext uri="{91240B29-F687-4F45-9708-019B960494DF}">
                <a14:hiddenLine xmlns:a14="http://schemas.microsoft.com/office/drawing/2010/main" w="9525">
                  <a:solidFill>
                    <a:srgbClr val="000000"/>
                  </a:solidFill>
                  <a:round/>
                </a14:hiddenLine>
              </a:ext>
            </a:extLst>
          </p:spPr>
          <p:txBody>
            <a:bodyPr lIns="0" tIns="0" rIns="0" bIns="0"/>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prstClr val="black"/>
                </a:solidFill>
                <a:effectLst/>
                <a:uLnTx/>
                <a:uFillTx/>
                <a:latin typeface="Verdana" panose="020B0804030504040204" pitchFamily="34" charset="0"/>
                <a:ea typeface="宋体" pitchFamily="2" charset="-122"/>
                <a:cs typeface="+mn-cs"/>
              </a:endParaRPr>
            </a:p>
          </p:txBody>
        </p:sp>
        <p:sp>
          <p:nvSpPr>
            <p:cNvPr id="15" name="object 12"/>
            <p:cNvSpPr/>
            <p:nvPr/>
          </p:nvSpPr>
          <p:spPr bwMode="auto">
            <a:xfrm>
              <a:off x="1501775" y="4313238"/>
              <a:ext cx="1096963" cy="1135062"/>
            </a:xfrm>
            <a:custGeom>
              <a:avLst/>
              <a:gdLst>
                <a:gd name="T0" fmla="*/ 0 w 1097280"/>
                <a:gd name="T1" fmla="*/ 1132214 h 1135379"/>
                <a:gd name="T2" fmla="*/ 1094114 w 1097280"/>
                <a:gd name="T3" fmla="*/ 1132214 h 1135379"/>
                <a:gd name="T4" fmla="*/ 1094114 w 1097280"/>
                <a:gd name="T5" fmla="*/ 0 h 1135379"/>
                <a:gd name="T6" fmla="*/ 0 w 1097280"/>
                <a:gd name="T7" fmla="*/ 0 h 1135379"/>
                <a:gd name="T8" fmla="*/ 0 w 1097280"/>
                <a:gd name="T9" fmla="*/ 1132214 h 113537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97280" h="1135379">
                  <a:moveTo>
                    <a:pt x="0" y="1135380"/>
                  </a:moveTo>
                  <a:lnTo>
                    <a:pt x="1097280" y="1135380"/>
                  </a:lnTo>
                  <a:lnTo>
                    <a:pt x="1097280" y="0"/>
                  </a:lnTo>
                  <a:lnTo>
                    <a:pt x="0" y="0"/>
                  </a:lnTo>
                  <a:lnTo>
                    <a:pt x="0" y="113538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lIns="0" tIns="0" rIns="0" bIns="0"/>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prstClr val="black"/>
                </a:solidFill>
                <a:effectLst/>
                <a:uLnTx/>
                <a:uFillTx/>
                <a:latin typeface="Verdana" panose="020B0804030504040204" pitchFamily="34" charset="0"/>
                <a:ea typeface="宋体" pitchFamily="2" charset="-122"/>
                <a:cs typeface="+mn-cs"/>
              </a:endParaRPr>
            </a:p>
          </p:txBody>
        </p:sp>
        <p:sp>
          <p:nvSpPr>
            <p:cNvPr id="16" name="object 13"/>
            <p:cNvSpPr/>
            <p:nvPr/>
          </p:nvSpPr>
          <p:spPr bwMode="auto">
            <a:xfrm>
              <a:off x="1501775" y="4313238"/>
              <a:ext cx="1096963" cy="1135062"/>
            </a:xfrm>
            <a:custGeom>
              <a:avLst/>
              <a:gdLst>
                <a:gd name="T0" fmla="*/ 0 w 1097280"/>
                <a:gd name="T1" fmla="*/ 1132214 h 1135379"/>
                <a:gd name="T2" fmla="*/ 1094114 w 1097280"/>
                <a:gd name="T3" fmla="*/ 1132214 h 1135379"/>
                <a:gd name="T4" fmla="*/ 1094114 w 1097280"/>
                <a:gd name="T5" fmla="*/ 0 h 1135379"/>
                <a:gd name="T6" fmla="*/ 0 w 1097280"/>
                <a:gd name="T7" fmla="*/ 0 h 1135379"/>
                <a:gd name="T8" fmla="*/ 0 w 1097280"/>
                <a:gd name="T9" fmla="*/ 1132214 h 113537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97280" h="1135379">
                  <a:moveTo>
                    <a:pt x="0" y="1135380"/>
                  </a:moveTo>
                  <a:lnTo>
                    <a:pt x="1097280" y="1135380"/>
                  </a:lnTo>
                  <a:lnTo>
                    <a:pt x="1097280" y="0"/>
                  </a:lnTo>
                  <a:lnTo>
                    <a:pt x="0" y="0"/>
                  </a:lnTo>
                  <a:lnTo>
                    <a:pt x="0" y="1135380"/>
                  </a:lnTo>
                  <a:close/>
                </a:path>
              </a:pathLst>
            </a:custGeom>
            <a:noFill/>
            <a:ln w="9525">
              <a:solidFill>
                <a:srgbClr val="0D0D0D"/>
              </a:solidFill>
              <a:round/>
            </a:ln>
            <a:extLst>
              <a:ext uri="{909E8E84-426E-40DD-AFC4-6F175D3DCCD1}">
                <a14:hiddenFill xmlns:a14="http://schemas.microsoft.com/office/drawing/2010/main">
                  <a:solidFill>
                    <a:srgbClr val="FFFFFF"/>
                  </a:solidFill>
                </a14:hiddenFill>
              </a:ext>
            </a:extLst>
          </p:spPr>
          <p:txBody>
            <a:bodyPr lIns="0" tIns="0" rIns="0" bIns="0"/>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prstClr val="black"/>
                </a:solidFill>
                <a:effectLst/>
                <a:uLnTx/>
                <a:uFillTx/>
                <a:latin typeface="Verdana" panose="020B0804030504040204" pitchFamily="34" charset="0"/>
                <a:ea typeface="宋体" pitchFamily="2" charset="-122"/>
                <a:cs typeface="+mn-cs"/>
              </a:endParaRPr>
            </a:p>
          </p:txBody>
        </p:sp>
        <p:sp>
          <p:nvSpPr>
            <p:cNvPr id="17" name="object 14"/>
            <p:cNvSpPr txBox="1">
              <a:spLocks noChangeArrowheads="1"/>
            </p:cNvSpPr>
            <p:nvPr/>
          </p:nvSpPr>
          <p:spPr bwMode="auto">
            <a:xfrm>
              <a:off x="1549400" y="4356100"/>
              <a:ext cx="1357313" cy="679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12700">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itchFamily="2" charset="-122"/>
                </a:defRPr>
              </a:lvl5pPr>
              <a:lvl6pPr marL="2514600" indent="-228600" fontAlgn="base">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itchFamily="2" charset="-122"/>
                </a:defRPr>
              </a:lvl6pPr>
              <a:lvl7pPr marL="2971800" indent="-228600" fontAlgn="base">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itchFamily="2" charset="-122"/>
                </a:defRPr>
              </a:lvl7pPr>
              <a:lvl8pPr marL="3429000" indent="-228600" fontAlgn="base">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itchFamily="2" charset="-122"/>
                </a:defRPr>
              </a:lvl8pPr>
              <a:lvl9pPr marL="3886200" indent="-228600" fontAlgn="base">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itchFamily="2" charset="-122"/>
                </a:defRPr>
              </a:lvl9pPr>
            </a:lstStyle>
            <a:p>
              <a:pPr marL="12700" marR="0" lvl="0" indent="0" algn="l" defTabSz="914400" rtl="0" eaLnBrk="1" fontAlgn="base" latinLnBrk="0" hangingPunct="1">
                <a:lnSpc>
                  <a:spcPts val="1825"/>
                </a:lnSpc>
                <a:spcBef>
                  <a:spcPct val="0"/>
                </a:spcBef>
                <a:spcAft>
                  <a:spcPct val="0"/>
                </a:spcAft>
                <a:buClrTx/>
                <a:buSzTx/>
                <a:buFontTx/>
                <a:buNone/>
                <a:defRPr/>
              </a:pPr>
              <a:r>
                <a:rPr kumimoji="1" lang="zh-CN" altLang="zh-CN" sz="1600" b="0" i="0" u="none" strike="noStrike" kern="1200" cap="none" spc="0" normalizeH="0" baseline="0" noProof="0">
                  <a:ln>
                    <a:noFill/>
                  </a:ln>
                  <a:solidFill>
                    <a:srgbClr val="636363"/>
                  </a:solidFill>
                  <a:effectLst/>
                  <a:uLnTx/>
                  <a:uFillTx/>
                  <a:latin typeface="Arial" panose="020B0604020202090204" pitchFamily="34" charset="0"/>
                  <a:ea typeface="宋体" pitchFamily="2" charset="-122"/>
                  <a:cs typeface="Arial" panose="020B0604020202090204" pitchFamily="34" charset="0"/>
                </a:rPr>
                <a:t>BEGIN</a:t>
              </a:r>
              <a:endParaRPr kumimoji="1" lang="zh-CN" altLang="zh-CN" sz="1600" b="0" i="0" u="none" strike="noStrike" kern="1200" cap="none" spc="0" normalizeH="0" baseline="0" noProof="0">
                <a:ln>
                  <a:noFill/>
                </a:ln>
                <a:solidFill>
                  <a:prstClr val="black"/>
                </a:solidFill>
                <a:effectLst/>
                <a:uLnTx/>
                <a:uFillTx/>
                <a:latin typeface="Arial" panose="020B0604020202090204" pitchFamily="34" charset="0"/>
                <a:ea typeface="宋体" pitchFamily="2" charset="-122"/>
                <a:cs typeface="Arial" panose="020B0604020202090204" pitchFamily="34" charset="0"/>
              </a:endParaRPr>
            </a:p>
            <a:p>
              <a:pPr marL="12700" marR="0" lvl="0" indent="0" algn="l" defTabSz="914400" rtl="0" eaLnBrk="1" fontAlgn="base" latinLnBrk="0" hangingPunct="1">
                <a:lnSpc>
                  <a:spcPts val="1725"/>
                </a:lnSpc>
                <a:spcBef>
                  <a:spcPct val="0"/>
                </a:spcBef>
                <a:spcAft>
                  <a:spcPct val="0"/>
                </a:spcAft>
                <a:buClrTx/>
                <a:buSzTx/>
                <a:buFontTx/>
                <a:buNone/>
                <a:defRPr/>
              </a:pPr>
              <a:r>
                <a:rPr kumimoji="1" lang="zh-CN" altLang="zh-CN" sz="1600" b="0" i="0" u="none" strike="noStrike" kern="1200" cap="none" spc="0" normalizeH="0" baseline="0" noProof="0">
                  <a:ln>
                    <a:noFill/>
                  </a:ln>
                  <a:solidFill>
                    <a:srgbClr val="EE3D42"/>
                  </a:solidFill>
                  <a:effectLst/>
                  <a:uLnTx/>
                  <a:uFillTx/>
                  <a:latin typeface="Arial" panose="020B0604020202090204" pitchFamily="34" charset="0"/>
                  <a:ea typeface="宋体" pitchFamily="2" charset="-122"/>
                  <a:cs typeface="Arial" panose="020B0604020202090204" pitchFamily="34" charset="0"/>
                </a:rPr>
                <a:t>X-LOCK</a:t>
              </a:r>
              <a:r>
                <a:rPr kumimoji="1" lang="zh-CN" altLang="zh-CN" sz="1600" b="0" i="0" u="none" strike="noStrike" kern="1200" cap="none" spc="0" normalizeH="0" baseline="0" noProof="0">
                  <a:ln>
                    <a:noFill/>
                  </a:ln>
                  <a:solidFill>
                    <a:srgbClr val="636363"/>
                  </a:solidFill>
                  <a:effectLst/>
                  <a:uLnTx/>
                  <a:uFillTx/>
                  <a:latin typeface="宋体" pitchFamily="2" charset="-122"/>
                  <a:ea typeface="宋体" pitchFamily="2" charset="-122"/>
                  <a:cs typeface="Arial" panose="020B0604020202090204" pitchFamily="34" charset="0"/>
                </a:rPr>
                <a:t>(A)</a:t>
              </a:r>
              <a:endParaRPr kumimoji="1" lang="zh-CN" altLang="zh-CN" sz="1600" b="0" i="0" u="none" strike="noStrike" kern="1200" cap="none" spc="0" normalizeH="0" baseline="0" noProof="0">
                <a:ln>
                  <a:noFill/>
                </a:ln>
                <a:solidFill>
                  <a:prstClr val="black"/>
                </a:solidFill>
                <a:effectLst/>
                <a:uLnTx/>
                <a:uFillTx/>
                <a:latin typeface="宋体" pitchFamily="2" charset="-122"/>
                <a:ea typeface="宋体" pitchFamily="2" charset="-122"/>
                <a:cs typeface="Arial" panose="020B0604020202090204" pitchFamily="34" charset="0"/>
              </a:endParaRPr>
            </a:p>
            <a:p>
              <a:pPr marL="12700" marR="0" lvl="0" indent="0" algn="ctr" defTabSz="914400" rtl="0" eaLnBrk="1" fontAlgn="base" latinLnBrk="0" hangingPunct="1">
                <a:lnSpc>
                  <a:spcPts val="1825"/>
                </a:lnSpc>
                <a:spcBef>
                  <a:spcPct val="0"/>
                </a:spcBef>
                <a:spcAft>
                  <a:spcPct val="0"/>
                </a:spcAft>
                <a:buClrTx/>
                <a:buSzTx/>
                <a:buFontTx/>
                <a:buNone/>
                <a:defRPr/>
              </a:pPr>
              <a:r>
                <a:rPr kumimoji="1" lang="zh-CN" altLang="zh-CN" sz="1600" b="0" i="0" u="none" strike="noStrike" kern="1200" cap="none" spc="0" normalizeH="0" baseline="0" noProof="0">
                  <a:ln>
                    <a:noFill/>
                  </a:ln>
                  <a:solidFill>
                    <a:srgbClr val="636363"/>
                  </a:solidFill>
                  <a:effectLst/>
                  <a:uLnTx/>
                  <a:uFillTx/>
                  <a:latin typeface="Cambria Math" panose="02040503050406030204" pitchFamily="18" charset="0"/>
                  <a:ea typeface="宋体" pitchFamily="2" charset="-122"/>
                  <a:cs typeface="Arial" panose="020B0604020202090204" pitchFamily="34" charset="0"/>
                </a:rPr>
                <a:t>⋮</a:t>
              </a:r>
              <a:endParaRPr kumimoji="1" lang="zh-CN" altLang="zh-CN" sz="1600" b="0" i="0" u="none" strike="noStrike" kern="1200" cap="none" spc="0" normalizeH="0" baseline="0" noProof="0">
                <a:ln>
                  <a:noFill/>
                </a:ln>
                <a:solidFill>
                  <a:prstClr val="black"/>
                </a:solidFill>
                <a:effectLst/>
                <a:uLnTx/>
                <a:uFillTx/>
                <a:latin typeface="Cambria Math" panose="02040503050406030204" pitchFamily="18" charset="0"/>
                <a:ea typeface="宋体" pitchFamily="2" charset="-122"/>
                <a:cs typeface="Arial" panose="020B0604020202090204" pitchFamily="34" charset="0"/>
              </a:endParaRPr>
            </a:p>
          </p:txBody>
        </p:sp>
        <p:sp>
          <p:nvSpPr>
            <p:cNvPr id="18" name="object 15"/>
            <p:cNvSpPr/>
            <p:nvPr/>
          </p:nvSpPr>
          <p:spPr bwMode="auto">
            <a:xfrm>
              <a:off x="2593975" y="4313238"/>
              <a:ext cx="1096963" cy="1135062"/>
            </a:xfrm>
            <a:custGeom>
              <a:avLst/>
              <a:gdLst>
                <a:gd name="T0" fmla="*/ 0 w 1097279"/>
                <a:gd name="T1" fmla="*/ 1132214 h 1135379"/>
                <a:gd name="T2" fmla="*/ 1094123 w 1097279"/>
                <a:gd name="T3" fmla="*/ 1132214 h 1135379"/>
                <a:gd name="T4" fmla="*/ 1094123 w 1097279"/>
                <a:gd name="T5" fmla="*/ 0 h 1135379"/>
                <a:gd name="T6" fmla="*/ 0 w 1097279"/>
                <a:gd name="T7" fmla="*/ 0 h 1135379"/>
                <a:gd name="T8" fmla="*/ 0 w 1097279"/>
                <a:gd name="T9" fmla="*/ 1132214 h 113537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97279" h="1135379">
                  <a:moveTo>
                    <a:pt x="0" y="1135380"/>
                  </a:moveTo>
                  <a:lnTo>
                    <a:pt x="1097279" y="1135380"/>
                  </a:lnTo>
                  <a:lnTo>
                    <a:pt x="1097279" y="0"/>
                  </a:lnTo>
                  <a:lnTo>
                    <a:pt x="0" y="0"/>
                  </a:lnTo>
                  <a:lnTo>
                    <a:pt x="0" y="113538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lIns="0" tIns="0" rIns="0" bIns="0"/>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prstClr val="black"/>
                </a:solidFill>
                <a:effectLst/>
                <a:uLnTx/>
                <a:uFillTx/>
                <a:latin typeface="Verdana" panose="020B0804030504040204" pitchFamily="34" charset="0"/>
                <a:ea typeface="宋体" pitchFamily="2" charset="-122"/>
                <a:cs typeface="+mn-cs"/>
              </a:endParaRPr>
            </a:p>
          </p:txBody>
        </p:sp>
        <p:sp>
          <p:nvSpPr>
            <p:cNvPr id="19" name="object 16"/>
            <p:cNvSpPr/>
            <p:nvPr/>
          </p:nvSpPr>
          <p:spPr bwMode="auto">
            <a:xfrm>
              <a:off x="2593975" y="4313238"/>
              <a:ext cx="1096963" cy="1135062"/>
            </a:xfrm>
            <a:custGeom>
              <a:avLst/>
              <a:gdLst>
                <a:gd name="T0" fmla="*/ 0 w 1097279"/>
                <a:gd name="T1" fmla="*/ 1132214 h 1135379"/>
                <a:gd name="T2" fmla="*/ 1094123 w 1097279"/>
                <a:gd name="T3" fmla="*/ 1132214 h 1135379"/>
                <a:gd name="T4" fmla="*/ 1094123 w 1097279"/>
                <a:gd name="T5" fmla="*/ 0 h 1135379"/>
                <a:gd name="T6" fmla="*/ 0 w 1097279"/>
                <a:gd name="T7" fmla="*/ 0 h 1135379"/>
                <a:gd name="T8" fmla="*/ 0 w 1097279"/>
                <a:gd name="T9" fmla="*/ 1132214 h 113537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97279" h="1135379">
                  <a:moveTo>
                    <a:pt x="0" y="1135380"/>
                  </a:moveTo>
                  <a:lnTo>
                    <a:pt x="1097279" y="1135380"/>
                  </a:lnTo>
                  <a:lnTo>
                    <a:pt x="1097279" y="0"/>
                  </a:lnTo>
                  <a:lnTo>
                    <a:pt x="0" y="0"/>
                  </a:lnTo>
                  <a:lnTo>
                    <a:pt x="0" y="1135380"/>
                  </a:lnTo>
                  <a:close/>
                </a:path>
              </a:pathLst>
            </a:custGeom>
            <a:noFill/>
            <a:ln w="9525">
              <a:solidFill>
                <a:srgbClr val="0D0D0D"/>
              </a:solidFill>
              <a:round/>
            </a:ln>
            <a:extLst>
              <a:ext uri="{909E8E84-426E-40DD-AFC4-6F175D3DCCD1}">
                <a14:hiddenFill xmlns:a14="http://schemas.microsoft.com/office/drawing/2010/main">
                  <a:solidFill>
                    <a:srgbClr val="FFFFFF"/>
                  </a:solidFill>
                </a14:hiddenFill>
              </a:ext>
            </a:extLst>
          </p:spPr>
          <p:txBody>
            <a:bodyPr lIns="0" tIns="0" rIns="0" bIns="0"/>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prstClr val="black"/>
                </a:solidFill>
                <a:effectLst/>
                <a:uLnTx/>
                <a:uFillTx/>
                <a:latin typeface="Verdana" panose="020B0804030504040204" pitchFamily="34" charset="0"/>
                <a:ea typeface="宋体" pitchFamily="2" charset="-122"/>
                <a:cs typeface="+mn-cs"/>
              </a:endParaRPr>
            </a:p>
          </p:txBody>
        </p:sp>
        <p:sp>
          <p:nvSpPr>
            <p:cNvPr id="20" name="object 17"/>
            <p:cNvSpPr txBox="1">
              <a:spLocks noChangeArrowheads="1"/>
            </p:cNvSpPr>
            <p:nvPr/>
          </p:nvSpPr>
          <p:spPr bwMode="auto">
            <a:xfrm>
              <a:off x="2671763" y="4795838"/>
              <a:ext cx="1395412" cy="674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12700">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itchFamily="2" charset="-122"/>
                </a:defRPr>
              </a:lvl5pPr>
              <a:lvl6pPr marL="2514600" indent="-228600" fontAlgn="base">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itchFamily="2" charset="-122"/>
                </a:defRPr>
              </a:lvl6pPr>
              <a:lvl7pPr marL="2971800" indent="-228600" fontAlgn="base">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itchFamily="2" charset="-122"/>
                </a:defRPr>
              </a:lvl7pPr>
              <a:lvl8pPr marL="3429000" indent="-228600" fontAlgn="base">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itchFamily="2" charset="-122"/>
                </a:defRPr>
              </a:lvl8pPr>
              <a:lvl9pPr marL="3886200" indent="-228600" fontAlgn="base">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itchFamily="2" charset="-122"/>
                </a:defRPr>
              </a:lvl9pPr>
            </a:lstStyle>
            <a:p>
              <a:pPr marL="12700" marR="0" lvl="0" indent="0" algn="l" defTabSz="914400" rtl="0" eaLnBrk="1" fontAlgn="base" latinLnBrk="0" hangingPunct="1">
                <a:lnSpc>
                  <a:spcPts val="1825"/>
                </a:lnSpc>
                <a:spcBef>
                  <a:spcPct val="0"/>
                </a:spcBef>
                <a:spcAft>
                  <a:spcPct val="0"/>
                </a:spcAft>
                <a:buClrTx/>
                <a:buSzTx/>
                <a:buFontTx/>
                <a:buNone/>
                <a:defRPr/>
              </a:pPr>
              <a:r>
                <a:rPr kumimoji="1" lang="zh-CN" altLang="zh-CN" sz="1600" b="0" i="0" u="none" strike="noStrike" kern="1200" cap="none" spc="0" normalizeH="0" baseline="0" noProof="0" dirty="0">
                  <a:ln>
                    <a:noFill/>
                  </a:ln>
                  <a:solidFill>
                    <a:srgbClr val="636363"/>
                  </a:solidFill>
                  <a:effectLst/>
                  <a:uLnTx/>
                  <a:uFillTx/>
                  <a:latin typeface="Arial" panose="020B0604020202090204" pitchFamily="34" charset="0"/>
                  <a:ea typeface="宋体" pitchFamily="2" charset="-122"/>
                  <a:cs typeface="Arial" panose="020B0604020202090204" pitchFamily="34" charset="0"/>
                </a:rPr>
                <a:t>BEGIN</a:t>
              </a:r>
              <a:endParaRPr kumimoji="1" lang="zh-CN" altLang="zh-CN" sz="1600" b="0" i="0" u="none" strike="noStrike" kern="1200" cap="none" spc="0" normalizeH="0" baseline="0" noProof="0" dirty="0">
                <a:ln>
                  <a:noFill/>
                </a:ln>
                <a:solidFill>
                  <a:prstClr val="black"/>
                </a:solidFill>
                <a:effectLst/>
                <a:uLnTx/>
                <a:uFillTx/>
                <a:latin typeface="Arial" panose="020B0604020202090204" pitchFamily="34" charset="0"/>
                <a:ea typeface="宋体" pitchFamily="2" charset="-122"/>
                <a:cs typeface="Arial" panose="020B0604020202090204" pitchFamily="34" charset="0"/>
              </a:endParaRPr>
            </a:p>
            <a:p>
              <a:pPr marL="12700" marR="0" lvl="0" indent="0" algn="l" defTabSz="914400" rtl="0" eaLnBrk="1" fontAlgn="base" latinLnBrk="0" hangingPunct="1">
                <a:lnSpc>
                  <a:spcPts val="1725"/>
                </a:lnSpc>
                <a:spcBef>
                  <a:spcPct val="0"/>
                </a:spcBef>
                <a:spcAft>
                  <a:spcPct val="0"/>
                </a:spcAft>
                <a:buClrTx/>
                <a:buSzTx/>
                <a:buFontTx/>
                <a:buNone/>
                <a:defRPr/>
              </a:pPr>
              <a:r>
                <a:rPr kumimoji="1" lang="zh-CN" altLang="zh-CN" sz="1600" b="0" i="0" u="none" strike="noStrike" kern="1200" cap="none" spc="0" normalizeH="0" baseline="0" noProof="0" dirty="0">
                  <a:ln>
                    <a:noFill/>
                  </a:ln>
                  <a:solidFill>
                    <a:srgbClr val="EE3D42"/>
                  </a:solidFill>
                  <a:effectLst/>
                  <a:uLnTx/>
                  <a:uFillTx/>
                  <a:latin typeface="Arial" panose="020B0604020202090204" pitchFamily="34" charset="0"/>
                  <a:ea typeface="宋体" pitchFamily="2" charset="-122"/>
                  <a:cs typeface="Arial" panose="020B0604020202090204" pitchFamily="34" charset="0"/>
                </a:rPr>
                <a:t>X-LOCK</a:t>
              </a:r>
              <a:r>
                <a:rPr kumimoji="1" lang="zh-CN" altLang="zh-CN" sz="1600" b="0" i="0" u="none" strike="noStrike" kern="1200" cap="none" spc="0" normalizeH="0" baseline="0" noProof="0" dirty="0">
                  <a:ln>
                    <a:noFill/>
                  </a:ln>
                  <a:solidFill>
                    <a:srgbClr val="636363"/>
                  </a:solidFill>
                  <a:effectLst/>
                  <a:uLnTx/>
                  <a:uFillTx/>
                  <a:latin typeface="宋体" pitchFamily="2" charset="-122"/>
                  <a:ea typeface="宋体" pitchFamily="2" charset="-122"/>
                  <a:cs typeface="Arial" panose="020B0604020202090204" pitchFamily="34" charset="0"/>
                </a:rPr>
                <a:t>(A)</a:t>
              </a:r>
              <a:endParaRPr kumimoji="1" lang="zh-CN" altLang="zh-CN" sz="1600" b="0" i="0" u="none" strike="noStrike" kern="1200" cap="none" spc="0" normalizeH="0" baseline="0" noProof="0" dirty="0">
                <a:ln>
                  <a:noFill/>
                </a:ln>
                <a:solidFill>
                  <a:prstClr val="black"/>
                </a:solidFill>
                <a:effectLst/>
                <a:uLnTx/>
                <a:uFillTx/>
                <a:latin typeface="宋体" pitchFamily="2" charset="-122"/>
                <a:ea typeface="宋体" pitchFamily="2" charset="-122"/>
                <a:cs typeface="Arial" panose="020B0604020202090204" pitchFamily="34" charset="0"/>
              </a:endParaRPr>
            </a:p>
            <a:p>
              <a:pPr marL="12700" marR="0" lvl="0" indent="0" algn="ctr" defTabSz="914400" rtl="0" eaLnBrk="1" fontAlgn="base" latinLnBrk="0" hangingPunct="1">
                <a:lnSpc>
                  <a:spcPts val="1825"/>
                </a:lnSpc>
                <a:spcBef>
                  <a:spcPct val="0"/>
                </a:spcBef>
                <a:spcAft>
                  <a:spcPct val="0"/>
                </a:spcAft>
                <a:buClrTx/>
                <a:buSzTx/>
                <a:buFontTx/>
                <a:buNone/>
                <a:defRPr/>
              </a:pPr>
              <a:r>
                <a:rPr kumimoji="1" lang="zh-CN" altLang="zh-CN" sz="1600" b="0" i="0" u="none" strike="noStrike" kern="1200" cap="none" spc="0" normalizeH="0" baseline="0" noProof="0" dirty="0">
                  <a:ln>
                    <a:noFill/>
                  </a:ln>
                  <a:solidFill>
                    <a:srgbClr val="636363"/>
                  </a:solidFill>
                  <a:effectLst/>
                  <a:uLnTx/>
                  <a:uFillTx/>
                  <a:latin typeface="Cambria Math" panose="02040503050406030204" pitchFamily="18" charset="0"/>
                  <a:ea typeface="宋体" pitchFamily="2" charset="-122"/>
                  <a:cs typeface="Arial" panose="020B0604020202090204" pitchFamily="34" charset="0"/>
                </a:rPr>
                <a:t>⋮</a:t>
              </a:r>
              <a:endParaRPr kumimoji="1" lang="zh-CN" altLang="zh-CN" sz="1600" b="0" i="0" u="none" strike="noStrike" kern="1200" cap="none" spc="0" normalizeH="0" baseline="0" noProof="0" dirty="0">
                <a:ln>
                  <a:noFill/>
                </a:ln>
                <a:solidFill>
                  <a:prstClr val="black"/>
                </a:solidFill>
                <a:effectLst/>
                <a:uLnTx/>
                <a:uFillTx/>
                <a:latin typeface="Cambria Math" panose="02040503050406030204" pitchFamily="18" charset="0"/>
                <a:ea typeface="宋体" pitchFamily="2" charset="-122"/>
                <a:cs typeface="Arial" panose="020B0604020202090204" pitchFamily="34" charset="0"/>
              </a:endParaRPr>
            </a:p>
          </p:txBody>
        </p:sp>
        <p:sp>
          <p:nvSpPr>
            <p:cNvPr id="21" name="object 18"/>
            <p:cNvSpPr/>
            <p:nvPr/>
          </p:nvSpPr>
          <p:spPr bwMode="auto">
            <a:xfrm>
              <a:off x="2286000" y="4786313"/>
              <a:ext cx="400050" cy="327025"/>
            </a:xfrm>
            <a:custGeom>
              <a:avLst/>
              <a:gdLst>
                <a:gd name="T0" fmla="*/ 154182 w 399414"/>
                <a:gd name="T1" fmla="*/ 83176 h 327660"/>
                <a:gd name="T2" fmla="*/ 117918 w 399414"/>
                <a:gd name="T3" fmla="*/ 126952 h 327660"/>
                <a:gd name="T4" fmla="*/ 368918 w 399414"/>
                <a:gd name="T5" fmla="*/ 320829 h 327660"/>
                <a:gd name="T6" fmla="*/ 405301 w 399414"/>
                <a:gd name="T7" fmla="*/ 277061 h 327660"/>
                <a:gd name="T8" fmla="*/ 154182 w 399414"/>
                <a:gd name="T9" fmla="*/ 83176 h 327660"/>
                <a:gd name="T10" fmla="*/ 0 w 399414"/>
                <a:gd name="T11" fmla="*/ 0 h 327660"/>
                <a:gd name="T12" fmla="*/ 81680 w 399414"/>
                <a:gd name="T13" fmla="*/ 170697 h 327660"/>
                <a:gd name="T14" fmla="*/ 117918 w 399414"/>
                <a:gd name="T15" fmla="*/ 126952 h 327660"/>
                <a:gd name="T16" fmla="*/ 95227 w 399414"/>
                <a:gd name="T17" fmla="*/ 109426 h 327660"/>
                <a:gd name="T18" fmla="*/ 131487 w 399414"/>
                <a:gd name="T19" fmla="*/ 65656 h 327660"/>
                <a:gd name="T20" fmla="*/ 168695 w 399414"/>
                <a:gd name="T21" fmla="*/ 65656 h 327660"/>
                <a:gd name="T22" fmla="*/ 190456 w 399414"/>
                <a:gd name="T23" fmla="*/ 39385 h 327660"/>
                <a:gd name="T24" fmla="*/ 0 w 399414"/>
                <a:gd name="T25" fmla="*/ 0 h 327660"/>
                <a:gd name="T26" fmla="*/ 131487 w 399414"/>
                <a:gd name="T27" fmla="*/ 65656 h 327660"/>
                <a:gd name="T28" fmla="*/ 95227 w 399414"/>
                <a:gd name="T29" fmla="*/ 109426 h 327660"/>
                <a:gd name="T30" fmla="*/ 117918 w 399414"/>
                <a:gd name="T31" fmla="*/ 126952 h 327660"/>
                <a:gd name="T32" fmla="*/ 154182 w 399414"/>
                <a:gd name="T33" fmla="*/ 83176 h 327660"/>
                <a:gd name="T34" fmla="*/ 131487 w 399414"/>
                <a:gd name="T35" fmla="*/ 65656 h 327660"/>
                <a:gd name="T36" fmla="*/ 168695 w 399414"/>
                <a:gd name="T37" fmla="*/ 65656 h 327660"/>
                <a:gd name="T38" fmla="*/ 131487 w 399414"/>
                <a:gd name="T39" fmla="*/ 65656 h 327660"/>
                <a:gd name="T40" fmla="*/ 154182 w 399414"/>
                <a:gd name="T41" fmla="*/ 83176 h 327660"/>
                <a:gd name="T42" fmla="*/ 168695 w 399414"/>
                <a:gd name="T43" fmla="*/ 65656 h 327660"/>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399414" h="327660">
                  <a:moveTo>
                    <a:pt x="151748" y="84805"/>
                  </a:moveTo>
                  <a:lnTo>
                    <a:pt x="116057" y="129438"/>
                  </a:lnTo>
                  <a:lnTo>
                    <a:pt x="363093" y="327113"/>
                  </a:lnTo>
                  <a:lnTo>
                    <a:pt x="398906" y="282486"/>
                  </a:lnTo>
                  <a:lnTo>
                    <a:pt x="151748" y="84805"/>
                  </a:lnTo>
                  <a:close/>
                </a:path>
                <a:path w="399414" h="327660">
                  <a:moveTo>
                    <a:pt x="0" y="0"/>
                  </a:moveTo>
                  <a:lnTo>
                    <a:pt x="80391" y="174040"/>
                  </a:lnTo>
                  <a:lnTo>
                    <a:pt x="116057" y="129438"/>
                  </a:lnTo>
                  <a:lnTo>
                    <a:pt x="93725" y="111569"/>
                  </a:lnTo>
                  <a:lnTo>
                    <a:pt x="129412" y="66941"/>
                  </a:lnTo>
                  <a:lnTo>
                    <a:pt x="166033" y="66941"/>
                  </a:lnTo>
                  <a:lnTo>
                    <a:pt x="187451" y="40157"/>
                  </a:lnTo>
                  <a:lnTo>
                    <a:pt x="0" y="0"/>
                  </a:lnTo>
                  <a:close/>
                </a:path>
                <a:path w="399414" h="327660">
                  <a:moveTo>
                    <a:pt x="129412" y="66941"/>
                  </a:moveTo>
                  <a:lnTo>
                    <a:pt x="93725" y="111569"/>
                  </a:lnTo>
                  <a:lnTo>
                    <a:pt x="116057" y="129438"/>
                  </a:lnTo>
                  <a:lnTo>
                    <a:pt x="151748" y="84805"/>
                  </a:lnTo>
                  <a:lnTo>
                    <a:pt x="129412" y="66941"/>
                  </a:lnTo>
                  <a:close/>
                </a:path>
                <a:path w="399414" h="327660">
                  <a:moveTo>
                    <a:pt x="166033" y="66941"/>
                  </a:moveTo>
                  <a:lnTo>
                    <a:pt x="129412" y="66941"/>
                  </a:lnTo>
                  <a:lnTo>
                    <a:pt x="151748" y="84805"/>
                  </a:lnTo>
                  <a:lnTo>
                    <a:pt x="166033" y="66941"/>
                  </a:lnTo>
                  <a:close/>
                </a:path>
              </a:pathLst>
            </a:custGeom>
            <a:solidFill>
              <a:srgbClr val="EE3D42"/>
            </a:solidFill>
            <a:ln>
              <a:noFill/>
            </a:ln>
            <a:extLst>
              <a:ext uri="{91240B29-F687-4F45-9708-019B960494DF}">
                <a14:hiddenLine xmlns:a14="http://schemas.microsoft.com/office/drawing/2010/main" w="9525">
                  <a:solidFill>
                    <a:srgbClr val="000000"/>
                  </a:solidFill>
                  <a:round/>
                </a14:hiddenLine>
              </a:ext>
            </a:extLst>
          </p:spPr>
          <p:txBody>
            <a:bodyPr lIns="0" tIns="0" rIns="0" bIns="0"/>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prstClr val="black"/>
                </a:solidFill>
                <a:effectLst/>
                <a:uLnTx/>
                <a:uFillTx/>
                <a:latin typeface="Verdana" panose="020B0804030504040204" pitchFamily="34" charset="0"/>
                <a:ea typeface="宋体" pitchFamily="2" charset="-122"/>
                <a:cs typeface="+mn-cs"/>
              </a:endParaRPr>
            </a:p>
          </p:txBody>
        </p:sp>
        <p:sp>
          <p:nvSpPr>
            <p:cNvPr id="22" name="object 19"/>
            <p:cNvSpPr txBox="1"/>
            <p:nvPr/>
          </p:nvSpPr>
          <p:spPr>
            <a:xfrm>
              <a:off x="4976019" y="2227262"/>
              <a:ext cx="1382712" cy="369332"/>
            </a:xfrm>
            <a:prstGeom prst="rect">
              <a:avLst/>
            </a:prstGeom>
          </p:spPr>
          <p:txBody>
            <a:bodyPr wrap="square" lIns="0" tIns="0" rIns="0" bIns="0">
              <a:spAutoFit/>
            </a:bodyPr>
            <a:lstStyle/>
            <a:p>
              <a:pPr marL="12700" marR="0" lvl="0" indent="0" algn="l" defTabSz="914400" rtl="0" eaLnBrk="1" fontAlgn="base" latinLnBrk="0" hangingPunct="1">
                <a:lnSpc>
                  <a:spcPct val="100000"/>
                </a:lnSpc>
                <a:spcBef>
                  <a:spcPct val="0"/>
                </a:spcBef>
                <a:spcAft>
                  <a:spcPct val="0"/>
                </a:spcAft>
                <a:buClrTx/>
                <a:buSzTx/>
                <a:buFontTx/>
                <a:buNone/>
                <a:defRPr/>
              </a:pPr>
              <a:r>
                <a:rPr kumimoji="1" sz="2400" b="0" i="0" u="none" strike="noStrike" kern="1200" cap="none" spc="-114" normalizeH="0" baseline="0" noProof="0" dirty="0">
                  <a:ln>
                    <a:noFill/>
                  </a:ln>
                  <a:solidFill>
                    <a:srgbClr val="636363"/>
                  </a:solidFill>
                  <a:effectLst/>
                  <a:uLnTx/>
                  <a:uFillTx/>
                  <a:latin typeface="Arial" panose="020B0604020202090204"/>
                  <a:ea typeface="宋体" pitchFamily="2" charset="-122"/>
                  <a:cs typeface="Arial" panose="020B0604020202090204"/>
                </a:rPr>
                <a:t>W</a:t>
              </a:r>
              <a:r>
                <a:rPr kumimoji="1" sz="2400" b="0" i="0" u="none" strike="noStrike" kern="1200" cap="none" spc="-15" normalizeH="0" baseline="0" noProof="0" dirty="0">
                  <a:ln>
                    <a:noFill/>
                  </a:ln>
                  <a:solidFill>
                    <a:srgbClr val="636363"/>
                  </a:solidFill>
                  <a:effectLst/>
                  <a:uLnTx/>
                  <a:uFillTx/>
                  <a:latin typeface="Arial" panose="020B0604020202090204"/>
                  <a:ea typeface="宋体" pitchFamily="2" charset="-122"/>
                  <a:cs typeface="Arial" panose="020B0604020202090204"/>
                </a:rPr>
                <a:t>ai</a:t>
              </a:r>
              <a:r>
                <a:rPr kumimoji="1" sz="2400" b="0" i="0" u="none" strike="noStrike" kern="1200" cap="none" spc="-40" normalizeH="0" baseline="0" noProof="0" dirty="0">
                  <a:ln>
                    <a:noFill/>
                  </a:ln>
                  <a:solidFill>
                    <a:srgbClr val="636363"/>
                  </a:solidFill>
                  <a:effectLst/>
                  <a:uLnTx/>
                  <a:uFillTx/>
                  <a:latin typeface="Arial" panose="020B0604020202090204"/>
                  <a:ea typeface="宋体" pitchFamily="2" charset="-122"/>
                  <a:cs typeface="Arial" panose="020B0604020202090204"/>
                </a:rPr>
                <a:t>t</a:t>
              </a:r>
              <a:r>
                <a:rPr kumimoji="1" sz="2400" b="0" i="0" u="none" strike="noStrike" kern="1200" cap="none" spc="-60" normalizeH="0" baseline="0" noProof="0" dirty="0">
                  <a:ln>
                    <a:noFill/>
                  </a:ln>
                  <a:solidFill>
                    <a:srgbClr val="636363"/>
                  </a:solidFill>
                  <a:effectLst/>
                  <a:uLnTx/>
                  <a:uFillTx/>
                  <a:latin typeface="Arial" panose="020B0604020202090204"/>
                  <a:ea typeface="宋体" pitchFamily="2" charset="-122"/>
                  <a:cs typeface="Arial" panose="020B0604020202090204"/>
                </a:rPr>
                <a:t>-</a:t>
              </a:r>
              <a:r>
                <a:rPr kumimoji="1" sz="2400" b="0" i="0" u="none" strike="noStrike" kern="1200" cap="none" spc="-10" normalizeH="0" baseline="0" noProof="0" dirty="0">
                  <a:ln>
                    <a:noFill/>
                  </a:ln>
                  <a:solidFill>
                    <a:srgbClr val="636363"/>
                  </a:solidFill>
                  <a:effectLst/>
                  <a:uLnTx/>
                  <a:uFillTx/>
                  <a:latin typeface="Arial" panose="020B0604020202090204"/>
                  <a:ea typeface="宋体" pitchFamily="2" charset="-122"/>
                  <a:cs typeface="Arial" panose="020B0604020202090204"/>
                </a:rPr>
                <a:t>D</a:t>
              </a:r>
              <a:r>
                <a:rPr kumimoji="1" sz="2400" b="0" i="0" u="none" strike="noStrike" kern="1200" cap="none" spc="-45" normalizeH="0" baseline="0" noProof="0" dirty="0">
                  <a:ln>
                    <a:noFill/>
                  </a:ln>
                  <a:solidFill>
                    <a:srgbClr val="636363"/>
                  </a:solidFill>
                  <a:effectLst/>
                  <a:uLnTx/>
                  <a:uFillTx/>
                  <a:latin typeface="Arial" panose="020B0604020202090204"/>
                  <a:ea typeface="宋体" pitchFamily="2" charset="-122"/>
                  <a:cs typeface="Arial" panose="020B0604020202090204"/>
                </a:rPr>
                <a:t>i</a:t>
              </a:r>
              <a:r>
                <a:rPr kumimoji="1" sz="2400" b="0" i="0" u="none" strike="noStrike" kern="1200" cap="none" spc="0" normalizeH="0" baseline="0" noProof="0" dirty="0">
                  <a:ln>
                    <a:noFill/>
                  </a:ln>
                  <a:solidFill>
                    <a:srgbClr val="636363"/>
                  </a:solidFill>
                  <a:effectLst/>
                  <a:uLnTx/>
                  <a:uFillTx/>
                  <a:latin typeface="Arial" panose="020B0604020202090204"/>
                  <a:ea typeface="宋体" pitchFamily="2" charset="-122"/>
                  <a:cs typeface="Arial" panose="020B0604020202090204"/>
                </a:rPr>
                <a:t>e</a:t>
              </a:r>
              <a:endParaRPr kumimoji="1" sz="2400" b="0" i="0" u="none" strike="noStrike" kern="1200" cap="none" spc="0" normalizeH="0" baseline="0" noProof="0" dirty="0">
                <a:ln>
                  <a:noFill/>
                </a:ln>
                <a:solidFill>
                  <a:prstClr val="black"/>
                </a:solidFill>
                <a:effectLst/>
                <a:uLnTx/>
                <a:uFillTx/>
                <a:latin typeface="Arial" panose="020B0604020202090204"/>
                <a:ea typeface="宋体" pitchFamily="2" charset="-122"/>
                <a:cs typeface="Arial" panose="020B0604020202090204"/>
              </a:endParaRPr>
            </a:p>
          </p:txBody>
        </p:sp>
        <p:sp>
          <p:nvSpPr>
            <p:cNvPr id="23" name="object 20"/>
            <p:cNvSpPr/>
            <p:nvPr/>
          </p:nvSpPr>
          <p:spPr bwMode="auto">
            <a:xfrm>
              <a:off x="4772025" y="2654300"/>
              <a:ext cx="1477963" cy="514350"/>
            </a:xfrm>
            <a:custGeom>
              <a:avLst/>
              <a:gdLst>
                <a:gd name="T0" fmla="*/ 0 w 1477010"/>
                <a:gd name="T1" fmla="*/ 39859 h 513714"/>
                <a:gd name="T2" fmla="*/ 20574 w 1477010"/>
                <a:gd name="T3" fmla="*/ 4910 h 513714"/>
                <a:gd name="T4" fmla="*/ 1446687 w 1477010"/>
                <a:gd name="T5" fmla="*/ 0 h 513714"/>
                <a:gd name="T6" fmla="*/ 1460844 w 1477010"/>
                <a:gd name="T7" fmla="*/ 2624 h 513714"/>
                <a:gd name="T8" fmla="*/ 1472749 w 1477010"/>
                <a:gd name="T9" fmla="*/ 9851 h 513714"/>
                <a:gd name="T10" fmla="*/ 1481430 w 1477010"/>
                <a:gd name="T11" fmla="*/ 20697 h 513714"/>
                <a:gd name="T12" fmla="*/ 1485912 w 1477010"/>
                <a:gd name="T13" fmla="*/ 34185 h 513714"/>
                <a:gd name="T14" fmla="*/ 1486312 w 1477010"/>
                <a:gd name="T15" fmla="*/ 480121 h 513714"/>
                <a:gd name="T16" fmla="*/ 1483700 w 1477010"/>
                <a:gd name="T17" fmla="*/ 494363 h 513714"/>
                <a:gd name="T18" fmla="*/ 1476517 w 1477010"/>
                <a:gd name="T19" fmla="*/ 506338 h 513714"/>
                <a:gd name="T20" fmla="*/ 1465735 w 1477010"/>
                <a:gd name="T21" fmla="*/ 515071 h 513714"/>
                <a:gd name="T22" fmla="*/ 1452327 w 1477010"/>
                <a:gd name="T23" fmla="*/ 519579 h 513714"/>
                <a:gd name="T24" fmla="*/ 39623 w 1477010"/>
                <a:gd name="T25" fmla="*/ 519981 h 513714"/>
                <a:gd name="T26" fmla="*/ 25464 w 1477010"/>
                <a:gd name="T27" fmla="*/ 517355 h 513714"/>
                <a:gd name="T28" fmla="*/ 13565 w 1477010"/>
                <a:gd name="T29" fmla="*/ 510129 h 513714"/>
                <a:gd name="T30" fmla="*/ 4880 w 1477010"/>
                <a:gd name="T31" fmla="*/ 499283 h 513714"/>
                <a:gd name="T32" fmla="*/ 397 w 1477010"/>
                <a:gd name="T33" fmla="*/ 485796 h 513714"/>
                <a:gd name="T34" fmla="*/ 0 w 1477010"/>
                <a:gd name="T35" fmla="*/ 39859 h 513714"/>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1477010" h="513714">
                  <a:moveTo>
                    <a:pt x="0" y="39369"/>
                  </a:moveTo>
                  <a:lnTo>
                    <a:pt x="20444" y="4850"/>
                  </a:lnTo>
                  <a:lnTo>
                    <a:pt x="1437386" y="0"/>
                  </a:lnTo>
                  <a:lnTo>
                    <a:pt x="1451451" y="2594"/>
                  </a:lnTo>
                  <a:lnTo>
                    <a:pt x="1463280" y="9731"/>
                  </a:lnTo>
                  <a:lnTo>
                    <a:pt x="1471905" y="20444"/>
                  </a:lnTo>
                  <a:lnTo>
                    <a:pt x="1476358" y="33765"/>
                  </a:lnTo>
                  <a:lnTo>
                    <a:pt x="1476756" y="474217"/>
                  </a:lnTo>
                  <a:lnTo>
                    <a:pt x="1474161" y="488283"/>
                  </a:lnTo>
                  <a:lnTo>
                    <a:pt x="1467024" y="500112"/>
                  </a:lnTo>
                  <a:lnTo>
                    <a:pt x="1456311" y="508737"/>
                  </a:lnTo>
                  <a:lnTo>
                    <a:pt x="1442990" y="513190"/>
                  </a:lnTo>
                  <a:lnTo>
                    <a:pt x="39370" y="513587"/>
                  </a:lnTo>
                  <a:lnTo>
                    <a:pt x="25304" y="510993"/>
                  </a:lnTo>
                  <a:lnTo>
                    <a:pt x="13475" y="503856"/>
                  </a:lnTo>
                  <a:lnTo>
                    <a:pt x="4850" y="493143"/>
                  </a:lnTo>
                  <a:lnTo>
                    <a:pt x="397" y="479822"/>
                  </a:lnTo>
                  <a:lnTo>
                    <a:pt x="0" y="39369"/>
                  </a:lnTo>
                  <a:close/>
                </a:path>
              </a:pathLst>
            </a:custGeom>
            <a:noFill/>
            <a:ln w="38100">
              <a:solidFill>
                <a:srgbClr val="636363"/>
              </a:solidFill>
              <a:prstDash val="lgDash"/>
              <a:round/>
            </a:ln>
            <a:extLst>
              <a:ext uri="{909E8E84-426E-40DD-AFC4-6F175D3DCCD1}">
                <a14:hiddenFill xmlns:a14="http://schemas.microsoft.com/office/drawing/2010/main">
                  <a:solidFill>
                    <a:srgbClr val="FFFFFF"/>
                  </a:solidFill>
                </a14:hiddenFill>
              </a:ext>
            </a:extLst>
          </p:spPr>
          <p:txBody>
            <a:bodyPr lIns="0" tIns="0" rIns="0" bIns="0"/>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prstClr val="black"/>
                </a:solidFill>
                <a:effectLst/>
                <a:uLnTx/>
                <a:uFillTx/>
                <a:latin typeface="Verdana" panose="020B0804030504040204" pitchFamily="34" charset="0"/>
                <a:ea typeface="宋体" pitchFamily="2" charset="-122"/>
                <a:cs typeface="+mn-cs"/>
              </a:endParaRPr>
            </a:p>
          </p:txBody>
        </p:sp>
        <p:sp>
          <p:nvSpPr>
            <p:cNvPr id="24" name="object 21"/>
            <p:cNvSpPr txBox="1"/>
            <p:nvPr/>
          </p:nvSpPr>
          <p:spPr>
            <a:xfrm>
              <a:off x="5116513" y="2792413"/>
              <a:ext cx="1585912" cy="369332"/>
            </a:xfrm>
            <a:prstGeom prst="rect">
              <a:avLst/>
            </a:prstGeom>
          </p:spPr>
          <p:txBody>
            <a:bodyPr wrap="square" lIns="0" tIns="0" rIns="0" bIns="0">
              <a:spAutoFit/>
            </a:bodyPr>
            <a:lstStyle/>
            <a:p>
              <a:pPr marL="12700" marR="0" lvl="0" indent="0" algn="l" defTabSz="914400" rtl="0" eaLnBrk="1" fontAlgn="base" latinLnBrk="0" hangingPunct="1">
                <a:lnSpc>
                  <a:spcPct val="100000"/>
                </a:lnSpc>
                <a:spcBef>
                  <a:spcPct val="0"/>
                </a:spcBef>
                <a:spcAft>
                  <a:spcPct val="0"/>
                </a:spcAft>
                <a:buClrTx/>
                <a:buSzTx/>
                <a:buFontTx/>
                <a:buNone/>
                <a:defRPr/>
              </a:pPr>
              <a:r>
                <a:rPr kumimoji="1" sz="2400" b="0" i="0" u="none" strike="noStrike" kern="1200" cap="none" spc="-200" normalizeH="0" baseline="0" noProof="0" dirty="0">
                  <a:ln>
                    <a:noFill/>
                  </a:ln>
                  <a:solidFill>
                    <a:srgbClr val="EE3D42"/>
                  </a:solidFill>
                  <a:effectLst/>
                  <a:uLnTx/>
                  <a:uFillTx/>
                  <a:latin typeface="Arial" panose="020B0604020202090204"/>
                  <a:ea typeface="宋体" pitchFamily="2" charset="-122"/>
                  <a:cs typeface="Arial" panose="020B0604020202090204"/>
                </a:rPr>
                <a:t>T</a:t>
              </a:r>
              <a:r>
                <a:rPr kumimoji="1" sz="2400" b="0" i="0" u="none" strike="noStrike" kern="1200" cap="none" spc="-104" normalizeH="0" baseline="-21000" noProof="0" dirty="0">
                  <a:ln>
                    <a:noFill/>
                  </a:ln>
                  <a:solidFill>
                    <a:srgbClr val="EE3D42"/>
                  </a:solidFill>
                  <a:effectLst/>
                  <a:uLnTx/>
                  <a:uFillTx/>
                  <a:latin typeface="Arial" panose="020B0604020202090204"/>
                  <a:ea typeface="宋体" pitchFamily="2" charset="-122"/>
                  <a:cs typeface="Arial" panose="020B0604020202090204"/>
                </a:rPr>
                <a:t>1</a:t>
              </a:r>
              <a:r>
                <a:rPr kumimoji="1" sz="2400" b="0" i="0" u="none" strike="noStrike" kern="1200" cap="none" spc="195" normalizeH="0" baseline="-21000" noProof="0" dirty="0">
                  <a:ln>
                    <a:noFill/>
                  </a:ln>
                  <a:solidFill>
                    <a:srgbClr val="EE3D42"/>
                  </a:solidFill>
                  <a:effectLst/>
                  <a:uLnTx/>
                  <a:uFillTx/>
                  <a:latin typeface="Arial" panose="020B0604020202090204"/>
                  <a:ea typeface="宋体" pitchFamily="2" charset="-122"/>
                  <a:cs typeface="Arial" panose="020B0604020202090204"/>
                </a:rPr>
                <a:t> </a:t>
              </a:r>
              <a:r>
                <a:rPr kumimoji="1" sz="2400" b="0" i="0" u="none" strike="noStrike" kern="1200" cap="none" spc="20" normalizeH="0" baseline="0" noProof="0" dirty="0">
                  <a:ln>
                    <a:noFill/>
                  </a:ln>
                  <a:solidFill>
                    <a:srgbClr val="636363"/>
                  </a:solidFill>
                  <a:effectLst/>
                  <a:uLnTx/>
                  <a:uFillTx/>
                  <a:latin typeface="Arial" panose="020B0604020202090204"/>
                  <a:ea typeface="宋体" pitchFamily="2" charset="-122"/>
                  <a:cs typeface="Arial" panose="020B0604020202090204"/>
                </a:rPr>
                <a:t>w</a:t>
              </a:r>
              <a:r>
                <a:rPr kumimoji="1" sz="2400" b="0" i="0" u="none" strike="noStrike" kern="1200" cap="none" spc="-50" normalizeH="0" baseline="0" noProof="0" dirty="0">
                  <a:ln>
                    <a:noFill/>
                  </a:ln>
                  <a:solidFill>
                    <a:srgbClr val="636363"/>
                  </a:solidFill>
                  <a:effectLst/>
                  <a:uLnTx/>
                  <a:uFillTx/>
                  <a:latin typeface="Arial" panose="020B0604020202090204"/>
                  <a:ea typeface="宋体" pitchFamily="2" charset="-122"/>
                  <a:cs typeface="Arial" panose="020B0604020202090204"/>
                </a:rPr>
                <a:t>a</a:t>
              </a:r>
              <a:r>
                <a:rPr kumimoji="1" sz="2400" b="0" i="0" u="none" strike="noStrike" kern="1200" cap="none" spc="0" normalizeH="0" baseline="0" noProof="0" dirty="0">
                  <a:ln>
                    <a:noFill/>
                  </a:ln>
                  <a:solidFill>
                    <a:srgbClr val="636363"/>
                  </a:solidFill>
                  <a:effectLst/>
                  <a:uLnTx/>
                  <a:uFillTx/>
                  <a:latin typeface="Arial" panose="020B0604020202090204"/>
                  <a:ea typeface="宋体" pitchFamily="2" charset="-122"/>
                  <a:cs typeface="Arial" panose="020B0604020202090204"/>
                </a:rPr>
                <a:t>i</a:t>
              </a:r>
              <a:r>
                <a:rPr kumimoji="1" sz="2400" b="0" i="0" u="none" strike="noStrike" kern="1200" cap="none" spc="25" normalizeH="0" baseline="0" noProof="0" dirty="0">
                  <a:ln>
                    <a:noFill/>
                  </a:ln>
                  <a:solidFill>
                    <a:srgbClr val="636363"/>
                  </a:solidFill>
                  <a:effectLst/>
                  <a:uLnTx/>
                  <a:uFillTx/>
                  <a:latin typeface="Arial" panose="020B0604020202090204"/>
                  <a:ea typeface="宋体" pitchFamily="2" charset="-122"/>
                  <a:cs typeface="Arial" panose="020B0604020202090204"/>
                </a:rPr>
                <a:t>t</a:t>
              </a:r>
              <a:r>
                <a:rPr kumimoji="1" sz="2400" b="0" i="0" u="none" strike="noStrike" kern="1200" cap="none" spc="0" normalizeH="0" baseline="0" noProof="0" dirty="0">
                  <a:ln>
                    <a:noFill/>
                  </a:ln>
                  <a:solidFill>
                    <a:srgbClr val="636363"/>
                  </a:solidFill>
                  <a:effectLst/>
                  <a:uLnTx/>
                  <a:uFillTx/>
                  <a:latin typeface="Arial" panose="020B0604020202090204"/>
                  <a:ea typeface="宋体" pitchFamily="2" charset="-122"/>
                  <a:cs typeface="Arial" panose="020B0604020202090204"/>
                </a:rPr>
                <a:t>s</a:t>
              </a:r>
              <a:endParaRPr kumimoji="1" sz="2400" b="0" i="0" u="none" strike="noStrike" kern="1200" cap="none" spc="0" normalizeH="0" baseline="0" noProof="0" dirty="0">
                <a:ln>
                  <a:noFill/>
                </a:ln>
                <a:solidFill>
                  <a:prstClr val="black"/>
                </a:solidFill>
                <a:effectLst/>
                <a:uLnTx/>
                <a:uFillTx/>
                <a:latin typeface="Arial" panose="020B0604020202090204"/>
                <a:ea typeface="宋体" pitchFamily="2" charset="-122"/>
                <a:cs typeface="Arial" panose="020B0604020202090204"/>
              </a:endParaRPr>
            </a:p>
          </p:txBody>
        </p:sp>
        <p:sp>
          <p:nvSpPr>
            <p:cNvPr id="25" name="object 22"/>
            <p:cNvSpPr/>
            <p:nvPr/>
          </p:nvSpPr>
          <p:spPr bwMode="auto">
            <a:xfrm>
              <a:off x="4067175" y="2738438"/>
              <a:ext cx="442913" cy="400050"/>
            </a:xfrm>
            <a:custGeom>
              <a:avLst/>
              <a:gdLst>
                <a:gd name="T0" fmla="*/ 246814 w 441960"/>
                <a:gd name="T1" fmla="*/ 0 h 401319"/>
                <a:gd name="T2" fmla="*/ 246814 w 441960"/>
                <a:gd name="T3" fmla="*/ 97078 h 401319"/>
                <a:gd name="T4" fmla="*/ 0 w 441960"/>
                <a:gd name="T5" fmla="*/ 97078 h 401319"/>
                <a:gd name="T6" fmla="*/ 0 w 441960"/>
                <a:gd name="T7" fmla="*/ 291234 h 401319"/>
                <a:gd name="T8" fmla="*/ 246814 w 441960"/>
                <a:gd name="T9" fmla="*/ 291234 h 401319"/>
                <a:gd name="T10" fmla="*/ 246814 w 441960"/>
                <a:gd name="T11" fmla="*/ 388318 h 401319"/>
                <a:gd name="T12" fmla="*/ 451582 w 441960"/>
                <a:gd name="T13" fmla="*/ 194156 h 401319"/>
                <a:gd name="T14" fmla="*/ 246814 w 441960"/>
                <a:gd name="T15" fmla="*/ 0 h 401319"/>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441960" h="401319">
                  <a:moveTo>
                    <a:pt x="241554" y="0"/>
                  </a:moveTo>
                  <a:lnTo>
                    <a:pt x="241554" y="100203"/>
                  </a:lnTo>
                  <a:lnTo>
                    <a:pt x="0" y="100203"/>
                  </a:lnTo>
                  <a:lnTo>
                    <a:pt x="0" y="300609"/>
                  </a:lnTo>
                  <a:lnTo>
                    <a:pt x="241554" y="300609"/>
                  </a:lnTo>
                  <a:lnTo>
                    <a:pt x="241554" y="400812"/>
                  </a:lnTo>
                  <a:lnTo>
                    <a:pt x="441960" y="200406"/>
                  </a:lnTo>
                  <a:lnTo>
                    <a:pt x="241554" y="0"/>
                  </a:lnTo>
                  <a:close/>
                </a:path>
              </a:pathLst>
            </a:custGeom>
            <a:solidFill>
              <a:srgbClr val="EE3D42"/>
            </a:solidFill>
            <a:ln>
              <a:noFill/>
            </a:ln>
            <a:extLst>
              <a:ext uri="{91240B29-F687-4F45-9708-019B960494DF}">
                <a14:hiddenLine xmlns:a14="http://schemas.microsoft.com/office/drawing/2010/main" w="9525">
                  <a:solidFill>
                    <a:srgbClr val="000000"/>
                  </a:solidFill>
                  <a:round/>
                </a14:hiddenLine>
              </a:ext>
            </a:extLst>
          </p:spPr>
          <p:txBody>
            <a:bodyPr lIns="0" tIns="0" rIns="0" bIns="0"/>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prstClr val="black"/>
                </a:solidFill>
                <a:effectLst/>
                <a:uLnTx/>
                <a:uFillTx/>
                <a:latin typeface="Verdana" panose="020B0804030504040204" pitchFamily="34" charset="0"/>
                <a:ea typeface="宋体" pitchFamily="2" charset="-122"/>
                <a:cs typeface="+mn-cs"/>
              </a:endParaRPr>
            </a:p>
          </p:txBody>
        </p:sp>
        <p:sp>
          <p:nvSpPr>
            <p:cNvPr id="26" name="object 23"/>
            <p:cNvSpPr txBox="1"/>
            <p:nvPr/>
          </p:nvSpPr>
          <p:spPr>
            <a:xfrm>
              <a:off x="6644195" y="2237190"/>
              <a:ext cx="1944315" cy="369332"/>
            </a:xfrm>
            <a:prstGeom prst="rect">
              <a:avLst/>
            </a:prstGeom>
          </p:spPr>
          <p:txBody>
            <a:bodyPr wrap="square" lIns="0" tIns="0" rIns="0" bIns="0">
              <a:spAutoFit/>
            </a:bodyPr>
            <a:lstStyle/>
            <a:p>
              <a:pPr marL="12700" marR="0" lvl="0" indent="0" algn="l" defTabSz="914400" rtl="0" eaLnBrk="1" fontAlgn="base" latinLnBrk="0" hangingPunct="1">
                <a:lnSpc>
                  <a:spcPct val="100000"/>
                </a:lnSpc>
                <a:spcBef>
                  <a:spcPct val="0"/>
                </a:spcBef>
                <a:spcAft>
                  <a:spcPct val="0"/>
                </a:spcAft>
                <a:buClrTx/>
                <a:buSzTx/>
                <a:buFontTx/>
                <a:buNone/>
                <a:defRPr/>
              </a:pPr>
              <a:r>
                <a:rPr kumimoji="1" sz="2400" b="0" i="0" u="none" strike="noStrike" kern="1200" cap="none" spc="-120" normalizeH="0" baseline="0" noProof="0" dirty="0">
                  <a:ln>
                    <a:noFill/>
                  </a:ln>
                  <a:solidFill>
                    <a:srgbClr val="636363"/>
                  </a:solidFill>
                  <a:effectLst/>
                  <a:uLnTx/>
                  <a:uFillTx/>
                  <a:latin typeface="Arial" panose="020B0604020202090204"/>
                  <a:ea typeface="宋体" pitchFamily="2" charset="-122"/>
                  <a:cs typeface="Arial" panose="020B0604020202090204"/>
                </a:rPr>
                <a:t>W</a:t>
              </a:r>
              <a:r>
                <a:rPr kumimoji="1" sz="2400" b="0" i="0" u="none" strike="noStrike" kern="1200" cap="none" spc="-35" normalizeH="0" baseline="0" noProof="0" dirty="0">
                  <a:ln>
                    <a:noFill/>
                  </a:ln>
                  <a:solidFill>
                    <a:srgbClr val="636363"/>
                  </a:solidFill>
                  <a:effectLst/>
                  <a:uLnTx/>
                  <a:uFillTx/>
                  <a:latin typeface="Arial" panose="020B0604020202090204"/>
                  <a:ea typeface="宋体" pitchFamily="2" charset="-122"/>
                  <a:cs typeface="Arial" panose="020B0604020202090204"/>
                </a:rPr>
                <a:t>oun</a:t>
              </a:r>
              <a:r>
                <a:rPr kumimoji="1" sz="2400" b="0" i="0" u="none" strike="noStrike" kern="1200" cap="none" spc="-130" normalizeH="0" baseline="0" noProof="0" dirty="0">
                  <a:ln>
                    <a:noFill/>
                  </a:ln>
                  <a:solidFill>
                    <a:srgbClr val="636363"/>
                  </a:solidFill>
                  <a:effectLst/>
                  <a:uLnTx/>
                  <a:uFillTx/>
                  <a:latin typeface="Arial" panose="020B0604020202090204"/>
                  <a:ea typeface="宋体" pitchFamily="2" charset="-122"/>
                  <a:cs typeface="Arial" panose="020B0604020202090204"/>
                </a:rPr>
                <a:t>d</a:t>
              </a:r>
              <a:r>
                <a:rPr kumimoji="1" sz="2400" b="0" i="0" u="none" strike="noStrike" kern="1200" cap="none" spc="-135" normalizeH="0" baseline="0" noProof="0" dirty="0">
                  <a:ln>
                    <a:noFill/>
                  </a:ln>
                  <a:solidFill>
                    <a:srgbClr val="636363"/>
                  </a:solidFill>
                  <a:effectLst/>
                  <a:uLnTx/>
                  <a:uFillTx/>
                  <a:latin typeface="Arial" panose="020B0604020202090204"/>
                  <a:ea typeface="宋体" pitchFamily="2" charset="-122"/>
                  <a:cs typeface="Arial" panose="020B0604020202090204"/>
                </a:rPr>
                <a:t>-</a:t>
              </a:r>
              <a:r>
                <a:rPr kumimoji="1" sz="2400" b="0" i="0" u="none" strike="noStrike" kern="1200" cap="none" spc="-114" normalizeH="0" baseline="0" noProof="0" dirty="0">
                  <a:ln>
                    <a:noFill/>
                  </a:ln>
                  <a:solidFill>
                    <a:srgbClr val="636363"/>
                  </a:solidFill>
                  <a:effectLst/>
                  <a:uLnTx/>
                  <a:uFillTx/>
                  <a:latin typeface="Arial" panose="020B0604020202090204"/>
                  <a:ea typeface="宋体" pitchFamily="2" charset="-122"/>
                  <a:cs typeface="Arial" panose="020B0604020202090204"/>
                </a:rPr>
                <a:t>W</a:t>
              </a:r>
              <a:r>
                <a:rPr kumimoji="1" sz="2400" b="0" i="0" u="none" strike="noStrike" kern="1200" cap="none" spc="-15" normalizeH="0" baseline="0" noProof="0" dirty="0">
                  <a:ln>
                    <a:noFill/>
                  </a:ln>
                  <a:solidFill>
                    <a:srgbClr val="636363"/>
                  </a:solidFill>
                  <a:effectLst/>
                  <a:uLnTx/>
                  <a:uFillTx/>
                  <a:latin typeface="Arial" panose="020B0604020202090204"/>
                  <a:ea typeface="宋体" pitchFamily="2" charset="-122"/>
                  <a:cs typeface="Arial" panose="020B0604020202090204"/>
                </a:rPr>
                <a:t>ait</a:t>
              </a:r>
              <a:endParaRPr kumimoji="1" sz="2400" b="0" i="0" u="none" strike="noStrike" kern="1200" cap="none" spc="0" normalizeH="0" baseline="0" noProof="0" dirty="0">
                <a:ln>
                  <a:noFill/>
                </a:ln>
                <a:solidFill>
                  <a:prstClr val="black"/>
                </a:solidFill>
                <a:effectLst/>
                <a:uLnTx/>
                <a:uFillTx/>
                <a:latin typeface="Arial" panose="020B0604020202090204"/>
                <a:ea typeface="宋体" pitchFamily="2" charset="-122"/>
                <a:cs typeface="Arial" panose="020B0604020202090204"/>
              </a:endParaRPr>
            </a:p>
          </p:txBody>
        </p:sp>
        <p:sp>
          <p:nvSpPr>
            <p:cNvPr id="27" name="object 24"/>
            <p:cNvSpPr/>
            <p:nvPr/>
          </p:nvSpPr>
          <p:spPr bwMode="auto">
            <a:xfrm>
              <a:off x="6486525" y="2654300"/>
              <a:ext cx="1477963" cy="514350"/>
            </a:xfrm>
            <a:custGeom>
              <a:avLst/>
              <a:gdLst>
                <a:gd name="T0" fmla="*/ 0 w 1477009"/>
                <a:gd name="T1" fmla="*/ 39859 h 513714"/>
                <a:gd name="T2" fmla="*/ 20574 w 1477009"/>
                <a:gd name="T3" fmla="*/ 4910 h 513714"/>
                <a:gd name="T4" fmla="*/ 1446697 w 1477009"/>
                <a:gd name="T5" fmla="*/ 0 h 513714"/>
                <a:gd name="T6" fmla="*/ 1460853 w 1477009"/>
                <a:gd name="T7" fmla="*/ 2624 h 513714"/>
                <a:gd name="T8" fmla="*/ 1472759 w 1477009"/>
                <a:gd name="T9" fmla="*/ 9851 h 513714"/>
                <a:gd name="T10" fmla="*/ 1481440 w 1477009"/>
                <a:gd name="T11" fmla="*/ 20697 h 513714"/>
                <a:gd name="T12" fmla="*/ 1485922 w 1477009"/>
                <a:gd name="T13" fmla="*/ 34185 h 513714"/>
                <a:gd name="T14" fmla="*/ 1486321 w 1477009"/>
                <a:gd name="T15" fmla="*/ 480121 h 513714"/>
                <a:gd name="T16" fmla="*/ 1483710 w 1477009"/>
                <a:gd name="T17" fmla="*/ 494363 h 513714"/>
                <a:gd name="T18" fmla="*/ 1476527 w 1477009"/>
                <a:gd name="T19" fmla="*/ 506338 h 513714"/>
                <a:gd name="T20" fmla="*/ 1465745 w 1477009"/>
                <a:gd name="T21" fmla="*/ 515071 h 513714"/>
                <a:gd name="T22" fmla="*/ 1452337 w 1477009"/>
                <a:gd name="T23" fmla="*/ 519579 h 513714"/>
                <a:gd name="T24" fmla="*/ 39625 w 1477009"/>
                <a:gd name="T25" fmla="*/ 519981 h 513714"/>
                <a:gd name="T26" fmla="*/ 25464 w 1477009"/>
                <a:gd name="T27" fmla="*/ 517355 h 513714"/>
                <a:gd name="T28" fmla="*/ 13565 w 1477009"/>
                <a:gd name="T29" fmla="*/ 510129 h 513714"/>
                <a:gd name="T30" fmla="*/ 4880 w 1477009"/>
                <a:gd name="T31" fmla="*/ 499283 h 513714"/>
                <a:gd name="T32" fmla="*/ 397 w 1477009"/>
                <a:gd name="T33" fmla="*/ 485796 h 513714"/>
                <a:gd name="T34" fmla="*/ 0 w 1477009"/>
                <a:gd name="T35" fmla="*/ 39859 h 513714"/>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1477009" h="513714">
                  <a:moveTo>
                    <a:pt x="0" y="39369"/>
                  </a:moveTo>
                  <a:lnTo>
                    <a:pt x="20444" y="4850"/>
                  </a:lnTo>
                  <a:lnTo>
                    <a:pt x="1437386" y="0"/>
                  </a:lnTo>
                  <a:lnTo>
                    <a:pt x="1451451" y="2594"/>
                  </a:lnTo>
                  <a:lnTo>
                    <a:pt x="1463280" y="9731"/>
                  </a:lnTo>
                  <a:lnTo>
                    <a:pt x="1471905" y="20444"/>
                  </a:lnTo>
                  <a:lnTo>
                    <a:pt x="1476358" y="33765"/>
                  </a:lnTo>
                  <a:lnTo>
                    <a:pt x="1476755" y="474217"/>
                  </a:lnTo>
                  <a:lnTo>
                    <a:pt x="1474161" y="488283"/>
                  </a:lnTo>
                  <a:lnTo>
                    <a:pt x="1467024" y="500112"/>
                  </a:lnTo>
                  <a:lnTo>
                    <a:pt x="1456311" y="508737"/>
                  </a:lnTo>
                  <a:lnTo>
                    <a:pt x="1442990" y="513190"/>
                  </a:lnTo>
                  <a:lnTo>
                    <a:pt x="39370" y="513587"/>
                  </a:lnTo>
                  <a:lnTo>
                    <a:pt x="25304" y="510993"/>
                  </a:lnTo>
                  <a:lnTo>
                    <a:pt x="13475" y="503856"/>
                  </a:lnTo>
                  <a:lnTo>
                    <a:pt x="4850" y="493143"/>
                  </a:lnTo>
                  <a:lnTo>
                    <a:pt x="397" y="479822"/>
                  </a:lnTo>
                  <a:lnTo>
                    <a:pt x="0" y="39369"/>
                  </a:lnTo>
                  <a:close/>
                </a:path>
              </a:pathLst>
            </a:custGeom>
            <a:noFill/>
            <a:ln w="38100">
              <a:solidFill>
                <a:srgbClr val="636363"/>
              </a:solidFill>
              <a:prstDash val="lgDash"/>
              <a:round/>
            </a:ln>
            <a:extLst>
              <a:ext uri="{909E8E84-426E-40DD-AFC4-6F175D3DCCD1}">
                <a14:hiddenFill xmlns:a14="http://schemas.microsoft.com/office/drawing/2010/main">
                  <a:solidFill>
                    <a:srgbClr val="FFFFFF"/>
                  </a:solidFill>
                </a14:hiddenFill>
              </a:ext>
            </a:extLst>
          </p:spPr>
          <p:txBody>
            <a:bodyPr lIns="0" tIns="0" rIns="0" bIns="0"/>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prstClr val="black"/>
                </a:solidFill>
                <a:effectLst/>
                <a:uLnTx/>
                <a:uFillTx/>
                <a:latin typeface="Verdana" panose="020B0804030504040204" pitchFamily="34" charset="0"/>
                <a:ea typeface="宋体" pitchFamily="2" charset="-122"/>
                <a:cs typeface="+mn-cs"/>
              </a:endParaRPr>
            </a:p>
          </p:txBody>
        </p:sp>
        <p:sp>
          <p:nvSpPr>
            <p:cNvPr id="28" name="object 25"/>
            <p:cNvSpPr txBox="1"/>
            <p:nvPr/>
          </p:nvSpPr>
          <p:spPr>
            <a:xfrm>
              <a:off x="6772275" y="2792413"/>
              <a:ext cx="1688157" cy="369332"/>
            </a:xfrm>
            <a:prstGeom prst="rect">
              <a:avLst/>
            </a:prstGeom>
          </p:spPr>
          <p:txBody>
            <a:bodyPr wrap="square" lIns="0" tIns="0" rIns="0" bIns="0">
              <a:spAutoFit/>
            </a:bodyPr>
            <a:lstStyle/>
            <a:p>
              <a:pPr marL="12700" marR="0" lvl="0" indent="0" algn="l" defTabSz="914400" rtl="0" eaLnBrk="1" fontAlgn="base" latinLnBrk="0" hangingPunct="1">
                <a:lnSpc>
                  <a:spcPct val="100000"/>
                </a:lnSpc>
                <a:spcBef>
                  <a:spcPct val="0"/>
                </a:spcBef>
                <a:spcAft>
                  <a:spcPct val="0"/>
                </a:spcAft>
                <a:buClrTx/>
                <a:buSzTx/>
                <a:buFontTx/>
                <a:buNone/>
                <a:defRPr/>
              </a:pPr>
              <a:r>
                <a:rPr kumimoji="1" sz="2400" b="0" i="0" u="none" strike="noStrike" kern="1200" cap="none" spc="-200" normalizeH="0" baseline="0" noProof="0" dirty="0">
                  <a:ln>
                    <a:noFill/>
                  </a:ln>
                  <a:solidFill>
                    <a:srgbClr val="EE3D42"/>
                  </a:solidFill>
                  <a:effectLst/>
                  <a:uLnTx/>
                  <a:uFillTx/>
                  <a:latin typeface="Arial" panose="020B0604020202090204"/>
                  <a:ea typeface="宋体" pitchFamily="2" charset="-122"/>
                  <a:cs typeface="Arial" panose="020B0604020202090204"/>
                </a:rPr>
                <a:t>T</a:t>
              </a:r>
              <a:r>
                <a:rPr kumimoji="1" sz="2400" b="0" i="0" u="none" strike="noStrike" kern="1200" cap="none" spc="-104" normalizeH="0" baseline="-21000" noProof="0" dirty="0">
                  <a:ln>
                    <a:noFill/>
                  </a:ln>
                  <a:solidFill>
                    <a:srgbClr val="EE3D42"/>
                  </a:solidFill>
                  <a:effectLst/>
                  <a:uLnTx/>
                  <a:uFillTx/>
                  <a:latin typeface="Arial" panose="020B0604020202090204"/>
                  <a:ea typeface="宋体" pitchFamily="2" charset="-122"/>
                  <a:cs typeface="Arial" panose="020B0604020202090204"/>
                </a:rPr>
                <a:t>2</a:t>
              </a:r>
              <a:r>
                <a:rPr kumimoji="1" sz="2400" b="0" i="0" u="none" strike="noStrike" kern="1200" cap="none" spc="195" normalizeH="0" baseline="-21000" noProof="0" dirty="0">
                  <a:ln>
                    <a:noFill/>
                  </a:ln>
                  <a:solidFill>
                    <a:srgbClr val="EE3D42"/>
                  </a:solidFill>
                  <a:effectLst/>
                  <a:uLnTx/>
                  <a:uFillTx/>
                  <a:latin typeface="Arial" panose="020B0604020202090204"/>
                  <a:ea typeface="宋体" pitchFamily="2" charset="-122"/>
                  <a:cs typeface="Arial" panose="020B0604020202090204"/>
                </a:rPr>
                <a:t> </a:t>
              </a:r>
              <a:r>
                <a:rPr kumimoji="1" sz="2400" b="0" i="0" u="none" strike="noStrike" kern="1200" cap="none" spc="-50" normalizeH="0" baseline="0" noProof="0" dirty="0">
                  <a:ln>
                    <a:noFill/>
                  </a:ln>
                  <a:solidFill>
                    <a:srgbClr val="636363"/>
                  </a:solidFill>
                  <a:effectLst/>
                  <a:uLnTx/>
                  <a:uFillTx/>
                  <a:latin typeface="Arial" panose="020B0604020202090204"/>
                  <a:ea typeface="宋体" pitchFamily="2" charset="-122"/>
                  <a:cs typeface="Arial" panose="020B0604020202090204"/>
                </a:rPr>
                <a:t>a</a:t>
              </a:r>
              <a:r>
                <a:rPr kumimoji="1" sz="2400" b="0" i="0" u="none" strike="noStrike" kern="1200" cap="none" spc="25" normalizeH="0" baseline="0" noProof="0" dirty="0">
                  <a:ln>
                    <a:noFill/>
                  </a:ln>
                  <a:solidFill>
                    <a:srgbClr val="636363"/>
                  </a:solidFill>
                  <a:effectLst/>
                  <a:uLnTx/>
                  <a:uFillTx/>
                  <a:latin typeface="Arial" panose="020B0604020202090204"/>
                  <a:ea typeface="宋体" pitchFamily="2" charset="-122"/>
                  <a:cs typeface="Arial" panose="020B0604020202090204"/>
                </a:rPr>
                <a:t>b</a:t>
              </a:r>
              <a:r>
                <a:rPr kumimoji="1" sz="2400" b="0" i="0" u="none" strike="noStrike" kern="1200" cap="none" spc="10" normalizeH="0" baseline="0" noProof="0" dirty="0">
                  <a:ln>
                    <a:noFill/>
                  </a:ln>
                  <a:solidFill>
                    <a:srgbClr val="636363"/>
                  </a:solidFill>
                  <a:effectLst/>
                  <a:uLnTx/>
                  <a:uFillTx/>
                  <a:latin typeface="Arial" panose="020B0604020202090204"/>
                  <a:ea typeface="宋体" pitchFamily="2" charset="-122"/>
                  <a:cs typeface="Arial" panose="020B0604020202090204"/>
                </a:rPr>
                <a:t>or</a:t>
              </a:r>
              <a:r>
                <a:rPr kumimoji="1" sz="2400" b="0" i="0" u="none" strike="noStrike" kern="1200" cap="none" spc="20" normalizeH="0" baseline="0" noProof="0" dirty="0">
                  <a:ln>
                    <a:noFill/>
                  </a:ln>
                  <a:solidFill>
                    <a:srgbClr val="636363"/>
                  </a:solidFill>
                  <a:effectLst/>
                  <a:uLnTx/>
                  <a:uFillTx/>
                  <a:latin typeface="Arial" panose="020B0604020202090204"/>
                  <a:ea typeface="宋体" pitchFamily="2" charset="-122"/>
                  <a:cs typeface="Arial" panose="020B0604020202090204"/>
                </a:rPr>
                <a:t>t</a:t>
              </a:r>
              <a:r>
                <a:rPr kumimoji="1" sz="2400" b="0" i="0" u="none" strike="noStrike" kern="1200" cap="none" spc="0" normalizeH="0" baseline="0" noProof="0" dirty="0">
                  <a:ln>
                    <a:noFill/>
                  </a:ln>
                  <a:solidFill>
                    <a:srgbClr val="636363"/>
                  </a:solidFill>
                  <a:effectLst/>
                  <a:uLnTx/>
                  <a:uFillTx/>
                  <a:latin typeface="Arial" panose="020B0604020202090204"/>
                  <a:ea typeface="宋体" pitchFamily="2" charset="-122"/>
                  <a:cs typeface="Arial" panose="020B0604020202090204"/>
                </a:rPr>
                <a:t>s</a:t>
              </a:r>
              <a:endParaRPr kumimoji="1" sz="2400" b="0" i="0" u="none" strike="noStrike" kern="1200" cap="none" spc="0" normalizeH="0" baseline="0" noProof="0" dirty="0">
                <a:ln>
                  <a:noFill/>
                </a:ln>
                <a:solidFill>
                  <a:prstClr val="black"/>
                </a:solidFill>
                <a:effectLst/>
                <a:uLnTx/>
                <a:uFillTx/>
                <a:latin typeface="Arial" panose="020B0604020202090204"/>
                <a:ea typeface="宋体" pitchFamily="2" charset="-122"/>
                <a:cs typeface="Arial" panose="020B0604020202090204"/>
              </a:endParaRPr>
            </a:p>
          </p:txBody>
        </p:sp>
        <p:sp>
          <p:nvSpPr>
            <p:cNvPr id="29" name="object 26"/>
            <p:cNvSpPr txBox="1"/>
            <p:nvPr/>
          </p:nvSpPr>
          <p:spPr>
            <a:xfrm>
              <a:off x="5027611" y="4218197"/>
              <a:ext cx="1183481" cy="369332"/>
            </a:xfrm>
            <a:prstGeom prst="rect">
              <a:avLst/>
            </a:prstGeom>
          </p:spPr>
          <p:txBody>
            <a:bodyPr wrap="square" lIns="0" tIns="0" rIns="0" bIns="0">
              <a:spAutoFit/>
            </a:bodyPr>
            <a:lstStyle/>
            <a:p>
              <a:pPr marL="12700" marR="0" lvl="0" indent="0" algn="l" defTabSz="914400" rtl="0" eaLnBrk="1" fontAlgn="base" latinLnBrk="0" hangingPunct="1">
                <a:lnSpc>
                  <a:spcPct val="100000"/>
                </a:lnSpc>
                <a:spcBef>
                  <a:spcPct val="0"/>
                </a:spcBef>
                <a:spcAft>
                  <a:spcPct val="0"/>
                </a:spcAft>
                <a:buClrTx/>
                <a:buSzTx/>
                <a:buFontTx/>
                <a:buNone/>
                <a:defRPr/>
              </a:pPr>
              <a:r>
                <a:rPr kumimoji="1" sz="2400" b="0" i="0" u="none" strike="noStrike" kern="1200" cap="none" spc="-114" normalizeH="0" baseline="0" noProof="0" dirty="0">
                  <a:ln>
                    <a:noFill/>
                  </a:ln>
                  <a:solidFill>
                    <a:srgbClr val="636363"/>
                  </a:solidFill>
                  <a:effectLst/>
                  <a:uLnTx/>
                  <a:uFillTx/>
                  <a:latin typeface="Arial" panose="020B0604020202090204"/>
                  <a:ea typeface="宋体" pitchFamily="2" charset="-122"/>
                  <a:cs typeface="Arial" panose="020B0604020202090204"/>
                </a:rPr>
                <a:t>W</a:t>
              </a:r>
              <a:r>
                <a:rPr kumimoji="1" sz="2400" b="0" i="0" u="none" strike="noStrike" kern="1200" cap="none" spc="-15" normalizeH="0" baseline="0" noProof="0" dirty="0">
                  <a:ln>
                    <a:noFill/>
                  </a:ln>
                  <a:solidFill>
                    <a:srgbClr val="636363"/>
                  </a:solidFill>
                  <a:effectLst/>
                  <a:uLnTx/>
                  <a:uFillTx/>
                  <a:latin typeface="Arial" panose="020B0604020202090204"/>
                  <a:ea typeface="宋体" pitchFamily="2" charset="-122"/>
                  <a:cs typeface="Arial" panose="020B0604020202090204"/>
                </a:rPr>
                <a:t>ai</a:t>
              </a:r>
              <a:r>
                <a:rPr kumimoji="1" sz="2400" b="0" i="0" u="none" strike="noStrike" kern="1200" cap="none" spc="-40" normalizeH="0" baseline="0" noProof="0" dirty="0">
                  <a:ln>
                    <a:noFill/>
                  </a:ln>
                  <a:solidFill>
                    <a:srgbClr val="636363"/>
                  </a:solidFill>
                  <a:effectLst/>
                  <a:uLnTx/>
                  <a:uFillTx/>
                  <a:latin typeface="Arial" panose="020B0604020202090204"/>
                  <a:ea typeface="宋体" pitchFamily="2" charset="-122"/>
                  <a:cs typeface="Arial" panose="020B0604020202090204"/>
                </a:rPr>
                <a:t>t</a:t>
              </a:r>
              <a:r>
                <a:rPr kumimoji="1" sz="2400" b="0" i="0" u="none" strike="noStrike" kern="1200" cap="none" spc="-60" normalizeH="0" baseline="0" noProof="0" dirty="0">
                  <a:ln>
                    <a:noFill/>
                  </a:ln>
                  <a:solidFill>
                    <a:srgbClr val="636363"/>
                  </a:solidFill>
                  <a:effectLst/>
                  <a:uLnTx/>
                  <a:uFillTx/>
                  <a:latin typeface="Arial" panose="020B0604020202090204"/>
                  <a:ea typeface="宋体" pitchFamily="2" charset="-122"/>
                  <a:cs typeface="Arial" panose="020B0604020202090204"/>
                </a:rPr>
                <a:t>-</a:t>
              </a:r>
              <a:r>
                <a:rPr kumimoji="1" sz="2400" b="0" i="0" u="none" strike="noStrike" kern="1200" cap="none" spc="-10" normalizeH="0" baseline="0" noProof="0" dirty="0">
                  <a:ln>
                    <a:noFill/>
                  </a:ln>
                  <a:solidFill>
                    <a:srgbClr val="636363"/>
                  </a:solidFill>
                  <a:effectLst/>
                  <a:uLnTx/>
                  <a:uFillTx/>
                  <a:latin typeface="Arial" panose="020B0604020202090204"/>
                  <a:ea typeface="宋体" pitchFamily="2" charset="-122"/>
                  <a:cs typeface="Arial" panose="020B0604020202090204"/>
                </a:rPr>
                <a:t>D</a:t>
              </a:r>
              <a:r>
                <a:rPr kumimoji="1" sz="2400" b="0" i="0" u="none" strike="noStrike" kern="1200" cap="none" spc="-45" normalizeH="0" baseline="0" noProof="0" dirty="0">
                  <a:ln>
                    <a:noFill/>
                  </a:ln>
                  <a:solidFill>
                    <a:srgbClr val="636363"/>
                  </a:solidFill>
                  <a:effectLst/>
                  <a:uLnTx/>
                  <a:uFillTx/>
                  <a:latin typeface="Arial" panose="020B0604020202090204"/>
                  <a:ea typeface="宋体" pitchFamily="2" charset="-122"/>
                  <a:cs typeface="Arial" panose="020B0604020202090204"/>
                </a:rPr>
                <a:t>i</a:t>
              </a:r>
              <a:r>
                <a:rPr kumimoji="1" sz="2400" b="0" i="0" u="none" strike="noStrike" kern="1200" cap="none" spc="0" normalizeH="0" baseline="0" noProof="0" dirty="0">
                  <a:ln>
                    <a:noFill/>
                  </a:ln>
                  <a:solidFill>
                    <a:srgbClr val="636363"/>
                  </a:solidFill>
                  <a:effectLst/>
                  <a:uLnTx/>
                  <a:uFillTx/>
                  <a:latin typeface="Arial" panose="020B0604020202090204"/>
                  <a:ea typeface="宋体" pitchFamily="2" charset="-122"/>
                  <a:cs typeface="Arial" panose="020B0604020202090204"/>
                </a:rPr>
                <a:t>e</a:t>
              </a:r>
              <a:endParaRPr kumimoji="1" sz="2400" b="0" i="0" u="none" strike="noStrike" kern="1200" cap="none" spc="0" normalizeH="0" baseline="0" noProof="0" dirty="0">
                <a:ln>
                  <a:noFill/>
                </a:ln>
                <a:solidFill>
                  <a:prstClr val="black"/>
                </a:solidFill>
                <a:effectLst/>
                <a:uLnTx/>
                <a:uFillTx/>
                <a:latin typeface="Arial" panose="020B0604020202090204"/>
                <a:ea typeface="宋体" pitchFamily="2" charset="-122"/>
                <a:cs typeface="Arial" panose="020B0604020202090204"/>
              </a:endParaRPr>
            </a:p>
          </p:txBody>
        </p:sp>
        <p:sp>
          <p:nvSpPr>
            <p:cNvPr id="30" name="object 27"/>
            <p:cNvSpPr/>
            <p:nvPr/>
          </p:nvSpPr>
          <p:spPr bwMode="auto">
            <a:xfrm>
              <a:off x="4886325" y="4597400"/>
              <a:ext cx="1477963" cy="514350"/>
            </a:xfrm>
            <a:custGeom>
              <a:avLst/>
              <a:gdLst>
                <a:gd name="T0" fmla="*/ 0 w 1477010"/>
                <a:gd name="T1" fmla="*/ 39859 h 513714"/>
                <a:gd name="T2" fmla="*/ 20574 w 1477010"/>
                <a:gd name="T3" fmla="*/ 4910 h 513714"/>
                <a:gd name="T4" fmla="*/ 1446687 w 1477010"/>
                <a:gd name="T5" fmla="*/ 0 h 513714"/>
                <a:gd name="T6" fmla="*/ 1460844 w 1477010"/>
                <a:gd name="T7" fmla="*/ 2624 h 513714"/>
                <a:gd name="T8" fmla="*/ 1472749 w 1477010"/>
                <a:gd name="T9" fmla="*/ 9851 h 513714"/>
                <a:gd name="T10" fmla="*/ 1481430 w 1477010"/>
                <a:gd name="T11" fmla="*/ 20697 h 513714"/>
                <a:gd name="T12" fmla="*/ 1485912 w 1477010"/>
                <a:gd name="T13" fmla="*/ 34185 h 513714"/>
                <a:gd name="T14" fmla="*/ 1486312 w 1477010"/>
                <a:gd name="T15" fmla="*/ 480096 h 513714"/>
                <a:gd name="T16" fmla="*/ 1483702 w 1477010"/>
                <a:gd name="T17" fmla="*/ 494352 h 513714"/>
                <a:gd name="T18" fmla="*/ 1476523 w 1477010"/>
                <a:gd name="T19" fmla="*/ 506332 h 513714"/>
                <a:gd name="T20" fmla="*/ 1465747 w 1477010"/>
                <a:gd name="T21" fmla="*/ 515066 h 513714"/>
                <a:gd name="T22" fmla="*/ 1452346 w 1477010"/>
                <a:gd name="T23" fmla="*/ 519577 h 513714"/>
                <a:gd name="T24" fmla="*/ 39623 w 1477010"/>
                <a:gd name="T25" fmla="*/ 519981 h 513714"/>
                <a:gd name="T26" fmla="*/ 25468 w 1477010"/>
                <a:gd name="T27" fmla="*/ 517358 h 513714"/>
                <a:gd name="T28" fmla="*/ 13572 w 1477010"/>
                <a:gd name="T29" fmla="*/ 510137 h 513714"/>
                <a:gd name="T30" fmla="*/ 4887 w 1477010"/>
                <a:gd name="T31" fmla="*/ 499292 h 513714"/>
                <a:gd name="T32" fmla="*/ 399 w 1477010"/>
                <a:gd name="T33" fmla="*/ 485798 h 513714"/>
                <a:gd name="T34" fmla="*/ 0 w 1477010"/>
                <a:gd name="T35" fmla="*/ 39859 h 513714"/>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1477010" h="513714">
                  <a:moveTo>
                    <a:pt x="0" y="39369"/>
                  </a:moveTo>
                  <a:lnTo>
                    <a:pt x="20444" y="4850"/>
                  </a:lnTo>
                  <a:lnTo>
                    <a:pt x="1437386" y="0"/>
                  </a:lnTo>
                  <a:lnTo>
                    <a:pt x="1451451" y="2594"/>
                  </a:lnTo>
                  <a:lnTo>
                    <a:pt x="1463280" y="9731"/>
                  </a:lnTo>
                  <a:lnTo>
                    <a:pt x="1471905" y="20444"/>
                  </a:lnTo>
                  <a:lnTo>
                    <a:pt x="1476358" y="33765"/>
                  </a:lnTo>
                  <a:lnTo>
                    <a:pt x="1476756" y="474192"/>
                  </a:lnTo>
                  <a:lnTo>
                    <a:pt x="1474163" y="488272"/>
                  </a:lnTo>
                  <a:lnTo>
                    <a:pt x="1467030" y="500106"/>
                  </a:lnTo>
                  <a:lnTo>
                    <a:pt x="1456323" y="508732"/>
                  </a:lnTo>
                  <a:lnTo>
                    <a:pt x="1443009" y="513188"/>
                  </a:lnTo>
                  <a:lnTo>
                    <a:pt x="39370" y="513587"/>
                  </a:lnTo>
                  <a:lnTo>
                    <a:pt x="25308" y="510996"/>
                  </a:lnTo>
                  <a:lnTo>
                    <a:pt x="13482" y="503864"/>
                  </a:lnTo>
                  <a:lnTo>
                    <a:pt x="4857" y="493152"/>
                  </a:lnTo>
                  <a:lnTo>
                    <a:pt x="399" y="479824"/>
                  </a:lnTo>
                  <a:lnTo>
                    <a:pt x="0" y="39369"/>
                  </a:lnTo>
                  <a:close/>
                </a:path>
              </a:pathLst>
            </a:custGeom>
            <a:noFill/>
            <a:ln w="38100">
              <a:solidFill>
                <a:srgbClr val="636363"/>
              </a:solidFill>
              <a:prstDash val="lgDash"/>
              <a:round/>
            </a:ln>
            <a:extLst>
              <a:ext uri="{909E8E84-426E-40DD-AFC4-6F175D3DCCD1}">
                <a14:hiddenFill xmlns:a14="http://schemas.microsoft.com/office/drawing/2010/main">
                  <a:solidFill>
                    <a:srgbClr val="FFFFFF"/>
                  </a:solidFill>
                </a14:hiddenFill>
              </a:ext>
            </a:extLst>
          </p:spPr>
          <p:txBody>
            <a:bodyPr lIns="0" tIns="0" rIns="0" bIns="0"/>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prstClr val="black"/>
                </a:solidFill>
                <a:effectLst/>
                <a:uLnTx/>
                <a:uFillTx/>
                <a:latin typeface="Verdana" panose="020B0804030504040204" pitchFamily="34" charset="0"/>
                <a:ea typeface="宋体" pitchFamily="2" charset="-122"/>
                <a:cs typeface="+mn-cs"/>
              </a:endParaRPr>
            </a:p>
          </p:txBody>
        </p:sp>
        <p:sp>
          <p:nvSpPr>
            <p:cNvPr id="31" name="object 28"/>
            <p:cNvSpPr txBox="1"/>
            <p:nvPr/>
          </p:nvSpPr>
          <p:spPr>
            <a:xfrm>
              <a:off x="5172075" y="4735513"/>
              <a:ext cx="1314450" cy="369332"/>
            </a:xfrm>
            <a:prstGeom prst="rect">
              <a:avLst/>
            </a:prstGeom>
          </p:spPr>
          <p:txBody>
            <a:bodyPr wrap="square" lIns="0" tIns="0" rIns="0" bIns="0">
              <a:spAutoFit/>
            </a:bodyPr>
            <a:lstStyle/>
            <a:p>
              <a:pPr marL="12700" marR="0" lvl="0" indent="0" algn="l" defTabSz="914400" rtl="0" eaLnBrk="1" fontAlgn="base" latinLnBrk="0" hangingPunct="1">
                <a:lnSpc>
                  <a:spcPct val="100000"/>
                </a:lnSpc>
                <a:spcBef>
                  <a:spcPct val="0"/>
                </a:spcBef>
                <a:spcAft>
                  <a:spcPct val="0"/>
                </a:spcAft>
                <a:buClrTx/>
                <a:buSzTx/>
                <a:buFontTx/>
                <a:buNone/>
                <a:defRPr/>
              </a:pPr>
              <a:r>
                <a:rPr kumimoji="1" sz="2400" b="0" i="0" u="none" strike="noStrike" kern="1200" cap="none" spc="-200" normalizeH="0" baseline="0" noProof="0" dirty="0">
                  <a:ln>
                    <a:noFill/>
                  </a:ln>
                  <a:solidFill>
                    <a:srgbClr val="EE3D42"/>
                  </a:solidFill>
                  <a:effectLst/>
                  <a:uLnTx/>
                  <a:uFillTx/>
                  <a:latin typeface="Arial" panose="020B0604020202090204"/>
                  <a:ea typeface="宋体" pitchFamily="2" charset="-122"/>
                  <a:cs typeface="Arial" panose="020B0604020202090204"/>
                </a:rPr>
                <a:t>T</a:t>
              </a:r>
              <a:r>
                <a:rPr kumimoji="1" sz="2400" b="0" i="0" u="none" strike="noStrike" kern="1200" cap="none" spc="-104" normalizeH="0" baseline="-21000" noProof="0" dirty="0">
                  <a:ln>
                    <a:noFill/>
                  </a:ln>
                  <a:solidFill>
                    <a:srgbClr val="EE3D42"/>
                  </a:solidFill>
                  <a:effectLst/>
                  <a:uLnTx/>
                  <a:uFillTx/>
                  <a:latin typeface="Arial" panose="020B0604020202090204"/>
                  <a:ea typeface="宋体" pitchFamily="2" charset="-122"/>
                  <a:cs typeface="Arial" panose="020B0604020202090204"/>
                </a:rPr>
                <a:t>2</a:t>
              </a:r>
              <a:r>
                <a:rPr kumimoji="1" sz="2400" b="0" i="0" u="none" strike="noStrike" kern="1200" cap="none" spc="195" normalizeH="0" baseline="-21000" noProof="0" dirty="0">
                  <a:ln>
                    <a:noFill/>
                  </a:ln>
                  <a:solidFill>
                    <a:srgbClr val="EE3D42"/>
                  </a:solidFill>
                  <a:effectLst/>
                  <a:uLnTx/>
                  <a:uFillTx/>
                  <a:latin typeface="Arial" panose="020B0604020202090204"/>
                  <a:ea typeface="宋体" pitchFamily="2" charset="-122"/>
                  <a:cs typeface="Arial" panose="020B0604020202090204"/>
                </a:rPr>
                <a:t> </a:t>
              </a:r>
              <a:r>
                <a:rPr kumimoji="1" sz="2400" b="0" i="0" u="none" strike="noStrike" kern="1200" cap="none" spc="-50" normalizeH="0" baseline="0" noProof="0" dirty="0">
                  <a:ln>
                    <a:noFill/>
                  </a:ln>
                  <a:solidFill>
                    <a:srgbClr val="636363"/>
                  </a:solidFill>
                  <a:effectLst/>
                  <a:uLnTx/>
                  <a:uFillTx/>
                  <a:latin typeface="Arial" panose="020B0604020202090204"/>
                  <a:ea typeface="宋体" pitchFamily="2" charset="-122"/>
                  <a:cs typeface="Arial" panose="020B0604020202090204"/>
                </a:rPr>
                <a:t>a</a:t>
              </a:r>
              <a:r>
                <a:rPr kumimoji="1" sz="2400" b="0" i="0" u="none" strike="noStrike" kern="1200" cap="none" spc="25" normalizeH="0" baseline="0" noProof="0" dirty="0">
                  <a:ln>
                    <a:noFill/>
                  </a:ln>
                  <a:solidFill>
                    <a:srgbClr val="636363"/>
                  </a:solidFill>
                  <a:effectLst/>
                  <a:uLnTx/>
                  <a:uFillTx/>
                  <a:latin typeface="Arial" panose="020B0604020202090204"/>
                  <a:ea typeface="宋体" pitchFamily="2" charset="-122"/>
                  <a:cs typeface="Arial" panose="020B0604020202090204"/>
                </a:rPr>
                <a:t>b</a:t>
              </a:r>
              <a:r>
                <a:rPr kumimoji="1" sz="2400" b="0" i="0" u="none" strike="noStrike" kern="1200" cap="none" spc="10" normalizeH="0" baseline="0" noProof="0" dirty="0">
                  <a:ln>
                    <a:noFill/>
                  </a:ln>
                  <a:solidFill>
                    <a:srgbClr val="636363"/>
                  </a:solidFill>
                  <a:effectLst/>
                  <a:uLnTx/>
                  <a:uFillTx/>
                  <a:latin typeface="Arial" panose="020B0604020202090204"/>
                  <a:ea typeface="宋体" pitchFamily="2" charset="-122"/>
                  <a:cs typeface="Arial" panose="020B0604020202090204"/>
                </a:rPr>
                <a:t>or</a:t>
              </a:r>
              <a:r>
                <a:rPr kumimoji="1" sz="2400" b="0" i="0" u="none" strike="noStrike" kern="1200" cap="none" spc="20" normalizeH="0" baseline="0" noProof="0" dirty="0">
                  <a:ln>
                    <a:noFill/>
                  </a:ln>
                  <a:solidFill>
                    <a:srgbClr val="636363"/>
                  </a:solidFill>
                  <a:effectLst/>
                  <a:uLnTx/>
                  <a:uFillTx/>
                  <a:latin typeface="Arial" panose="020B0604020202090204"/>
                  <a:ea typeface="宋体" pitchFamily="2" charset="-122"/>
                  <a:cs typeface="Arial" panose="020B0604020202090204"/>
                </a:rPr>
                <a:t>t</a:t>
              </a:r>
              <a:r>
                <a:rPr kumimoji="1" sz="2400" b="0" i="0" u="none" strike="noStrike" kern="1200" cap="none" spc="0" normalizeH="0" baseline="0" noProof="0" dirty="0">
                  <a:ln>
                    <a:noFill/>
                  </a:ln>
                  <a:solidFill>
                    <a:srgbClr val="636363"/>
                  </a:solidFill>
                  <a:effectLst/>
                  <a:uLnTx/>
                  <a:uFillTx/>
                  <a:latin typeface="Arial" panose="020B0604020202090204"/>
                  <a:ea typeface="宋体" pitchFamily="2" charset="-122"/>
                  <a:cs typeface="Arial" panose="020B0604020202090204"/>
                </a:rPr>
                <a:t>s</a:t>
              </a:r>
              <a:endParaRPr kumimoji="1" sz="2400" b="0" i="0" u="none" strike="noStrike" kern="1200" cap="none" spc="0" normalizeH="0" baseline="0" noProof="0" dirty="0">
                <a:ln>
                  <a:noFill/>
                </a:ln>
                <a:solidFill>
                  <a:prstClr val="black"/>
                </a:solidFill>
                <a:effectLst/>
                <a:uLnTx/>
                <a:uFillTx/>
                <a:latin typeface="Arial" panose="020B0604020202090204"/>
                <a:ea typeface="宋体" pitchFamily="2" charset="-122"/>
                <a:cs typeface="Arial" panose="020B0604020202090204"/>
              </a:endParaRPr>
            </a:p>
          </p:txBody>
        </p:sp>
        <p:sp>
          <p:nvSpPr>
            <p:cNvPr id="32" name="object 29"/>
            <p:cNvSpPr/>
            <p:nvPr/>
          </p:nvSpPr>
          <p:spPr bwMode="auto">
            <a:xfrm>
              <a:off x="4067175" y="4681538"/>
              <a:ext cx="442913" cy="400050"/>
            </a:xfrm>
            <a:custGeom>
              <a:avLst/>
              <a:gdLst>
                <a:gd name="T0" fmla="*/ 246165 w 441960"/>
                <a:gd name="T1" fmla="*/ 0 h 401320"/>
                <a:gd name="T2" fmla="*/ 246165 w 441960"/>
                <a:gd name="T3" fmla="*/ 97078 h 401320"/>
                <a:gd name="T4" fmla="*/ 0 w 441960"/>
                <a:gd name="T5" fmla="*/ 97078 h 401320"/>
                <a:gd name="T6" fmla="*/ 0 w 441960"/>
                <a:gd name="T7" fmla="*/ 291233 h 401320"/>
                <a:gd name="T8" fmla="*/ 246165 w 441960"/>
                <a:gd name="T9" fmla="*/ 291233 h 401320"/>
                <a:gd name="T10" fmla="*/ 246165 w 441960"/>
                <a:gd name="T11" fmla="*/ 388308 h 401320"/>
                <a:gd name="T12" fmla="*/ 451582 w 441960"/>
                <a:gd name="T13" fmla="*/ 194156 h 401320"/>
                <a:gd name="T14" fmla="*/ 246165 w 441960"/>
                <a:gd name="T15" fmla="*/ 0 h 40132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441960" h="401320">
                  <a:moveTo>
                    <a:pt x="240919" y="0"/>
                  </a:moveTo>
                  <a:lnTo>
                    <a:pt x="240919" y="100203"/>
                  </a:lnTo>
                  <a:lnTo>
                    <a:pt x="0" y="100203"/>
                  </a:lnTo>
                  <a:lnTo>
                    <a:pt x="0" y="300609"/>
                  </a:lnTo>
                  <a:lnTo>
                    <a:pt x="240919" y="300609"/>
                  </a:lnTo>
                  <a:lnTo>
                    <a:pt x="240919" y="400812"/>
                  </a:lnTo>
                  <a:lnTo>
                    <a:pt x="441960" y="200406"/>
                  </a:lnTo>
                  <a:lnTo>
                    <a:pt x="240919" y="0"/>
                  </a:lnTo>
                  <a:close/>
                </a:path>
              </a:pathLst>
            </a:custGeom>
            <a:solidFill>
              <a:srgbClr val="EE3D42"/>
            </a:solidFill>
            <a:ln>
              <a:noFill/>
            </a:ln>
            <a:extLst>
              <a:ext uri="{91240B29-F687-4F45-9708-019B960494DF}">
                <a14:hiddenLine xmlns:a14="http://schemas.microsoft.com/office/drawing/2010/main" w="9525">
                  <a:solidFill>
                    <a:srgbClr val="000000"/>
                  </a:solidFill>
                  <a:round/>
                </a14:hiddenLine>
              </a:ext>
            </a:extLst>
          </p:spPr>
          <p:txBody>
            <a:bodyPr lIns="0" tIns="0" rIns="0" bIns="0"/>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prstClr val="black"/>
                </a:solidFill>
                <a:effectLst/>
                <a:uLnTx/>
                <a:uFillTx/>
                <a:latin typeface="Verdana" panose="020B0804030504040204" pitchFamily="34" charset="0"/>
                <a:ea typeface="宋体" pitchFamily="2" charset="-122"/>
                <a:cs typeface="+mn-cs"/>
              </a:endParaRPr>
            </a:p>
          </p:txBody>
        </p:sp>
        <p:sp>
          <p:nvSpPr>
            <p:cNvPr id="33" name="object 30"/>
            <p:cNvSpPr txBox="1"/>
            <p:nvPr/>
          </p:nvSpPr>
          <p:spPr>
            <a:xfrm>
              <a:off x="6600825" y="4218197"/>
              <a:ext cx="1688157" cy="369332"/>
            </a:xfrm>
            <a:prstGeom prst="rect">
              <a:avLst/>
            </a:prstGeom>
          </p:spPr>
          <p:txBody>
            <a:bodyPr wrap="square" lIns="0" tIns="0" rIns="0" bIns="0">
              <a:spAutoFit/>
            </a:bodyPr>
            <a:lstStyle/>
            <a:p>
              <a:pPr marL="12700" marR="0" lvl="0" indent="0" algn="l" defTabSz="914400" rtl="0" eaLnBrk="1" fontAlgn="base" latinLnBrk="0" hangingPunct="1">
                <a:lnSpc>
                  <a:spcPct val="100000"/>
                </a:lnSpc>
                <a:spcBef>
                  <a:spcPct val="0"/>
                </a:spcBef>
                <a:spcAft>
                  <a:spcPct val="0"/>
                </a:spcAft>
                <a:buClrTx/>
                <a:buSzTx/>
                <a:buFontTx/>
                <a:buNone/>
                <a:defRPr/>
              </a:pPr>
              <a:r>
                <a:rPr kumimoji="1" sz="2400" b="0" i="0" u="none" strike="noStrike" kern="1200" cap="none" spc="-120" normalizeH="0" baseline="0" noProof="0" dirty="0">
                  <a:ln>
                    <a:noFill/>
                  </a:ln>
                  <a:solidFill>
                    <a:srgbClr val="636363"/>
                  </a:solidFill>
                  <a:effectLst/>
                  <a:uLnTx/>
                  <a:uFillTx/>
                  <a:latin typeface="Arial" panose="020B0604020202090204"/>
                  <a:ea typeface="宋体" pitchFamily="2" charset="-122"/>
                  <a:cs typeface="Arial" panose="020B0604020202090204"/>
                </a:rPr>
                <a:t>W</a:t>
              </a:r>
              <a:r>
                <a:rPr kumimoji="1" sz="2400" b="0" i="0" u="none" strike="noStrike" kern="1200" cap="none" spc="-35" normalizeH="0" baseline="0" noProof="0" dirty="0">
                  <a:ln>
                    <a:noFill/>
                  </a:ln>
                  <a:solidFill>
                    <a:srgbClr val="636363"/>
                  </a:solidFill>
                  <a:effectLst/>
                  <a:uLnTx/>
                  <a:uFillTx/>
                  <a:latin typeface="Arial" panose="020B0604020202090204"/>
                  <a:ea typeface="宋体" pitchFamily="2" charset="-122"/>
                  <a:cs typeface="Arial" panose="020B0604020202090204"/>
                </a:rPr>
                <a:t>oun</a:t>
              </a:r>
              <a:r>
                <a:rPr kumimoji="1" sz="2400" b="0" i="0" u="none" strike="noStrike" kern="1200" cap="none" spc="-130" normalizeH="0" baseline="0" noProof="0" dirty="0">
                  <a:ln>
                    <a:noFill/>
                  </a:ln>
                  <a:solidFill>
                    <a:srgbClr val="636363"/>
                  </a:solidFill>
                  <a:effectLst/>
                  <a:uLnTx/>
                  <a:uFillTx/>
                  <a:latin typeface="Arial" panose="020B0604020202090204"/>
                  <a:ea typeface="宋体" pitchFamily="2" charset="-122"/>
                  <a:cs typeface="Arial" panose="020B0604020202090204"/>
                </a:rPr>
                <a:t>d</a:t>
              </a:r>
              <a:r>
                <a:rPr kumimoji="1" sz="2400" b="0" i="0" u="none" strike="noStrike" kern="1200" cap="none" spc="-135" normalizeH="0" baseline="0" noProof="0" dirty="0">
                  <a:ln>
                    <a:noFill/>
                  </a:ln>
                  <a:solidFill>
                    <a:srgbClr val="636363"/>
                  </a:solidFill>
                  <a:effectLst/>
                  <a:uLnTx/>
                  <a:uFillTx/>
                  <a:latin typeface="Arial" panose="020B0604020202090204"/>
                  <a:ea typeface="宋体" pitchFamily="2" charset="-122"/>
                  <a:cs typeface="Arial" panose="020B0604020202090204"/>
                </a:rPr>
                <a:t>-</a:t>
              </a:r>
              <a:r>
                <a:rPr kumimoji="1" sz="2400" b="0" i="0" u="none" strike="noStrike" kern="1200" cap="none" spc="-114" normalizeH="0" baseline="0" noProof="0" dirty="0">
                  <a:ln>
                    <a:noFill/>
                  </a:ln>
                  <a:solidFill>
                    <a:srgbClr val="636363"/>
                  </a:solidFill>
                  <a:effectLst/>
                  <a:uLnTx/>
                  <a:uFillTx/>
                  <a:latin typeface="Arial" panose="020B0604020202090204"/>
                  <a:ea typeface="宋体" pitchFamily="2" charset="-122"/>
                  <a:cs typeface="Arial" panose="020B0604020202090204"/>
                </a:rPr>
                <a:t>W</a:t>
              </a:r>
              <a:r>
                <a:rPr kumimoji="1" sz="2400" b="0" i="0" u="none" strike="noStrike" kern="1200" cap="none" spc="-15" normalizeH="0" baseline="0" noProof="0" dirty="0">
                  <a:ln>
                    <a:noFill/>
                  </a:ln>
                  <a:solidFill>
                    <a:srgbClr val="636363"/>
                  </a:solidFill>
                  <a:effectLst/>
                  <a:uLnTx/>
                  <a:uFillTx/>
                  <a:latin typeface="Arial" panose="020B0604020202090204"/>
                  <a:ea typeface="宋体" pitchFamily="2" charset="-122"/>
                  <a:cs typeface="Arial" panose="020B0604020202090204"/>
                </a:rPr>
                <a:t>ait</a:t>
              </a:r>
              <a:endParaRPr kumimoji="1" sz="2400" b="0" i="0" u="none" strike="noStrike" kern="1200" cap="none" spc="0" normalizeH="0" baseline="0" noProof="0" dirty="0">
                <a:ln>
                  <a:noFill/>
                </a:ln>
                <a:solidFill>
                  <a:prstClr val="black"/>
                </a:solidFill>
                <a:effectLst/>
                <a:uLnTx/>
                <a:uFillTx/>
                <a:latin typeface="Arial" panose="020B0604020202090204"/>
                <a:ea typeface="宋体" pitchFamily="2" charset="-122"/>
                <a:cs typeface="Arial" panose="020B0604020202090204"/>
              </a:endParaRPr>
            </a:p>
          </p:txBody>
        </p:sp>
        <p:sp>
          <p:nvSpPr>
            <p:cNvPr id="34" name="object 31"/>
            <p:cNvSpPr/>
            <p:nvPr/>
          </p:nvSpPr>
          <p:spPr bwMode="auto">
            <a:xfrm>
              <a:off x="6600825" y="4597400"/>
              <a:ext cx="1477963" cy="514350"/>
            </a:xfrm>
            <a:custGeom>
              <a:avLst/>
              <a:gdLst>
                <a:gd name="T0" fmla="*/ 0 w 1477009"/>
                <a:gd name="T1" fmla="*/ 39859 h 513714"/>
                <a:gd name="T2" fmla="*/ 20574 w 1477009"/>
                <a:gd name="T3" fmla="*/ 4910 h 513714"/>
                <a:gd name="T4" fmla="*/ 1446697 w 1477009"/>
                <a:gd name="T5" fmla="*/ 0 h 513714"/>
                <a:gd name="T6" fmla="*/ 1460853 w 1477009"/>
                <a:gd name="T7" fmla="*/ 2624 h 513714"/>
                <a:gd name="T8" fmla="*/ 1472759 w 1477009"/>
                <a:gd name="T9" fmla="*/ 9851 h 513714"/>
                <a:gd name="T10" fmla="*/ 1481440 w 1477009"/>
                <a:gd name="T11" fmla="*/ 20697 h 513714"/>
                <a:gd name="T12" fmla="*/ 1485922 w 1477009"/>
                <a:gd name="T13" fmla="*/ 34185 h 513714"/>
                <a:gd name="T14" fmla="*/ 1486321 w 1477009"/>
                <a:gd name="T15" fmla="*/ 480096 h 513714"/>
                <a:gd name="T16" fmla="*/ 1483712 w 1477009"/>
                <a:gd name="T17" fmla="*/ 494352 h 513714"/>
                <a:gd name="T18" fmla="*/ 1476533 w 1477009"/>
                <a:gd name="T19" fmla="*/ 506332 h 513714"/>
                <a:gd name="T20" fmla="*/ 1465757 w 1477009"/>
                <a:gd name="T21" fmla="*/ 515066 h 513714"/>
                <a:gd name="T22" fmla="*/ 1452356 w 1477009"/>
                <a:gd name="T23" fmla="*/ 519577 h 513714"/>
                <a:gd name="T24" fmla="*/ 39625 w 1477009"/>
                <a:gd name="T25" fmla="*/ 519981 h 513714"/>
                <a:gd name="T26" fmla="*/ 25468 w 1477009"/>
                <a:gd name="T27" fmla="*/ 517358 h 513714"/>
                <a:gd name="T28" fmla="*/ 13572 w 1477009"/>
                <a:gd name="T29" fmla="*/ 510137 h 513714"/>
                <a:gd name="T30" fmla="*/ 4887 w 1477009"/>
                <a:gd name="T31" fmla="*/ 499292 h 513714"/>
                <a:gd name="T32" fmla="*/ 399 w 1477009"/>
                <a:gd name="T33" fmla="*/ 485798 h 513714"/>
                <a:gd name="T34" fmla="*/ 0 w 1477009"/>
                <a:gd name="T35" fmla="*/ 39859 h 513714"/>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1477009" h="513714">
                  <a:moveTo>
                    <a:pt x="0" y="39369"/>
                  </a:moveTo>
                  <a:lnTo>
                    <a:pt x="20444" y="4850"/>
                  </a:lnTo>
                  <a:lnTo>
                    <a:pt x="1437386" y="0"/>
                  </a:lnTo>
                  <a:lnTo>
                    <a:pt x="1451451" y="2594"/>
                  </a:lnTo>
                  <a:lnTo>
                    <a:pt x="1463280" y="9731"/>
                  </a:lnTo>
                  <a:lnTo>
                    <a:pt x="1471905" y="20444"/>
                  </a:lnTo>
                  <a:lnTo>
                    <a:pt x="1476358" y="33765"/>
                  </a:lnTo>
                  <a:lnTo>
                    <a:pt x="1476755" y="474192"/>
                  </a:lnTo>
                  <a:lnTo>
                    <a:pt x="1474163" y="488272"/>
                  </a:lnTo>
                  <a:lnTo>
                    <a:pt x="1467030" y="500106"/>
                  </a:lnTo>
                  <a:lnTo>
                    <a:pt x="1456323" y="508732"/>
                  </a:lnTo>
                  <a:lnTo>
                    <a:pt x="1443009" y="513188"/>
                  </a:lnTo>
                  <a:lnTo>
                    <a:pt x="39370" y="513587"/>
                  </a:lnTo>
                  <a:lnTo>
                    <a:pt x="25308" y="510996"/>
                  </a:lnTo>
                  <a:lnTo>
                    <a:pt x="13482" y="503864"/>
                  </a:lnTo>
                  <a:lnTo>
                    <a:pt x="4857" y="493152"/>
                  </a:lnTo>
                  <a:lnTo>
                    <a:pt x="399" y="479824"/>
                  </a:lnTo>
                  <a:lnTo>
                    <a:pt x="0" y="39369"/>
                  </a:lnTo>
                  <a:close/>
                </a:path>
              </a:pathLst>
            </a:custGeom>
            <a:noFill/>
            <a:ln w="38100">
              <a:solidFill>
                <a:srgbClr val="636363"/>
              </a:solidFill>
              <a:prstDash val="lgDash"/>
              <a:round/>
            </a:ln>
            <a:extLst>
              <a:ext uri="{909E8E84-426E-40DD-AFC4-6F175D3DCCD1}">
                <a14:hiddenFill xmlns:a14="http://schemas.microsoft.com/office/drawing/2010/main">
                  <a:solidFill>
                    <a:srgbClr val="FFFFFF"/>
                  </a:solidFill>
                </a14:hiddenFill>
              </a:ext>
            </a:extLst>
          </p:spPr>
          <p:txBody>
            <a:bodyPr lIns="0" tIns="0" rIns="0" bIns="0"/>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prstClr val="black"/>
                </a:solidFill>
                <a:effectLst/>
                <a:uLnTx/>
                <a:uFillTx/>
                <a:latin typeface="Verdana" panose="020B0804030504040204" pitchFamily="34" charset="0"/>
                <a:ea typeface="宋体" pitchFamily="2" charset="-122"/>
                <a:cs typeface="+mn-cs"/>
              </a:endParaRPr>
            </a:p>
          </p:txBody>
        </p:sp>
        <p:sp>
          <p:nvSpPr>
            <p:cNvPr id="35" name="object 32"/>
            <p:cNvSpPr txBox="1"/>
            <p:nvPr/>
          </p:nvSpPr>
          <p:spPr>
            <a:xfrm>
              <a:off x="6945313" y="4735513"/>
              <a:ext cx="1247775" cy="369332"/>
            </a:xfrm>
            <a:prstGeom prst="rect">
              <a:avLst/>
            </a:prstGeom>
          </p:spPr>
          <p:txBody>
            <a:bodyPr wrap="square" lIns="0" tIns="0" rIns="0" bIns="0">
              <a:spAutoFit/>
            </a:bodyPr>
            <a:lstStyle/>
            <a:p>
              <a:pPr marL="12700" marR="0" lvl="0" indent="0" algn="l" defTabSz="914400" rtl="0" eaLnBrk="1" fontAlgn="base" latinLnBrk="0" hangingPunct="1">
                <a:lnSpc>
                  <a:spcPct val="100000"/>
                </a:lnSpc>
                <a:spcBef>
                  <a:spcPct val="0"/>
                </a:spcBef>
                <a:spcAft>
                  <a:spcPct val="0"/>
                </a:spcAft>
                <a:buClrTx/>
                <a:buSzTx/>
                <a:buFontTx/>
                <a:buNone/>
                <a:defRPr/>
              </a:pPr>
              <a:r>
                <a:rPr kumimoji="1" sz="2400" b="0" i="0" u="none" strike="noStrike" kern="1200" cap="none" spc="-200" normalizeH="0" baseline="0" noProof="0" dirty="0">
                  <a:ln>
                    <a:noFill/>
                  </a:ln>
                  <a:solidFill>
                    <a:srgbClr val="EE3D42"/>
                  </a:solidFill>
                  <a:effectLst/>
                  <a:uLnTx/>
                  <a:uFillTx/>
                  <a:latin typeface="Arial" panose="020B0604020202090204"/>
                  <a:ea typeface="宋体" pitchFamily="2" charset="-122"/>
                  <a:cs typeface="Arial" panose="020B0604020202090204"/>
                </a:rPr>
                <a:t>T</a:t>
              </a:r>
              <a:r>
                <a:rPr kumimoji="1" sz="2400" b="0" i="0" u="none" strike="noStrike" kern="1200" cap="none" spc="-104" normalizeH="0" baseline="-21000" noProof="0" dirty="0">
                  <a:ln>
                    <a:noFill/>
                  </a:ln>
                  <a:solidFill>
                    <a:srgbClr val="EE3D42"/>
                  </a:solidFill>
                  <a:effectLst/>
                  <a:uLnTx/>
                  <a:uFillTx/>
                  <a:latin typeface="Arial" panose="020B0604020202090204"/>
                  <a:ea typeface="宋体" pitchFamily="2" charset="-122"/>
                  <a:cs typeface="Arial" panose="020B0604020202090204"/>
                </a:rPr>
                <a:t>2</a:t>
              </a:r>
              <a:r>
                <a:rPr kumimoji="1" sz="2400" b="0" i="0" u="none" strike="noStrike" kern="1200" cap="none" spc="195" normalizeH="0" baseline="-21000" noProof="0" dirty="0">
                  <a:ln>
                    <a:noFill/>
                  </a:ln>
                  <a:solidFill>
                    <a:srgbClr val="EE3D42"/>
                  </a:solidFill>
                  <a:effectLst/>
                  <a:uLnTx/>
                  <a:uFillTx/>
                  <a:latin typeface="Arial" panose="020B0604020202090204"/>
                  <a:ea typeface="宋体" pitchFamily="2" charset="-122"/>
                  <a:cs typeface="Arial" panose="020B0604020202090204"/>
                </a:rPr>
                <a:t> </a:t>
              </a:r>
              <a:r>
                <a:rPr kumimoji="1" sz="2400" b="0" i="0" u="none" strike="noStrike" kern="1200" cap="none" spc="20" normalizeH="0" baseline="0" noProof="0" dirty="0">
                  <a:ln>
                    <a:noFill/>
                  </a:ln>
                  <a:solidFill>
                    <a:srgbClr val="636363"/>
                  </a:solidFill>
                  <a:effectLst/>
                  <a:uLnTx/>
                  <a:uFillTx/>
                  <a:latin typeface="Arial" panose="020B0604020202090204"/>
                  <a:ea typeface="宋体" pitchFamily="2" charset="-122"/>
                  <a:cs typeface="Arial" panose="020B0604020202090204"/>
                </a:rPr>
                <a:t>w</a:t>
              </a:r>
              <a:r>
                <a:rPr kumimoji="1" sz="2400" b="0" i="0" u="none" strike="noStrike" kern="1200" cap="none" spc="-50" normalizeH="0" baseline="0" noProof="0" dirty="0">
                  <a:ln>
                    <a:noFill/>
                  </a:ln>
                  <a:solidFill>
                    <a:srgbClr val="636363"/>
                  </a:solidFill>
                  <a:effectLst/>
                  <a:uLnTx/>
                  <a:uFillTx/>
                  <a:latin typeface="Arial" panose="020B0604020202090204"/>
                  <a:ea typeface="宋体" pitchFamily="2" charset="-122"/>
                  <a:cs typeface="Arial" panose="020B0604020202090204"/>
                </a:rPr>
                <a:t>a</a:t>
              </a:r>
              <a:r>
                <a:rPr kumimoji="1" sz="2400" b="0" i="0" u="none" strike="noStrike" kern="1200" cap="none" spc="0" normalizeH="0" baseline="0" noProof="0" dirty="0">
                  <a:ln>
                    <a:noFill/>
                  </a:ln>
                  <a:solidFill>
                    <a:srgbClr val="636363"/>
                  </a:solidFill>
                  <a:effectLst/>
                  <a:uLnTx/>
                  <a:uFillTx/>
                  <a:latin typeface="Arial" panose="020B0604020202090204"/>
                  <a:ea typeface="宋体" pitchFamily="2" charset="-122"/>
                  <a:cs typeface="Arial" panose="020B0604020202090204"/>
                </a:rPr>
                <a:t>i</a:t>
              </a:r>
              <a:r>
                <a:rPr kumimoji="1" sz="2400" b="0" i="0" u="none" strike="noStrike" kern="1200" cap="none" spc="25" normalizeH="0" baseline="0" noProof="0" dirty="0">
                  <a:ln>
                    <a:noFill/>
                  </a:ln>
                  <a:solidFill>
                    <a:srgbClr val="636363"/>
                  </a:solidFill>
                  <a:effectLst/>
                  <a:uLnTx/>
                  <a:uFillTx/>
                  <a:latin typeface="Arial" panose="020B0604020202090204"/>
                  <a:ea typeface="宋体" pitchFamily="2" charset="-122"/>
                  <a:cs typeface="Arial" panose="020B0604020202090204"/>
                </a:rPr>
                <a:t>t</a:t>
              </a:r>
              <a:r>
                <a:rPr kumimoji="1" sz="2400" b="0" i="0" u="none" strike="noStrike" kern="1200" cap="none" spc="0" normalizeH="0" baseline="0" noProof="0" dirty="0">
                  <a:ln>
                    <a:noFill/>
                  </a:ln>
                  <a:solidFill>
                    <a:srgbClr val="636363"/>
                  </a:solidFill>
                  <a:effectLst/>
                  <a:uLnTx/>
                  <a:uFillTx/>
                  <a:latin typeface="Arial" panose="020B0604020202090204"/>
                  <a:ea typeface="宋体" pitchFamily="2" charset="-122"/>
                  <a:cs typeface="Arial" panose="020B0604020202090204"/>
                </a:rPr>
                <a:t>s</a:t>
              </a:r>
              <a:endParaRPr kumimoji="1" sz="2400" b="0" i="0" u="none" strike="noStrike" kern="1200" cap="none" spc="0" normalizeH="0" baseline="0" noProof="0" dirty="0">
                <a:ln>
                  <a:noFill/>
                </a:ln>
                <a:solidFill>
                  <a:prstClr val="black"/>
                </a:solidFill>
                <a:effectLst/>
                <a:uLnTx/>
                <a:uFillTx/>
                <a:latin typeface="Arial" panose="020B0604020202090204"/>
                <a:ea typeface="宋体" pitchFamily="2" charset="-122"/>
                <a:cs typeface="Arial" panose="020B0604020202090204"/>
              </a:endParaRPr>
            </a:p>
          </p:txBody>
        </p:sp>
        <p:sp>
          <p:nvSpPr>
            <p:cNvPr id="36" name="object 33"/>
            <p:cNvSpPr/>
            <p:nvPr/>
          </p:nvSpPr>
          <p:spPr bwMode="auto">
            <a:xfrm>
              <a:off x="1371600" y="2028825"/>
              <a:ext cx="2470150" cy="1600200"/>
            </a:xfrm>
            <a:custGeom>
              <a:avLst/>
              <a:gdLst>
                <a:gd name="T0" fmla="*/ 0 w 2468879"/>
                <a:gd name="T1" fmla="*/ 122681 h 1600200"/>
                <a:gd name="T2" fmla="*/ 7547 w 2468879"/>
                <a:gd name="T3" fmla="*/ 80372 h 1600200"/>
                <a:gd name="T4" fmla="*/ 28389 w 2468879"/>
                <a:gd name="T5" fmla="*/ 44425 h 1600200"/>
                <a:gd name="T6" fmla="*/ 59818 w 2468879"/>
                <a:gd name="T7" fmla="*/ 17526 h 1600200"/>
                <a:gd name="T8" fmla="*/ 99136 w 2468879"/>
                <a:gd name="T9" fmla="*/ 2363 h 1600200"/>
                <a:gd name="T10" fmla="*/ 2358304 w 2468879"/>
                <a:gd name="T11" fmla="*/ 0 h 1600200"/>
                <a:gd name="T12" fmla="*/ 2373024 w 2468879"/>
                <a:gd name="T13" fmla="*/ 867 h 1600200"/>
                <a:gd name="T14" fmla="*/ 2413719 w 2468879"/>
                <a:gd name="T15" fmla="*/ 13081 h 1600200"/>
                <a:gd name="T16" fmla="*/ 2447122 w 2468879"/>
                <a:gd name="T17" fmla="*/ 37624 h 1600200"/>
                <a:gd name="T18" fmla="*/ 2470527 w 2468879"/>
                <a:gd name="T19" fmla="*/ 71808 h 1600200"/>
                <a:gd name="T20" fmla="*/ 2481235 w 2468879"/>
                <a:gd name="T21" fmla="*/ 112945 h 1600200"/>
                <a:gd name="T22" fmla="*/ 2481619 w 2468879"/>
                <a:gd name="T23" fmla="*/ 1477517 h 1600200"/>
                <a:gd name="T24" fmla="*/ 2480747 w 2468879"/>
                <a:gd name="T25" fmla="*/ 1492162 h 1600200"/>
                <a:gd name="T26" fmla="*/ 2468470 w 2468879"/>
                <a:gd name="T27" fmla="*/ 1532649 h 1600200"/>
                <a:gd name="T28" fmla="*/ 2443801 w 2468879"/>
                <a:gd name="T29" fmla="*/ 1565879 h 1600200"/>
                <a:gd name="T30" fmla="*/ 2409440 w 2468879"/>
                <a:gd name="T31" fmla="*/ 1589164 h 1600200"/>
                <a:gd name="T32" fmla="*/ 2368090 w 2468879"/>
                <a:gd name="T33" fmla="*/ 1599818 h 1600200"/>
                <a:gd name="T34" fmla="*/ 123311 w 2468879"/>
                <a:gd name="T35" fmla="*/ 1600199 h 1600200"/>
                <a:gd name="T36" fmla="*/ 108597 w 2468879"/>
                <a:gd name="T37" fmla="*/ 1599332 h 1600200"/>
                <a:gd name="T38" fmla="*/ 67900 w 2468879"/>
                <a:gd name="T39" fmla="*/ 1587118 h 1600200"/>
                <a:gd name="T40" fmla="*/ 34500 w 2468879"/>
                <a:gd name="T41" fmla="*/ 1562575 h 1600200"/>
                <a:gd name="T42" fmla="*/ 11095 w 2468879"/>
                <a:gd name="T43" fmla="*/ 1528391 h 1600200"/>
                <a:gd name="T44" fmla="*/ 381 w 2468879"/>
                <a:gd name="T45" fmla="*/ 1487254 h 1600200"/>
                <a:gd name="T46" fmla="*/ 0 w 2468879"/>
                <a:gd name="T47" fmla="*/ 122681 h 1600200"/>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2468879" h="1600200">
                  <a:moveTo>
                    <a:pt x="0" y="122681"/>
                  </a:moveTo>
                  <a:lnTo>
                    <a:pt x="7507" y="80372"/>
                  </a:lnTo>
                  <a:lnTo>
                    <a:pt x="28239" y="44425"/>
                  </a:lnTo>
                  <a:lnTo>
                    <a:pt x="59508" y="17526"/>
                  </a:lnTo>
                  <a:lnTo>
                    <a:pt x="98626" y="2363"/>
                  </a:lnTo>
                  <a:lnTo>
                    <a:pt x="2346198" y="0"/>
                  </a:lnTo>
                  <a:lnTo>
                    <a:pt x="2360842" y="867"/>
                  </a:lnTo>
                  <a:lnTo>
                    <a:pt x="2401329" y="13081"/>
                  </a:lnTo>
                  <a:lnTo>
                    <a:pt x="2434559" y="37624"/>
                  </a:lnTo>
                  <a:lnTo>
                    <a:pt x="2457844" y="71808"/>
                  </a:lnTo>
                  <a:lnTo>
                    <a:pt x="2468498" y="112945"/>
                  </a:lnTo>
                  <a:lnTo>
                    <a:pt x="2468879" y="1477517"/>
                  </a:lnTo>
                  <a:lnTo>
                    <a:pt x="2468012" y="1492162"/>
                  </a:lnTo>
                  <a:lnTo>
                    <a:pt x="2455798" y="1532649"/>
                  </a:lnTo>
                  <a:lnTo>
                    <a:pt x="2431255" y="1565879"/>
                  </a:lnTo>
                  <a:lnTo>
                    <a:pt x="2397071" y="1589164"/>
                  </a:lnTo>
                  <a:lnTo>
                    <a:pt x="2355934" y="1599818"/>
                  </a:lnTo>
                  <a:lnTo>
                    <a:pt x="122681" y="1600199"/>
                  </a:lnTo>
                  <a:lnTo>
                    <a:pt x="108037" y="1599332"/>
                  </a:lnTo>
                  <a:lnTo>
                    <a:pt x="67550" y="1587118"/>
                  </a:lnTo>
                  <a:lnTo>
                    <a:pt x="34320" y="1562575"/>
                  </a:lnTo>
                  <a:lnTo>
                    <a:pt x="11035" y="1528391"/>
                  </a:lnTo>
                  <a:lnTo>
                    <a:pt x="381" y="1487254"/>
                  </a:lnTo>
                  <a:lnTo>
                    <a:pt x="0" y="122681"/>
                  </a:lnTo>
                  <a:close/>
                </a:path>
              </a:pathLst>
            </a:custGeom>
            <a:noFill/>
            <a:ln w="38100">
              <a:solidFill>
                <a:srgbClr val="636363"/>
              </a:solidFill>
              <a:prstDash val="lgDash"/>
              <a:round/>
            </a:ln>
            <a:extLst>
              <a:ext uri="{909E8E84-426E-40DD-AFC4-6F175D3DCCD1}">
                <a14:hiddenFill xmlns:a14="http://schemas.microsoft.com/office/drawing/2010/main">
                  <a:solidFill>
                    <a:srgbClr val="FFFFFF"/>
                  </a:solidFill>
                </a14:hiddenFill>
              </a:ext>
            </a:extLst>
          </p:spPr>
          <p:txBody>
            <a:bodyPr lIns="0" tIns="0" rIns="0" bIns="0"/>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prstClr val="black"/>
                </a:solidFill>
                <a:effectLst/>
                <a:uLnTx/>
                <a:uFillTx/>
                <a:latin typeface="Verdana" panose="020B0804030504040204" pitchFamily="34" charset="0"/>
                <a:ea typeface="宋体" pitchFamily="2" charset="-122"/>
                <a:cs typeface="+mn-cs"/>
              </a:endParaRPr>
            </a:p>
          </p:txBody>
        </p:sp>
        <p:sp>
          <p:nvSpPr>
            <p:cNvPr id="37" name="object 34"/>
            <p:cNvSpPr txBox="1"/>
            <p:nvPr/>
          </p:nvSpPr>
          <p:spPr>
            <a:xfrm>
              <a:off x="1851820" y="2009098"/>
              <a:ext cx="690562" cy="369332"/>
            </a:xfrm>
            <a:prstGeom prst="rect">
              <a:avLst/>
            </a:prstGeom>
          </p:spPr>
          <p:txBody>
            <a:bodyPr wrap="square" lIns="0" tIns="0" rIns="0" bIns="0">
              <a:spAutoFit/>
            </a:bodyPr>
            <a:lstStyle/>
            <a:p>
              <a:pPr marL="12700" marR="0" lvl="0" indent="0" algn="l" defTabSz="914400" rtl="0" eaLnBrk="1" fontAlgn="base" latinLnBrk="0" hangingPunct="1">
                <a:lnSpc>
                  <a:spcPct val="100000"/>
                </a:lnSpc>
                <a:spcBef>
                  <a:spcPct val="0"/>
                </a:spcBef>
                <a:spcAft>
                  <a:spcPct val="0"/>
                </a:spcAft>
                <a:buClrTx/>
                <a:buSzTx/>
                <a:buFontTx/>
                <a:buNone/>
                <a:defRPr/>
              </a:pPr>
              <a:r>
                <a:rPr kumimoji="1" sz="2400" b="0" i="0" u="none" strike="noStrike" kern="1200" cap="none" spc="-200" normalizeH="0" baseline="0" noProof="0" dirty="0">
                  <a:ln>
                    <a:noFill/>
                  </a:ln>
                  <a:solidFill>
                    <a:srgbClr val="EE3D42"/>
                  </a:solidFill>
                  <a:effectLst/>
                  <a:uLnTx/>
                  <a:uFillTx/>
                  <a:latin typeface="Arial" panose="020B0604020202090204"/>
                  <a:ea typeface="宋体" pitchFamily="2" charset="-122"/>
                  <a:cs typeface="Arial" panose="020B0604020202090204"/>
                </a:rPr>
                <a:t>T</a:t>
              </a:r>
              <a:r>
                <a:rPr kumimoji="1" sz="2400" b="0" i="0" u="none" strike="noStrike" kern="1200" cap="none" spc="-104" normalizeH="0" baseline="-21000" noProof="0" dirty="0">
                  <a:ln>
                    <a:noFill/>
                  </a:ln>
                  <a:solidFill>
                    <a:srgbClr val="EE3D42"/>
                  </a:solidFill>
                  <a:effectLst/>
                  <a:uLnTx/>
                  <a:uFillTx/>
                  <a:latin typeface="Arial" panose="020B0604020202090204"/>
                  <a:ea typeface="宋体" pitchFamily="2" charset="-122"/>
                  <a:cs typeface="Arial" panose="020B0604020202090204"/>
                </a:rPr>
                <a:t>1</a:t>
              </a:r>
              <a:endParaRPr kumimoji="1" sz="2400" b="0" i="0" u="none" strike="noStrike" kern="1200" cap="none" spc="0" normalizeH="0" baseline="-21000" noProof="0" dirty="0">
                <a:ln>
                  <a:noFill/>
                </a:ln>
                <a:solidFill>
                  <a:prstClr val="black"/>
                </a:solidFill>
                <a:effectLst/>
                <a:uLnTx/>
                <a:uFillTx/>
                <a:latin typeface="Arial" panose="020B0604020202090204"/>
                <a:ea typeface="宋体" pitchFamily="2" charset="-122"/>
                <a:cs typeface="Arial" panose="020B0604020202090204"/>
              </a:endParaRPr>
            </a:p>
          </p:txBody>
        </p:sp>
        <p:sp>
          <p:nvSpPr>
            <p:cNvPr id="38" name="object 35"/>
            <p:cNvSpPr txBox="1"/>
            <p:nvPr/>
          </p:nvSpPr>
          <p:spPr>
            <a:xfrm>
              <a:off x="3037114" y="2009098"/>
              <a:ext cx="573088" cy="369332"/>
            </a:xfrm>
            <a:prstGeom prst="rect">
              <a:avLst/>
            </a:prstGeom>
          </p:spPr>
          <p:txBody>
            <a:bodyPr wrap="square" lIns="0" tIns="0" rIns="0" bIns="0">
              <a:spAutoFit/>
            </a:bodyPr>
            <a:lstStyle/>
            <a:p>
              <a:pPr marL="12700" marR="0" lvl="0" indent="0" algn="l" defTabSz="914400" rtl="0" eaLnBrk="1" fontAlgn="base" latinLnBrk="0" hangingPunct="1">
                <a:lnSpc>
                  <a:spcPct val="100000"/>
                </a:lnSpc>
                <a:spcBef>
                  <a:spcPct val="0"/>
                </a:spcBef>
                <a:spcAft>
                  <a:spcPct val="0"/>
                </a:spcAft>
                <a:buClrTx/>
                <a:buSzTx/>
                <a:buFontTx/>
                <a:buNone/>
                <a:defRPr/>
              </a:pPr>
              <a:r>
                <a:rPr kumimoji="1" sz="2400" b="0" i="0" u="none" strike="noStrike" kern="1200" cap="none" spc="-200" normalizeH="0" baseline="0" noProof="0" dirty="0">
                  <a:ln>
                    <a:noFill/>
                  </a:ln>
                  <a:solidFill>
                    <a:srgbClr val="EE3D42"/>
                  </a:solidFill>
                  <a:effectLst/>
                  <a:uLnTx/>
                  <a:uFillTx/>
                  <a:latin typeface="Arial" panose="020B0604020202090204"/>
                  <a:ea typeface="宋体" pitchFamily="2" charset="-122"/>
                  <a:cs typeface="Arial" panose="020B0604020202090204"/>
                </a:rPr>
                <a:t>T</a:t>
              </a:r>
              <a:r>
                <a:rPr kumimoji="1" sz="2400" b="0" i="0" u="none" strike="noStrike" kern="1200" cap="none" spc="-104" normalizeH="0" baseline="-21000" noProof="0" dirty="0">
                  <a:ln>
                    <a:noFill/>
                  </a:ln>
                  <a:solidFill>
                    <a:srgbClr val="EE3D42"/>
                  </a:solidFill>
                  <a:effectLst/>
                  <a:uLnTx/>
                  <a:uFillTx/>
                  <a:latin typeface="Arial" panose="020B0604020202090204"/>
                  <a:ea typeface="宋体" pitchFamily="2" charset="-122"/>
                  <a:cs typeface="Arial" panose="020B0604020202090204"/>
                </a:rPr>
                <a:t>2</a:t>
              </a:r>
              <a:endParaRPr kumimoji="1" sz="2400" b="0" i="0" u="none" strike="noStrike" kern="1200" cap="none" spc="0" normalizeH="0" baseline="-21000" noProof="0" dirty="0">
                <a:ln>
                  <a:noFill/>
                </a:ln>
                <a:solidFill>
                  <a:prstClr val="black"/>
                </a:solidFill>
                <a:effectLst/>
                <a:uLnTx/>
                <a:uFillTx/>
                <a:latin typeface="Arial" panose="020B0604020202090204"/>
                <a:ea typeface="宋体" pitchFamily="2" charset="-122"/>
                <a:cs typeface="Arial" panose="020B0604020202090204"/>
              </a:endParaRPr>
            </a:p>
          </p:txBody>
        </p:sp>
        <p:sp>
          <p:nvSpPr>
            <p:cNvPr id="39" name="object 36"/>
            <p:cNvSpPr/>
            <p:nvPr/>
          </p:nvSpPr>
          <p:spPr bwMode="auto">
            <a:xfrm>
              <a:off x="1371600" y="3963988"/>
              <a:ext cx="2470150" cy="1600200"/>
            </a:xfrm>
            <a:custGeom>
              <a:avLst/>
              <a:gdLst>
                <a:gd name="T0" fmla="*/ 0 w 2468879"/>
                <a:gd name="T1" fmla="*/ 122681 h 1600200"/>
                <a:gd name="T2" fmla="*/ 7547 w 2468879"/>
                <a:gd name="T3" fmla="*/ 80372 h 1600200"/>
                <a:gd name="T4" fmla="*/ 28389 w 2468879"/>
                <a:gd name="T5" fmla="*/ 44425 h 1600200"/>
                <a:gd name="T6" fmla="*/ 59818 w 2468879"/>
                <a:gd name="T7" fmla="*/ 17526 h 1600200"/>
                <a:gd name="T8" fmla="*/ 99136 w 2468879"/>
                <a:gd name="T9" fmla="*/ 2363 h 1600200"/>
                <a:gd name="T10" fmla="*/ 2358304 w 2468879"/>
                <a:gd name="T11" fmla="*/ 0 h 1600200"/>
                <a:gd name="T12" fmla="*/ 2373024 w 2468879"/>
                <a:gd name="T13" fmla="*/ 867 h 1600200"/>
                <a:gd name="T14" fmla="*/ 2413719 w 2468879"/>
                <a:gd name="T15" fmla="*/ 13081 h 1600200"/>
                <a:gd name="T16" fmla="*/ 2447122 w 2468879"/>
                <a:gd name="T17" fmla="*/ 37624 h 1600200"/>
                <a:gd name="T18" fmla="*/ 2470527 w 2468879"/>
                <a:gd name="T19" fmla="*/ 71808 h 1600200"/>
                <a:gd name="T20" fmla="*/ 2481235 w 2468879"/>
                <a:gd name="T21" fmla="*/ 112945 h 1600200"/>
                <a:gd name="T22" fmla="*/ 2481619 w 2468879"/>
                <a:gd name="T23" fmla="*/ 1477467 h 1600200"/>
                <a:gd name="T24" fmla="*/ 2480747 w 2468879"/>
                <a:gd name="T25" fmla="*/ 1492125 h 1600200"/>
                <a:gd name="T26" fmla="*/ 2468475 w 2468879"/>
                <a:gd name="T27" fmla="*/ 1532637 h 1600200"/>
                <a:gd name="T28" fmla="*/ 2443816 w 2468879"/>
                <a:gd name="T29" fmla="*/ 1565873 h 1600200"/>
                <a:gd name="T30" fmla="*/ 2409468 w 2468879"/>
                <a:gd name="T31" fmla="*/ 1589157 h 1600200"/>
                <a:gd name="T32" fmla="*/ 2368130 w 2468879"/>
                <a:gd name="T33" fmla="*/ 1599815 h 1600200"/>
                <a:gd name="T34" fmla="*/ 123311 w 2468879"/>
                <a:gd name="T35" fmla="*/ 1600200 h 1600200"/>
                <a:gd name="T36" fmla="*/ 108600 w 2468879"/>
                <a:gd name="T37" fmla="*/ 1599333 h 1600200"/>
                <a:gd name="T38" fmla="*/ 67910 w 2468879"/>
                <a:gd name="T39" fmla="*/ 1587129 h 1600200"/>
                <a:gd name="T40" fmla="*/ 34514 w 2468879"/>
                <a:gd name="T41" fmla="*/ 1562597 h 1600200"/>
                <a:gd name="T42" fmla="*/ 11107 w 2468879"/>
                <a:gd name="T43" fmla="*/ 1528414 h 1600200"/>
                <a:gd name="T44" fmla="*/ 384 w 2468879"/>
                <a:gd name="T45" fmla="*/ 1487254 h 1600200"/>
                <a:gd name="T46" fmla="*/ 0 w 2468879"/>
                <a:gd name="T47" fmla="*/ 122681 h 1600200"/>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2468879" h="1600200">
                  <a:moveTo>
                    <a:pt x="0" y="122681"/>
                  </a:moveTo>
                  <a:lnTo>
                    <a:pt x="7507" y="80372"/>
                  </a:lnTo>
                  <a:lnTo>
                    <a:pt x="28239" y="44425"/>
                  </a:lnTo>
                  <a:lnTo>
                    <a:pt x="59508" y="17526"/>
                  </a:lnTo>
                  <a:lnTo>
                    <a:pt x="98626" y="2363"/>
                  </a:lnTo>
                  <a:lnTo>
                    <a:pt x="2346198" y="0"/>
                  </a:lnTo>
                  <a:lnTo>
                    <a:pt x="2360842" y="867"/>
                  </a:lnTo>
                  <a:lnTo>
                    <a:pt x="2401329" y="13081"/>
                  </a:lnTo>
                  <a:lnTo>
                    <a:pt x="2434559" y="37624"/>
                  </a:lnTo>
                  <a:lnTo>
                    <a:pt x="2457844" y="71808"/>
                  </a:lnTo>
                  <a:lnTo>
                    <a:pt x="2468498" y="112945"/>
                  </a:lnTo>
                  <a:lnTo>
                    <a:pt x="2468879" y="1477467"/>
                  </a:lnTo>
                  <a:lnTo>
                    <a:pt x="2468012" y="1492125"/>
                  </a:lnTo>
                  <a:lnTo>
                    <a:pt x="2455803" y="1532637"/>
                  </a:lnTo>
                  <a:lnTo>
                    <a:pt x="2431270" y="1565873"/>
                  </a:lnTo>
                  <a:lnTo>
                    <a:pt x="2397098" y="1589157"/>
                  </a:lnTo>
                  <a:lnTo>
                    <a:pt x="2355973" y="1599815"/>
                  </a:lnTo>
                  <a:lnTo>
                    <a:pt x="122681" y="1600200"/>
                  </a:lnTo>
                  <a:lnTo>
                    <a:pt x="108040" y="1599333"/>
                  </a:lnTo>
                  <a:lnTo>
                    <a:pt x="67560" y="1587129"/>
                  </a:lnTo>
                  <a:lnTo>
                    <a:pt x="34334" y="1562597"/>
                  </a:lnTo>
                  <a:lnTo>
                    <a:pt x="11047" y="1528414"/>
                  </a:lnTo>
                  <a:lnTo>
                    <a:pt x="384" y="1487254"/>
                  </a:lnTo>
                  <a:lnTo>
                    <a:pt x="0" y="122681"/>
                  </a:lnTo>
                  <a:close/>
                </a:path>
              </a:pathLst>
            </a:custGeom>
            <a:noFill/>
            <a:ln w="38100">
              <a:solidFill>
                <a:srgbClr val="636363"/>
              </a:solidFill>
              <a:prstDash val="lgDash"/>
              <a:round/>
            </a:ln>
            <a:extLst>
              <a:ext uri="{909E8E84-426E-40DD-AFC4-6F175D3DCCD1}">
                <a14:hiddenFill xmlns:a14="http://schemas.microsoft.com/office/drawing/2010/main">
                  <a:solidFill>
                    <a:srgbClr val="FFFFFF"/>
                  </a:solidFill>
                </a14:hiddenFill>
              </a:ext>
            </a:extLst>
          </p:spPr>
          <p:txBody>
            <a:bodyPr lIns="0" tIns="0" rIns="0" bIns="0"/>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prstClr val="black"/>
                </a:solidFill>
                <a:effectLst/>
                <a:uLnTx/>
                <a:uFillTx/>
                <a:latin typeface="Verdana" panose="020B0804030504040204" pitchFamily="34" charset="0"/>
                <a:ea typeface="宋体" pitchFamily="2" charset="-122"/>
                <a:cs typeface="+mn-cs"/>
              </a:endParaRPr>
            </a:p>
          </p:txBody>
        </p:sp>
        <p:sp>
          <p:nvSpPr>
            <p:cNvPr id="40" name="object 37"/>
            <p:cNvSpPr txBox="1"/>
            <p:nvPr/>
          </p:nvSpPr>
          <p:spPr>
            <a:xfrm>
              <a:off x="1851820" y="4024313"/>
              <a:ext cx="311943" cy="369332"/>
            </a:xfrm>
            <a:prstGeom prst="rect">
              <a:avLst/>
            </a:prstGeom>
          </p:spPr>
          <p:txBody>
            <a:bodyPr wrap="square" lIns="0" tIns="0" rIns="0" bIns="0">
              <a:spAutoFit/>
            </a:bodyPr>
            <a:lstStyle/>
            <a:p>
              <a:pPr marL="12700" marR="0" lvl="0" indent="0" algn="l" defTabSz="914400" rtl="0" eaLnBrk="1" fontAlgn="base" latinLnBrk="0" hangingPunct="1">
                <a:lnSpc>
                  <a:spcPct val="100000"/>
                </a:lnSpc>
                <a:spcBef>
                  <a:spcPct val="0"/>
                </a:spcBef>
                <a:spcAft>
                  <a:spcPct val="0"/>
                </a:spcAft>
                <a:buClrTx/>
                <a:buSzTx/>
                <a:buFontTx/>
                <a:buNone/>
                <a:defRPr/>
              </a:pPr>
              <a:r>
                <a:rPr kumimoji="1" sz="2400" b="0" i="0" u="none" strike="noStrike" kern="1200" cap="none" spc="-200" normalizeH="0" baseline="0" noProof="0" dirty="0">
                  <a:ln>
                    <a:noFill/>
                  </a:ln>
                  <a:solidFill>
                    <a:srgbClr val="EE3D42"/>
                  </a:solidFill>
                  <a:effectLst/>
                  <a:uLnTx/>
                  <a:uFillTx/>
                  <a:latin typeface="Arial" panose="020B0604020202090204"/>
                  <a:ea typeface="宋体" pitchFamily="2" charset="-122"/>
                  <a:cs typeface="Arial" panose="020B0604020202090204"/>
                </a:rPr>
                <a:t>T</a:t>
              </a:r>
              <a:r>
                <a:rPr kumimoji="1" sz="2400" b="0" i="0" u="none" strike="noStrike" kern="1200" cap="none" spc="-104" normalizeH="0" baseline="-21000" noProof="0" dirty="0">
                  <a:ln>
                    <a:noFill/>
                  </a:ln>
                  <a:solidFill>
                    <a:srgbClr val="EE3D42"/>
                  </a:solidFill>
                  <a:effectLst/>
                  <a:uLnTx/>
                  <a:uFillTx/>
                  <a:latin typeface="Arial" panose="020B0604020202090204"/>
                  <a:ea typeface="宋体" pitchFamily="2" charset="-122"/>
                  <a:cs typeface="Arial" panose="020B0604020202090204"/>
                </a:rPr>
                <a:t>1</a:t>
              </a:r>
              <a:endParaRPr kumimoji="1" sz="2400" b="0" i="0" u="none" strike="noStrike" kern="1200" cap="none" spc="0" normalizeH="0" baseline="-21000" noProof="0" dirty="0">
                <a:ln>
                  <a:noFill/>
                </a:ln>
                <a:solidFill>
                  <a:prstClr val="black"/>
                </a:solidFill>
                <a:effectLst/>
                <a:uLnTx/>
                <a:uFillTx/>
                <a:latin typeface="Arial" panose="020B0604020202090204"/>
                <a:ea typeface="宋体" pitchFamily="2" charset="-122"/>
                <a:cs typeface="Arial" panose="020B0604020202090204"/>
              </a:endParaRPr>
            </a:p>
          </p:txBody>
        </p:sp>
        <p:sp>
          <p:nvSpPr>
            <p:cNvPr id="41" name="object 38"/>
            <p:cNvSpPr txBox="1"/>
            <p:nvPr/>
          </p:nvSpPr>
          <p:spPr>
            <a:xfrm>
              <a:off x="3038475" y="4024313"/>
              <a:ext cx="311942" cy="369332"/>
            </a:xfrm>
            <a:prstGeom prst="rect">
              <a:avLst/>
            </a:prstGeom>
          </p:spPr>
          <p:txBody>
            <a:bodyPr wrap="square" lIns="0" tIns="0" rIns="0" bIns="0">
              <a:spAutoFit/>
            </a:bodyPr>
            <a:lstStyle/>
            <a:p>
              <a:pPr marL="12700" marR="0" lvl="0" indent="0" algn="l" defTabSz="914400" rtl="0" eaLnBrk="1" fontAlgn="base" latinLnBrk="0" hangingPunct="1">
                <a:lnSpc>
                  <a:spcPct val="100000"/>
                </a:lnSpc>
                <a:spcBef>
                  <a:spcPct val="0"/>
                </a:spcBef>
                <a:spcAft>
                  <a:spcPct val="0"/>
                </a:spcAft>
                <a:buClrTx/>
                <a:buSzTx/>
                <a:buFontTx/>
                <a:buNone/>
                <a:defRPr/>
              </a:pPr>
              <a:r>
                <a:rPr kumimoji="1" sz="2400" b="0" i="0" u="none" strike="noStrike" kern="1200" cap="none" spc="-200" normalizeH="0" baseline="0" noProof="0" dirty="0">
                  <a:ln>
                    <a:noFill/>
                  </a:ln>
                  <a:solidFill>
                    <a:srgbClr val="EE3D42"/>
                  </a:solidFill>
                  <a:effectLst/>
                  <a:uLnTx/>
                  <a:uFillTx/>
                  <a:latin typeface="Arial" panose="020B0604020202090204"/>
                  <a:ea typeface="宋体" pitchFamily="2" charset="-122"/>
                  <a:cs typeface="Arial" panose="020B0604020202090204"/>
                </a:rPr>
                <a:t>T</a:t>
              </a:r>
              <a:r>
                <a:rPr kumimoji="1" sz="2400" b="0" i="0" u="none" strike="noStrike" kern="1200" cap="none" spc="-104" normalizeH="0" baseline="-21000" noProof="0" dirty="0">
                  <a:ln>
                    <a:noFill/>
                  </a:ln>
                  <a:solidFill>
                    <a:srgbClr val="EE3D42"/>
                  </a:solidFill>
                  <a:effectLst/>
                  <a:uLnTx/>
                  <a:uFillTx/>
                  <a:latin typeface="Arial" panose="020B0604020202090204"/>
                  <a:ea typeface="宋体" pitchFamily="2" charset="-122"/>
                  <a:cs typeface="Arial" panose="020B0604020202090204"/>
                </a:rPr>
                <a:t>2</a:t>
              </a:r>
              <a:endParaRPr kumimoji="1" sz="2400" b="0" i="0" u="none" strike="noStrike" kern="1200" cap="none" spc="0" normalizeH="0" baseline="-21000" noProof="0" dirty="0">
                <a:ln>
                  <a:noFill/>
                </a:ln>
                <a:solidFill>
                  <a:prstClr val="black"/>
                </a:solidFill>
                <a:effectLst/>
                <a:uLnTx/>
                <a:uFillTx/>
                <a:latin typeface="Arial" panose="020B0604020202090204"/>
                <a:ea typeface="宋体" pitchFamily="2" charset="-122"/>
                <a:cs typeface="Arial" panose="020B0604020202090204"/>
              </a:endParaRPr>
            </a:p>
          </p:txBody>
        </p:sp>
      </p:grpSp>
      <p:sp>
        <p:nvSpPr>
          <p:cNvPr id="42" name="星形: 十二角 41"/>
          <p:cNvSpPr/>
          <p:nvPr/>
        </p:nvSpPr>
        <p:spPr>
          <a:xfrm>
            <a:off x="168932" y="178581"/>
            <a:ext cx="414700" cy="338336"/>
          </a:xfrm>
          <a:prstGeom prst="star12">
            <a:avLst/>
          </a:prstGeom>
          <a:ln>
            <a:solidFill>
              <a:srgbClr val="FF0000"/>
            </a:solidFill>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prstClr val="black"/>
              </a:solidFill>
              <a:effectLst/>
              <a:uLnTx/>
              <a:uFillTx/>
              <a:latin typeface="Constantia"/>
              <a:ea typeface="宋体" pitchFamily="2" charset="-122"/>
              <a:cs typeface="+mn-cs"/>
            </a:endParaRPr>
          </a:p>
        </p:txBody>
      </p:sp>
      <p:sp>
        <p:nvSpPr>
          <p:cNvPr id="2" name="对话气泡: 圆角矩形 1"/>
          <p:cNvSpPr/>
          <p:nvPr/>
        </p:nvSpPr>
        <p:spPr>
          <a:xfrm>
            <a:off x="5291359" y="1454516"/>
            <a:ext cx="3098632" cy="483267"/>
          </a:xfrm>
          <a:prstGeom prst="wedgeRoundRectCallout">
            <a:avLst>
              <a:gd name="adj1" fmla="val -40673"/>
              <a:gd name="adj2" fmla="val 91892"/>
              <a:gd name="adj3" fmla="val 16667"/>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sz="2200" dirty="0">
                <a:latin typeface="黑体" pitchFamily="2" charset="-122"/>
                <a:ea typeface="黑体" pitchFamily="2" charset="-122"/>
              </a:rPr>
              <a:t>Old wait for young</a:t>
            </a:r>
            <a:endParaRPr lang="zh-CN" altLang="en-US" sz="2200" dirty="0">
              <a:latin typeface="黑体" pitchFamily="2" charset="-122"/>
              <a:ea typeface="黑体" pitchFamily="2" charset="-122"/>
            </a:endParaRPr>
          </a:p>
        </p:txBody>
      </p:sp>
      <p:sp>
        <p:nvSpPr>
          <p:cNvPr id="43" name="对话气泡: 圆角矩形 42"/>
          <p:cNvSpPr/>
          <p:nvPr/>
        </p:nvSpPr>
        <p:spPr>
          <a:xfrm>
            <a:off x="5076056" y="5480597"/>
            <a:ext cx="3485074" cy="483267"/>
          </a:xfrm>
          <a:prstGeom prst="wedgeRoundRectCallout">
            <a:avLst>
              <a:gd name="adj1" fmla="val -563"/>
              <a:gd name="adj2" fmla="val -132223"/>
              <a:gd name="adj3" fmla="val 16667"/>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sz="2200" dirty="0">
                <a:latin typeface="黑体" pitchFamily="2" charset="-122"/>
                <a:ea typeface="黑体" pitchFamily="2" charset="-122"/>
              </a:rPr>
              <a:t>Young wait for Old</a:t>
            </a:r>
            <a:endParaRPr lang="zh-CN" altLang="en-US" sz="2200" dirty="0">
              <a:latin typeface="黑体" pitchFamily="2" charset="-122"/>
              <a:ea typeface="黑体" pitchFamily="2" charset="-122"/>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p:cNvSpPr>
            <a:spLocks noGrp="1" noChangeArrowheads="1"/>
          </p:cNvSpPr>
          <p:nvPr>
            <p:ph type="title"/>
          </p:nvPr>
        </p:nvSpPr>
        <p:spPr>
          <a:xfrm>
            <a:off x="457200" y="188640"/>
            <a:ext cx="8229600" cy="696912"/>
          </a:xfrm>
        </p:spPr>
        <p:txBody>
          <a:bodyPr/>
          <a:lstStyle/>
          <a:p>
            <a:br>
              <a:rPr lang="en-US" altLang="zh-CN" sz="3600" dirty="0">
                <a:latin typeface="+mj-ea"/>
              </a:rPr>
            </a:br>
            <a:br>
              <a:rPr lang="en-US" altLang="zh-CN" sz="3600" dirty="0">
                <a:latin typeface="+mj-ea"/>
              </a:rPr>
            </a:br>
            <a:r>
              <a:rPr lang="en-US" altLang="zh-CN" sz="3600" dirty="0">
                <a:latin typeface="+mn-ea"/>
              </a:rPr>
              <a:t>2</a:t>
            </a:r>
            <a:r>
              <a:rPr lang="zh-CN" altLang="en-US" sz="3600" dirty="0">
                <a:latin typeface="+mn-ea"/>
              </a:rPr>
              <a:t>）死锁的诊断与解除</a:t>
            </a:r>
            <a:endParaRPr lang="zh-CN" altLang="en-US" sz="3600" dirty="0">
              <a:latin typeface="+mj-ea"/>
            </a:endParaRPr>
          </a:p>
        </p:txBody>
      </p:sp>
      <p:sp>
        <p:nvSpPr>
          <p:cNvPr id="68611" name="Rectangle 3"/>
          <p:cNvSpPr>
            <a:spLocks noGrp="1" noChangeArrowheads="1"/>
          </p:cNvSpPr>
          <p:nvPr>
            <p:ph idx="1"/>
          </p:nvPr>
        </p:nvSpPr>
        <p:spPr>
          <a:xfrm>
            <a:off x="457200" y="968574"/>
            <a:ext cx="7772400" cy="5196730"/>
          </a:xfrm>
        </p:spPr>
        <p:txBody>
          <a:bodyPr/>
          <a:lstStyle/>
          <a:p>
            <a:pPr marL="0" indent="0">
              <a:lnSpc>
                <a:spcPct val="140000"/>
              </a:lnSpc>
              <a:buNone/>
            </a:pPr>
            <a:r>
              <a:rPr lang="en-US" altLang="zh-CN" sz="2400" dirty="0">
                <a:latin typeface="+mj-ea"/>
              </a:rPr>
              <a:t>2.1) </a:t>
            </a:r>
            <a:r>
              <a:rPr lang="zh-CN" altLang="en-US" sz="2400" dirty="0">
                <a:latin typeface="+mj-ea"/>
              </a:rPr>
              <a:t>超时法</a:t>
            </a:r>
            <a:endParaRPr lang="en-US" altLang="zh-CN" sz="2400" dirty="0">
              <a:latin typeface="+mj-ea"/>
            </a:endParaRPr>
          </a:p>
          <a:p>
            <a:pPr marL="0" indent="0">
              <a:lnSpc>
                <a:spcPct val="140000"/>
              </a:lnSpc>
              <a:buNone/>
            </a:pPr>
            <a:r>
              <a:rPr lang="zh-CN" altLang="en-US" sz="2400" dirty="0">
                <a:latin typeface="+mn-ea"/>
              </a:rPr>
              <a:t>   如果一个事务的等待时间超过了规定的时限，就认为发生了死锁</a:t>
            </a:r>
            <a:endParaRPr lang="zh-CN" altLang="en-US" sz="2400" dirty="0">
              <a:latin typeface="+mn-ea"/>
            </a:endParaRPr>
          </a:p>
          <a:p>
            <a:pPr marL="0" indent="0">
              <a:lnSpc>
                <a:spcPct val="140000"/>
              </a:lnSpc>
              <a:buNone/>
            </a:pPr>
            <a:r>
              <a:rPr lang="zh-CN" altLang="en-US" sz="2400" dirty="0"/>
              <a:t>优点：实现简单</a:t>
            </a:r>
            <a:endParaRPr lang="zh-CN" altLang="en-US" sz="2400" dirty="0"/>
          </a:p>
          <a:p>
            <a:pPr marL="0" indent="0">
              <a:lnSpc>
                <a:spcPct val="140000"/>
              </a:lnSpc>
              <a:buNone/>
            </a:pPr>
            <a:r>
              <a:rPr lang="zh-CN" altLang="en-US" sz="2400" dirty="0"/>
              <a:t>缺点：</a:t>
            </a:r>
            <a:endParaRPr lang="zh-CN" altLang="en-US" sz="2400" dirty="0"/>
          </a:p>
          <a:p>
            <a:pPr marL="246380" lvl="1">
              <a:lnSpc>
                <a:spcPct val="140000"/>
              </a:lnSpc>
              <a:buFont typeface="Wingdings" panose="05000000000000000000" pitchFamily="2" charset="2"/>
              <a:buChar char="Ø"/>
            </a:pPr>
            <a:r>
              <a:rPr lang="zh-CN" altLang="en-US" dirty="0"/>
              <a:t>有可能误判死锁</a:t>
            </a:r>
            <a:endParaRPr lang="zh-CN" altLang="en-US" dirty="0"/>
          </a:p>
          <a:p>
            <a:pPr marL="246380" lvl="1">
              <a:lnSpc>
                <a:spcPct val="140000"/>
              </a:lnSpc>
              <a:buFont typeface="Wingdings" panose="05000000000000000000" pitchFamily="2" charset="2"/>
              <a:buChar char="Ø"/>
            </a:pPr>
            <a:r>
              <a:rPr lang="zh-CN" altLang="en-US" dirty="0"/>
              <a:t>时限若设置得太长，死锁发生后不能及时发现</a:t>
            </a:r>
            <a:endParaRPr lang="zh-CN" altLang="en-US" dirty="0"/>
          </a:p>
        </p:txBody>
      </p:sp>
      <p:sp>
        <p:nvSpPr>
          <p:cNvPr id="4" name="星形: 十二角 3"/>
          <p:cNvSpPr/>
          <p:nvPr/>
        </p:nvSpPr>
        <p:spPr>
          <a:xfrm>
            <a:off x="168932" y="178581"/>
            <a:ext cx="414700" cy="338336"/>
          </a:xfrm>
          <a:prstGeom prst="star12">
            <a:avLst/>
          </a:prstGeom>
          <a:ln>
            <a:solidFill>
              <a:srgbClr val="FF0000"/>
            </a:solidFill>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prstClr val="black"/>
              </a:solidFill>
              <a:effectLst/>
              <a:uLnTx/>
              <a:uFillTx/>
              <a:latin typeface="Constantia"/>
              <a:ea typeface="宋体" pitchFamily="2" charset="-122"/>
              <a:cs typeface="+mn-cs"/>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p:cNvSpPr>
            <a:spLocks noGrp="1" noChangeArrowheads="1"/>
          </p:cNvSpPr>
          <p:nvPr>
            <p:ph type="title"/>
          </p:nvPr>
        </p:nvSpPr>
        <p:spPr>
          <a:xfrm>
            <a:off x="457200" y="704850"/>
            <a:ext cx="8229600" cy="696912"/>
          </a:xfrm>
        </p:spPr>
        <p:txBody>
          <a:bodyPr/>
          <a:lstStyle/>
          <a:p>
            <a:r>
              <a:rPr lang="en-US" altLang="zh-CN" sz="3600" dirty="0">
                <a:latin typeface="+mj-ea"/>
              </a:rPr>
              <a:t>2.2)</a:t>
            </a:r>
            <a:r>
              <a:rPr lang="zh-CN" altLang="en-US" sz="3600" dirty="0">
                <a:latin typeface="+mj-ea"/>
              </a:rPr>
              <a:t>等待图法</a:t>
            </a:r>
            <a:endParaRPr lang="zh-CN" altLang="en-US" sz="3600" dirty="0">
              <a:latin typeface="+mj-ea"/>
            </a:endParaRPr>
          </a:p>
        </p:txBody>
      </p:sp>
      <p:sp>
        <p:nvSpPr>
          <p:cNvPr id="68611" name="Rectangle 3"/>
          <p:cNvSpPr>
            <a:spLocks noGrp="1" noChangeArrowheads="1"/>
          </p:cNvSpPr>
          <p:nvPr>
            <p:ph idx="1"/>
          </p:nvPr>
        </p:nvSpPr>
        <p:spPr>
          <a:xfrm>
            <a:off x="457200" y="1484784"/>
            <a:ext cx="7772400" cy="4114800"/>
          </a:xfrm>
        </p:spPr>
        <p:txBody>
          <a:bodyPr/>
          <a:lstStyle/>
          <a:p>
            <a:pPr marL="0" indent="0">
              <a:spcBef>
                <a:spcPct val="50000"/>
              </a:spcBef>
              <a:buNone/>
            </a:pPr>
            <a:r>
              <a:rPr lang="zh-CN" altLang="en-US" sz="2400" dirty="0">
                <a:latin typeface="宋体" pitchFamily="2" charset="-122"/>
              </a:rPr>
              <a:t>①</a:t>
            </a:r>
            <a:r>
              <a:rPr lang="zh-CN" altLang="en-US" sz="2400" dirty="0"/>
              <a:t> </a:t>
            </a:r>
            <a:r>
              <a:rPr lang="zh-CN" altLang="en-US" sz="2400" dirty="0">
                <a:latin typeface="Times New Roman" panose="02020503050405090304" pitchFamily="18" charset="0"/>
              </a:rPr>
              <a:t>构造一事务等待图；</a:t>
            </a:r>
            <a:endParaRPr lang="zh-CN" altLang="en-US" sz="2400" dirty="0"/>
          </a:p>
          <a:p>
            <a:pPr marL="0" indent="0">
              <a:spcBef>
                <a:spcPct val="50000"/>
              </a:spcBef>
              <a:buNone/>
            </a:pPr>
            <a:r>
              <a:rPr lang="zh-CN" altLang="en-US" sz="2400" dirty="0">
                <a:latin typeface="宋体" pitchFamily="2" charset="-122"/>
              </a:rPr>
              <a:t>②</a:t>
            </a:r>
            <a:r>
              <a:rPr lang="zh-CN" altLang="en-US" sz="2400" dirty="0"/>
              <a:t> </a:t>
            </a:r>
            <a:r>
              <a:rPr lang="zh-CN" altLang="en-US" sz="2400" dirty="0">
                <a:latin typeface="Times New Roman" panose="02020503050405090304" pitchFamily="18" charset="0"/>
              </a:rPr>
              <a:t>周期性检测该等待图；</a:t>
            </a:r>
            <a:endParaRPr lang="zh-CN" altLang="en-US" sz="2400" dirty="0"/>
          </a:p>
          <a:p>
            <a:pPr marL="0" indent="0">
              <a:spcBef>
                <a:spcPct val="50000"/>
              </a:spcBef>
              <a:buNone/>
            </a:pPr>
            <a:r>
              <a:rPr lang="zh-CN" altLang="en-US" sz="2400" dirty="0">
                <a:latin typeface="宋体" pitchFamily="2" charset="-122"/>
              </a:rPr>
              <a:t>③</a:t>
            </a:r>
            <a:r>
              <a:rPr lang="zh-CN" altLang="en-US" sz="2400" dirty="0"/>
              <a:t> </a:t>
            </a:r>
            <a:r>
              <a:rPr lang="zh-CN" altLang="en-US" sz="2400" dirty="0">
                <a:latin typeface="Times New Roman" panose="02020503050405090304" pitchFamily="18" charset="0"/>
              </a:rPr>
              <a:t>判断存在环路否；</a:t>
            </a:r>
            <a:endParaRPr lang="zh-CN" altLang="en-US" sz="2400" dirty="0"/>
          </a:p>
          <a:p>
            <a:pPr marL="0" indent="0">
              <a:spcBef>
                <a:spcPct val="50000"/>
              </a:spcBef>
              <a:buNone/>
            </a:pPr>
            <a:r>
              <a:rPr lang="zh-CN" altLang="en-US" sz="2400" dirty="0">
                <a:latin typeface="宋体" pitchFamily="2" charset="-122"/>
              </a:rPr>
              <a:t>④</a:t>
            </a:r>
            <a:r>
              <a:rPr lang="zh-CN" altLang="en-US" sz="2400" dirty="0"/>
              <a:t> </a:t>
            </a:r>
            <a:r>
              <a:rPr lang="zh-CN" altLang="en-US" sz="2400" dirty="0">
                <a:latin typeface="Times New Roman" panose="02020503050405090304" pitchFamily="18" charset="0"/>
              </a:rPr>
              <a:t>存在，则撤消某一事务。</a:t>
            </a:r>
            <a:endParaRPr lang="zh-CN" altLang="en-US" sz="2400" dirty="0"/>
          </a:p>
        </p:txBody>
      </p:sp>
      <p:sp>
        <p:nvSpPr>
          <p:cNvPr id="4" name="星形: 十二角 3"/>
          <p:cNvSpPr/>
          <p:nvPr/>
        </p:nvSpPr>
        <p:spPr>
          <a:xfrm>
            <a:off x="168932" y="178581"/>
            <a:ext cx="414700" cy="338336"/>
          </a:xfrm>
          <a:prstGeom prst="star12">
            <a:avLst/>
          </a:prstGeom>
          <a:ln>
            <a:solidFill>
              <a:srgbClr val="FF0000"/>
            </a:solidFill>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prstClr val="black"/>
              </a:solidFill>
              <a:effectLst/>
              <a:uLnTx/>
              <a:uFillTx/>
              <a:latin typeface="Constantia"/>
              <a:ea typeface="宋体" pitchFamily="2" charset="-122"/>
              <a:cs typeface="+mn-cs"/>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p:cNvSpPr>
            <a:spLocks noGrp="1" noChangeArrowheads="1"/>
          </p:cNvSpPr>
          <p:nvPr>
            <p:ph type="title"/>
          </p:nvPr>
        </p:nvSpPr>
        <p:spPr>
          <a:xfrm>
            <a:off x="457200" y="704850"/>
            <a:ext cx="8229600" cy="696912"/>
          </a:xfrm>
        </p:spPr>
        <p:txBody>
          <a:bodyPr/>
          <a:lstStyle/>
          <a:p>
            <a:r>
              <a:rPr lang="en-US" altLang="zh-CN" sz="3600" dirty="0">
                <a:latin typeface="+mj-ea"/>
              </a:rPr>
              <a:t>(2.2)</a:t>
            </a:r>
            <a:r>
              <a:rPr lang="zh-CN" altLang="en-US" sz="3600" dirty="0">
                <a:latin typeface="+mj-ea"/>
              </a:rPr>
              <a:t>等待图法</a:t>
            </a:r>
            <a:endParaRPr lang="zh-CN" altLang="en-US" sz="3600" dirty="0">
              <a:latin typeface="+mj-ea"/>
            </a:endParaRPr>
          </a:p>
        </p:txBody>
      </p:sp>
      <p:sp>
        <p:nvSpPr>
          <p:cNvPr id="68611" name="Rectangle 3"/>
          <p:cNvSpPr>
            <a:spLocks noGrp="1" noChangeArrowheads="1"/>
          </p:cNvSpPr>
          <p:nvPr>
            <p:ph idx="1"/>
          </p:nvPr>
        </p:nvSpPr>
        <p:spPr>
          <a:xfrm>
            <a:off x="457200" y="1484784"/>
            <a:ext cx="7772400" cy="4114800"/>
          </a:xfrm>
        </p:spPr>
        <p:txBody>
          <a:bodyPr/>
          <a:lstStyle/>
          <a:p>
            <a:pPr marL="0" indent="0">
              <a:lnSpc>
                <a:spcPct val="220000"/>
              </a:lnSpc>
              <a:buNone/>
            </a:pPr>
            <a:r>
              <a:rPr lang="zh-CN" altLang="en-US" sz="2400" dirty="0"/>
              <a:t>用事务等待图动态反映所有事务的等待情况</a:t>
            </a:r>
            <a:endParaRPr lang="en-US" altLang="zh-CN" sz="2000" dirty="0"/>
          </a:p>
          <a:p>
            <a:pPr marL="0" indent="0">
              <a:lnSpc>
                <a:spcPct val="220000"/>
              </a:lnSpc>
              <a:buNone/>
            </a:pPr>
            <a:r>
              <a:rPr lang="zh-CN" altLang="en-US" sz="2200" b="1" dirty="0">
                <a:latin typeface="黑体" pitchFamily="2" charset="-122"/>
                <a:ea typeface="黑体" pitchFamily="2" charset="-122"/>
              </a:rPr>
              <a:t>事务等待图：</a:t>
            </a:r>
            <a:r>
              <a:rPr lang="zh-CN" altLang="en-US" sz="2200" dirty="0"/>
              <a:t>是一个</a:t>
            </a:r>
            <a:r>
              <a:rPr lang="zh-CN" altLang="en-US" sz="2200" dirty="0">
                <a:solidFill>
                  <a:srgbClr val="FF0000"/>
                </a:solidFill>
              </a:rPr>
              <a:t>有向图</a:t>
            </a:r>
            <a:r>
              <a:rPr lang="en-US" altLang="zh-CN" sz="2200" i="1" dirty="0"/>
              <a:t>G</a:t>
            </a:r>
            <a:r>
              <a:rPr lang="en-US" altLang="zh-CN" sz="2200" dirty="0"/>
              <a:t>=(</a:t>
            </a:r>
            <a:r>
              <a:rPr lang="en-US" altLang="zh-CN" sz="2200" i="1" dirty="0"/>
              <a:t>T</a:t>
            </a:r>
            <a:r>
              <a:rPr lang="zh-CN" altLang="en-US" sz="2200" dirty="0"/>
              <a:t>，</a:t>
            </a:r>
            <a:r>
              <a:rPr lang="en-US" altLang="zh-CN" sz="2200" i="1" dirty="0"/>
              <a:t>U</a:t>
            </a:r>
            <a:r>
              <a:rPr lang="en-US" altLang="zh-CN" sz="2200" dirty="0"/>
              <a:t>)</a:t>
            </a:r>
            <a:endParaRPr lang="en-US" altLang="zh-CN" sz="2200" dirty="0"/>
          </a:p>
          <a:p>
            <a:pPr lvl="1">
              <a:lnSpc>
                <a:spcPct val="220000"/>
              </a:lnSpc>
              <a:buFont typeface="Wingdings" panose="05000000000000000000" pitchFamily="2" charset="2"/>
              <a:buChar char="Ø"/>
            </a:pPr>
            <a:r>
              <a:rPr lang="en-US" altLang="zh-CN" sz="2200" i="1" dirty="0"/>
              <a:t>T</a:t>
            </a:r>
            <a:r>
              <a:rPr lang="zh-CN" altLang="en-US" sz="2200" dirty="0"/>
              <a:t>为</a:t>
            </a:r>
            <a:r>
              <a:rPr lang="zh-CN" altLang="en-US" sz="2200" dirty="0">
                <a:solidFill>
                  <a:srgbClr val="FF0000"/>
                </a:solidFill>
              </a:rPr>
              <a:t>结点</a:t>
            </a:r>
            <a:r>
              <a:rPr lang="zh-CN" altLang="en-US" sz="2200" dirty="0"/>
              <a:t>的集合，每个结点表示正运行的</a:t>
            </a:r>
            <a:r>
              <a:rPr lang="zh-CN" altLang="en-US" sz="2200" dirty="0">
                <a:solidFill>
                  <a:srgbClr val="FF0000"/>
                </a:solidFill>
              </a:rPr>
              <a:t>事务</a:t>
            </a:r>
            <a:endParaRPr lang="zh-CN" altLang="en-US" sz="2200" dirty="0">
              <a:solidFill>
                <a:srgbClr val="FF0000"/>
              </a:solidFill>
            </a:endParaRPr>
          </a:p>
          <a:p>
            <a:pPr lvl="1">
              <a:lnSpc>
                <a:spcPct val="220000"/>
              </a:lnSpc>
              <a:buFont typeface="Wingdings" panose="05000000000000000000" pitchFamily="2" charset="2"/>
              <a:buChar char="Ø"/>
            </a:pPr>
            <a:r>
              <a:rPr lang="en-US" altLang="zh-CN" sz="2200" i="1" dirty="0"/>
              <a:t>U</a:t>
            </a:r>
            <a:r>
              <a:rPr lang="zh-CN" altLang="en-US" sz="2200" dirty="0"/>
              <a:t>为</a:t>
            </a:r>
            <a:r>
              <a:rPr lang="zh-CN" altLang="en-US" sz="2200" dirty="0">
                <a:solidFill>
                  <a:srgbClr val="FF0000"/>
                </a:solidFill>
              </a:rPr>
              <a:t>边</a:t>
            </a:r>
            <a:r>
              <a:rPr lang="zh-CN" altLang="en-US" sz="2200" dirty="0"/>
              <a:t>的集合，每条边表示</a:t>
            </a:r>
            <a:r>
              <a:rPr lang="zh-CN" altLang="en-US" sz="2200" dirty="0">
                <a:solidFill>
                  <a:srgbClr val="FF0000"/>
                </a:solidFill>
              </a:rPr>
              <a:t>事务等待</a:t>
            </a:r>
            <a:r>
              <a:rPr lang="zh-CN" altLang="en-US" sz="2200" dirty="0"/>
              <a:t>的情况</a:t>
            </a:r>
            <a:endParaRPr lang="zh-CN" altLang="en-US" sz="2200" dirty="0"/>
          </a:p>
          <a:p>
            <a:pPr lvl="1">
              <a:lnSpc>
                <a:spcPct val="220000"/>
              </a:lnSpc>
              <a:buFont typeface="Wingdings" panose="05000000000000000000" pitchFamily="2" charset="2"/>
              <a:buChar char="Ø"/>
            </a:pPr>
            <a:r>
              <a:rPr lang="zh-CN" altLang="en-US" sz="2200" dirty="0"/>
              <a:t>若</a:t>
            </a:r>
            <a:r>
              <a:rPr lang="en-US" altLang="zh-CN" sz="2200" dirty="0">
                <a:solidFill>
                  <a:srgbClr val="FF0000"/>
                </a:solidFill>
              </a:rPr>
              <a:t>T</a:t>
            </a:r>
            <a:r>
              <a:rPr lang="en-US" altLang="zh-CN" sz="2200" baseline="-25000" dirty="0">
                <a:solidFill>
                  <a:srgbClr val="FF0000"/>
                </a:solidFill>
              </a:rPr>
              <a:t>1</a:t>
            </a:r>
            <a:r>
              <a:rPr lang="zh-CN" altLang="en-US" sz="2200" dirty="0">
                <a:solidFill>
                  <a:srgbClr val="FF0000"/>
                </a:solidFill>
              </a:rPr>
              <a:t>等待</a:t>
            </a:r>
            <a:r>
              <a:rPr lang="en-US" altLang="zh-CN" sz="2200" dirty="0">
                <a:solidFill>
                  <a:srgbClr val="FF0000"/>
                </a:solidFill>
              </a:rPr>
              <a:t>T</a:t>
            </a:r>
            <a:r>
              <a:rPr lang="en-US" altLang="zh-CN" sz="2200" baseline="-25000" dirty="0">
                <a:solidFill>
                  <a:srgbClr val="FF0000"/>
                </a:solidFill>
              </a:rPr>
              <a:t>2</a:t>
            </a:r>
            <a:r>
              <a:rPr lang="zh-CN" altLang="en-US" sz="2200" dirty="0"/>
              <a:t>，则</a:t>
            </a:r>
            <a:r>
              <a:rPr lang="en-US" altLang="zh-CN" sz="2200" dirty="0"/>
              <a:t>T</a:t>
            </a:r>
            <a:r>
              <a:rPr lang="en-US" altLang="zh-CN" sz="2200" baseline="-25000" dirty="0"/>
              <a:t>1</a:t>
            </a:r>
            <a:r>
              <a:rPr lang="zh-CN" altLang="en-US" sz="2200" dirty="0"/>
              <a:t>，</a:t>
            </a:r>
            <a:r>
              <a:rPr lang="en-US" altLang="zh-CN" sz="2200" dirty="0"/>
              <a:t>T</a:t>
            </a:r>
            <a:r>
              <a:rPr lang="en-US" altLang="zh-CN" sz="2200" baseline="-25000" dirty="0"/>
              <a:t>2</a:t>
            </a:r>
            <a:r>
              <a:rPr lang="zh-CN" altLang="en-US" sz="2200" dirty="0"/>
              <a:t>之间划一条有向边，从</a:t>
            </a:r>
            <a:r>
              <a:rPr lang="en-US" altLang="zh-CN" sz="2200" dirty="0">
                <a:solidFill>
                  <a:srgbClr val="FF0000"/>
                </a:solidFill>
              </a:rPr>
              <a:t>T</a:t>
            </a:r>
            <a:r>
              <a:rPr lang="en-US" altLang="zh-CN" sz="2200" baseline="-25000" dirty="0">
                <a:solidFill>
                  <a:srgbClr val="FF0000"/>
                </a:solidFill>
              </a:rPr>
              <a:t>1</a:t>
            </a:r>
            <a:r>
              <a:rPr lang="zh-CN" altLang="en-US" sz="2200" dirty="0">
                <a:solidFill>
                  <a:srgbClr val="FF0000"/>
                </a:solidFill>
              </a:rPr>
              <a:t>指向</a:t>
            </a:r>
            <a:r>
              <a:rPr lang="en-US" altLang="zh-CN" sz="2200" dirty="0">
                <a:solidFill>
                  <a:srgbClr val="FF0000"/>
                </a:solidFill>
              </a:rPr>
              <a:t>T</a:t>
            </a:r>
            <a:r>
              <a:rPr lang="en-US" altLang="zh-CN" sz="2200" baseline="-25000" dirty="0">
                <a:solidFill>
                  <a:srgbClr val="FF0000"/>
                </a:solidFill>
              </a:rPr>
              <a:t>2</a:t>
            </a:r>
            <a:endParaRPr lang="en-US" altLang="zh-CN" sz="2200" baseline="-25000" dirty="0">
              <a:solidFill>
                <a:srgbClr val="FF0000"/>
              </a:solidFill>
            </a:endParaRPr>
          </a:p>
        </p:txBody>
      </p:sp>
      <p:sp>
        <p:nvSpPr>
          <p:cNvPr id="4" name="星形: 十二角 3"/>
          <p:cNvSpPr/>
          <p:nvPr/>
        </p:nvSpPr>
        <p:spPr>
          <a:xfrm>
            <a:off x="168932" y="178581"/>
            <a:ext cx="414700" cy="338336"/>
          </a:xfrm>
          <a:prstGeom prst="star12">
            <a:avLst/>
          </a:prstGeom>
          <a:ln>
            <a:solidFill>
              <a:srgbClr val="FF0000"/>
            </a:solidFill>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prstClr val="black"/>
              </a:solidFill>
              <a:effectLst/>
              <a:uLnTx/>
              <a:uFillTx/>
              <a:latin typeface="Constantia"/>
              <a:ea typeface="宋体" pitchFamily="2" charset="-122"/>
              <a:cs typeface="+mn-cs"/>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p:cNvSpPr>
            <a:spLocks noGrp="1" noChangeArrowheads="1"/>
          </p:cNvSpPr>
          <p:nvPr>
            <p:ph type="title"/>
          </p:nvPr>
        </p:nvSpPr>
        <p:spPr>
          <a:xfrm>
            <a:off x="457200" y="704850"/>
            <a:ext cx="8229600" cy="560387"/>
          </a:xfrm>
        </p:spPr>
        <p:txBody>
          <a:bodyPr/>
          <a:lstStyle/>
          <a:p>
            <a:r>
              <a:rPr lang="en-US" altLang="zh-CN" sz="3600" dirty="0">
                <a:latin typeface="+mj-ea"/>
              </a:rPr>
              <a:t>(2.2)</a:t>
            </a:r>
            <a:r>
              <a:rPr lang="zh-CN" altLang="en-US" sz="3600" dirty="0">
                <a:latin typeface="+mj-ea"/>
              </a:rPr>
              <a:t>等待图法（续）</a:t>
            </a:r>
            <a:endParaRPr lang="zh-CN" altLang="en-US" sz="3600" dirty="0">
              <a:latin typeface="+mj-ea"/>
            </a:endParaRPr>
          </a:p>
        </p:txBody>
      </p:sp>
      <p:grpSp>
        <p:nvGrpSpPr>
          <p:cNvPr id="70659" name="Group 7"/>
          <p:cNvGrpSpPr/>
          <p:nvPr/>
        </p:nvGrpSpPr>
        <p:grpSpPr bwMode="auto">
          <a:xfrm>
            <a:off x="1403350" y="1493837"/>
            <a:ext cx="6337300" cy="2455863"/>
            <a:chOff x="975" y="1162"/>
            <a:chExt cx="3992" cy="1547"/>
          </a:xfrm>
        </p:grpSpPr>
        <p:graphicFrame>
          <p:nvGraphicFramePr>
            <p:cNvPr id="70661" name="Object 4"/>
            <p:cNvGraphicFramePr>
              <a:graphicFrameLocks noChangeAspect="1"/>
            </p:cNvGraphicFramePr>
            <p:nvPr/>
          </p:nvGraphicFramePr>
          <p:xfrm>
            <a:off x="975" y="1162"/>
            <a:ext cx="3992" cy="1268"/>
          </p:xfrm>
          <a:graphic>
            <a:graphicData uri="http://schemas.openxmlformats.org/presentationml/2006/ole">
              <mc:AlternateContent xmlns:mc="http://schemas.openxmlformats.org/markup-compatibility/2006">
                <mc:Choice xmlns:v="urn:schemas-microsoft-com:vml" Requires="v">
                  <p:oleObj spid="_x0000_s31081" name="图片" r:id="rId1" imgW="2245360" imgH="711835" progId="Word.Picture.8">
                    <p:embed/>
                  </p:oleObj>
                </mc:Choice>
                <mc:Fallback>
                  <p:oleObj name="图片" r:id="rId1" imgW="2245360" imgH="711835" progId="Word.Picture.8">
                    <p:embed/>
                    <p:pic>
                      <p:nvPicPr>
                        <p:cNvPr id="0" name="Object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5" y="1162"/>
                          <a:ext cx="3992" cy="12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0662" name="Text Box 5"/>
            <p:cNvSpPr txBox="1">
              <a:spLocks noChangeArrowheads="1"/>
            </p:cNvSpPr>
            <p:nvPr/>
          </p:nvSpPr>
          <p:spPr bwMode="auto">
            <a:xfrm>
              <a:off x="2245" y="2478"/>
              <a:ext cx="83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marL="342900" indent="-342900">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itchFamily="2" charset="-122"/>
                </a:defRPr>
              </a:lvl5pPr>
              <a:lvl6pPr marL="2514600" indent="-228600" fontAlgn="base">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itchFamily="2" charset="-122"/>
                </a:defRPr>
              </a:lvl6pPr>
              <a:lvl7pPr marL="2971800" indent="-228600" fontAlgn="base">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itchFamily="2" charset="-122"/>
                </a:defRPr>
              </a:lvl7pPr>
              <a:lvl8pPr marL="3429000" indent="-228600" fontAlgn="base">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itchFamily="2" charset="-122"/>
                </a:defRPr>
              </a:lvl8pPr>
              <a:lvl9pPr marL="3886200" indent="-228600" fontAlgn="base">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defRPr/>
              </a:pPr>
              <a:r>
                <a:rPr kumimoji="1" lang="zh-CN" altLang="en-US" sz="18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rPr>
                <a:t>事务等待图</a:t>
              </a:r>
              <a:endParaRPr kumimoji="1" lang="zh-CN" altLang="en-US" sz="18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endParaRPr>
            </a:p>
          </p:txBody>
        </p:sp>
      </p:grpSp>
      <p:sp>
        <p:nvSpPr>
          <p:cNvPr id="70660" name="Text Box 6"/>
          <p:cNvSpPr txBox="1">
            <a:spLocks noChangeArrowheads="1"/>
          </p:cNvSpPr>
          <p:nvPr/>
        </p:nvSpPr>
        <p:spPr bwMode="auto">
          <a:xfrm>
            <a:off x="457200" y="3939449"/>
            <a:ext cx="8363272" cy="2238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square">
            <a:spAutoFit/>
          </a:bodyPr>
          <a:lstStyle>
            <a:lvl1pPr marL="342900" indent="-342900">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itchFamily="2" charset="-122"/>
              </a:defRPr>
            </a:lvl5pPr>
            <a:lvl6pPr marL="2514600" indent="-228600" fontAlgn="base">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itchFamily="2" charset="-122"/>
              </a:defRPr>
            </a:lvl6pPr>
            <a:lvl7pPr marL="2971800" indent="-228600" fontAlgn="base">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itchFamily="2" charset="-122"/>
              </a:defRPr>
            </a:lvl7pPr>
            <a:lvl8pPr marL="3429000" indent="-228600" fontAlgn="base">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itchFamily="2" charset="-122"/>
              </a:defRPr>
            </a:lvl8pPr>
            <a:lvl9pPr marL="3886200" indent="-228600" fontAlgn="base">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itchFamily="2" charset="-122"/>
              </a:defRPr>
            </a:lvl9pPr>
          </a:lstStyle>
          <a:p>
            <a:pPr marL="342900" marR="0" lvl="0" indent="-342900" algn="l" defTabSz="914400" rtl="0" eaLnBrk="1" fontAlgn="base" latinLnBrk="0" hangingPunct="1">
              <a:lnSpc>
                <a:spcPct val="150000"/>
              </a:lnSpc>
              <a:spcBef>
                <a:spcPct val="0"/>
              </a:spcBef>
              <a:spcAft>
                <a:spcPct val="0"/>
              </a:spcAft>
              <a:buClr>
                <a:srgbClr val="0F6FC6"/>
              </a:buClr>
              <a:buSzTx/>
              <a:buFont typeface="Wingdings" panose="05000000000000000000" pitchFamily="2" charset="2"/>
              <a:buChar char="n"/>
              <a:defRPr/>
            </a:pPr>
            <a:r>
              <a:rPr kumimoji="1" lang="zh-CN" altLang="en-US" sz="24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rPr>
              <a:t>图</a:t>
            </a:r>
            <a:r>
              <a:rPr kumimoji="1" lang="en-US" altLang="zh-CN" sz="24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rPr>
              <a:t>(a)</a:t>
            </a:r>
            <a:r>
              <a:rPr kumimoji="1" lang="zh-CN" altLang="en-US" sz="24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rPr>
              <a:t>中，事务</a:t>
            </a:r>
            <a:r>
              <a:rPr kumimoji="1" lang="en-US" altLang="zh-CN" sz="24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rPr>
              <a:t>T1</a:t>
            </a:r>
            <a:r>
              <a:rPr kumimoji="1" lang="zh-CN" altLang="en-US" sz="24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rPr>
              <a:t>等待</a:t>
            </a:r>
            <a:r>
              <a:rPr kumimoji="1" lang="en-US" altLang="zh-CN" sz="24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rPr>
              <a:t>T2</a:t>
            </a:r>
            <a:r>
              <a:rPr kumimoji="1" lang="zh-CN" altLang="en-US" sz="24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rPr>
              <a:t>，</a:t>
            </a:r>
            <a:r>
              <a:rPr kumimoji="1" lang="en-US" altLang="zh-CN" sz="24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rPr>
              <a:t>T2</a:t>
            </a:r>
            <a:r>
              <a:rPr kumimoji="1" lang="zh-CN" altLang="en-US" sz="24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rPr>
              <a:t>等待</a:t>
            </a:r>
            <a:r>
              <a:rPr kumimoji="1" lang="en-US" altLang="zh-CN" sz="24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rPr>
              <a:t>T1</a:t>
            </a:r>
            <a:r>
              <a:rPr kumimoji="1" lang="zh-CN" altLang="en-US" sz="24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rPr>
              <a:t>，产生了死锁</a:t>
            </a:r>
            <a:endParaRPr kumimoji="1" lang="zh-CN" altLang="en-US" sz="24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endParaRPr>
          </a:p>
          <a:p>
            <a:pPr marL="342900" marR="0" lvl="0" indent="-342900" algn="l" defTabSz="914400" rtl="0" eaLnBrk="1" fontAlgn="base" latinLnBrk="0" hangingPunct="1">
              <a:lnSpc>
                <a:spcPct val="150000"/>
              </a:lnSpc>
              <a:spcBef>
                <a:spcPct val="0"/>
              </a:spcBef>
              <a:spcAft>
                <a:spcPct val="0"/>
              </a:spcAft>
              <a:buClr>
                <a:srgbClr val="0F6FC6"/>
              </a:buClr>
              <a:buSzTx/>
              <a:buFont typeface="Wingdings" panose="05000000000000000000" pitchFamily="2" charset="2"/>
              <a:buChar char="n"/>
              <a:defRPr/>
            </a:pPr>
            <a:r>
              <a:rPr kumimoji="1" lang="zh-CN" altLang="en-US" sz="24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rPr>
              <a:t>图</a:t>
            </a:r>
            <a:r>
              <a:rPr kumimoji="1" lang="en-US" altLang="zh-CN" sz="24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rPr>
              <a:t>(b)</a:t>
            </a:r>
            <a:r>
              <a:rPr kumimoji="1" lang="zh-CN" altLang="en-US" sz="24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rPr>
              <a:t>中，事务</a:t>
            </a:r>
            <a:r>
              <a:rPr kumimoji="1" lang="en-US" altLang="zh-CN" sz="24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rPr>
              <a:t>T1</a:t>
            </a:r>
            <a:r>
              <a:rPr kumimoji="1" lang="zh-CN" altLang="en-US" sz="24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rPr>
              <a:t>等待</a:t>
            </a:r>
            <a:r>
              <a:rPr kumimoji="1" lang="en-US" altLang="zh-CN" sz="24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rPr>
              <a:t>T2</a:t>
            </a:r>
            <a:r>
              <a:rPr kumimoji="1" lang="zh-CN" altLang="en-US" sz="24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rPr>
              <a:t>，</a:t>
            </a:r>
            <a:r>
              <a:rPr kumimoji="1" lang="en-US" altLang="zh-CN" sz="24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rPr>
              <a:t>T2</a:t>
            </a:r>
            <a:r>
              <a:rPr kumimoji="1" lang="zh-CN" altLang="en-US" sz="24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rPr>
              <a:t>等待</a:t>
            </a:r>
            <a:r>
              <a:rPr kumimoji="1" lang="en-US" altLang="zh-CN" sz="24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rPr>
              <a:t>T3</a:t>
            </a:r>
            <a:r>
              <a:rPr kumimoji="1" lang="zh-CN" altLang="en-US" sz="24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rPr>
              <a:t>，</a:t>
            </a:r>
            <a:r>
              <a:rPr kumimoji="1" lang="en-US" altLang="zh-CN" sz="24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rPr>
              <a:t>T3</a:t>
            </a:r>
            <a:r>
              <a:rPr kumimoji="1" lang="zh-CN" altLang="en-US" sz="24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rPr>
              <a:t>等待</a:t>
            </a:r>
            <a:r>
              <a:rPr kumimoji="1" lang="en-US" altLang="zh-CN" sz="24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rPr>
              <a:t>T4</a:t>
            </a:r>
            <a:r>
              <a:rPr kumimoji="1" lang="zh-CN" altLang="en-US" sz="24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rPr>
              <a:t>，</a:t>
            </a:r>
            <a:r>
              <a:rPr kumimoji="1" lang="en-US" altLang="zh-CN" sz="24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rPr>
              <a:t>T4</a:t>
            </a:r>
            <a:r>
              <a:rPr kumimoji="1" lang="zh-CN" altLang="en-US" sz="24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rPr>
              <a:t>又等待</a:t>
            </a:r>
            <a:r>
              <a:rPr kumimoji="1" lang="en-US" altLang="zh-CN" sz="24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rPr>
              <a:t>T1</a:t>
            </a:r>
            <a:r>
              <a:rPr kumimoji="1" lang="zh-CN" altLang="en-US" sz="24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rPr>
              <a:t>，产生了死锁 </a:t>
            </a:r>
            <a:endParaRPr kumimoji="1" lang="zh-CN" altLang="en-US" sz="24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endParaRPr>
          </a:p>
          <a:p>
            <a:pPr marL="342900" marR="0" lvl="0" indent="-342900" algn="l" defTabSz="914400" rtl="0" eaLnBrk="1" fontAlgn="base" latinLnBrk="0" hangingPunct="1">
              <a:lnSpc>
                <a:spcPct val="150000"/>
              </a:lnSpc>
              <a:spcBef>
                <a:spcPct val="0"/>
              </a:spcBef>
              <a:spcAft>
                <a:spcPct val="0"/>
              </a:spcAft>
              <a:buClr>
                <a:srgbClr val="0F6FC6"/>
              </a:buClr>
              <a:buSzTx/>
              <a:buFont typeface="Wingdings" panose="05000000000000000000" pitchFamily="2" charset="2"/>
              <a:buChar char="n"/>
              <a:defRPr/>
            </a:pPr>
            <a:r>
              <a:rPr kumimoji="1" lang="zh-CN" altLang="en-US" sz="24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rPr>
              <a:t>图</a:t>
            </a:r>
            <a:r>
              <a:rPr kumimoji="1" lang="en-US" altLang="zh-CN" sz="24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rPr>
              <a:t>(b)</a:t>
            </a:r>
            <a:r>
              <a:rPr kumimoji="1" lang="zh-CN" altLang="en-US" sz="24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rPr>
              <a:t>中，事务</a:t>
            </a:r>
            <a:r>
              <a:rPr kumimoji="1" lang="en-US" altLang="zh-CN" sz="24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rPr>
              <a:t>T3</a:t>
            </a:r>
            <a:r>
              <a:rPr kumimoji="1" lang="zh-CN" altLang="en-US" sz="24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rPr>
              <a:t>可能还等待</a:t>
            </a:r>
            <a:r>
              <a:rPr kumimoji="1" lang="en-US" altLang="zh-CN" sz="24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rPr>
              <a:t>T2</a:t>
            </a:r>
            <a:r>
              <a:rPr kumimoji="1" lang="zh-CN" altLang="en-US" sz="24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rPr>
              <a:t>，在大回路中又有小的回路 </a:t>
            </a:r>
            <a:endParaRPr kumimoji="1" lang="zh-CN" altLang="en-US" sz="24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endParaRPr>
          </a:p>
        </p:txBody>
      </p:sp>
      <p:sp>
        <p:nvSpPr>
          <p:cNvPr id="7" name="星形: 十二角 6"/>
          <p:cNvSpPr/>
          <p:nvPr/>
        </p:nvSpPr>
        <p:spPr>
          <a:xfrm>
            <a:off x="168932" y="178581"/>
            <a:ext cx="414700" cy="338336"/>
          </a:xfrm>
          <a:prstGeom prst="star12">
            <a:avLst/>
          </a:prstGeom>
          <a:ln>
            <a:solidFill>
              <a:srgbClr val="FF0000"/>
            </a:solidFill>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prstClr val="black"/>
              </a:solidFill>
              <a:effectLst/>
              <a:uLnTx/>
              <a:uFillTx/>
              <a:latin typeface="Constantia"/>
              <a:ea typeface="宋体" pitchFamily="2" charset="-122"/>
              <a:cs typeface="+mn-cs"/>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p:cNvSpPr>
            <a:spLocks noGrp="1" noChangeArrowheads="1"/>
          </p:cNvSpPr>
          <p:nvPr>
            <p:ph type="title"/>
          </p:nvPr>
        </p:nvSpPr>
        <p:spPr>
          <a:xfrm>
            <a:off x="457200" y="704850"/>
            <a:ext cx="8229600" cy="779934"/>
          </a:xfrm>
        </p:spPr>
        <p:txBody>
          <a:bodyPr/>
          <a:lstStyle/>
          <a:p>
            <a:r>
              <a:rPr lang="zh-CN" altLang="en-US" sz="3600" dirty="0">
                <a:latin typeface="+mj-ea"/>
              </a:rPr>
              <a:t>死锁的诊断与解除（续）</a:t>
            </a:r>
            <a:endParaRPr lang="zh-CN" altLang="en-US" sz="3600" dirty="0">
              <a:latin typeface="+mj-ea"/>
            </a:endParaRPr>
          </a:p>
        </p:txBody>
      </p:sp>
      <p:sp>
        <p:nvSpPr>
          <p:cNvPr id="73731" name="Rectangle 3"/>
          <p:cNvSpPr>
            <a:spLocks noGrp="1" noChangeArrowheads="1"/>
          </p:cNvSpPr>
          <p:nvPr>
            <p:ph idx="1"/>
          </p:nvPr>
        </p:nvSpPr>
        <p:spPr>
          <a:xfrm>
            <a:off x="443574" y="1595659"/>
            <a:ext cx="8304890" cy="4965700"/>
          </a:xfrm>
        </p:spPr>
        <p:txBody>
          <a:bodyPr/>
          <a:lstStyle/>
          <a:p>
            <a:pPr marL="0" indent="0">
              <a:buNone/>
            </a:pPr>
            <a:r>
              <a:rPr lang="zh-CN" altLang="en-US" sz="3200" dirty="0"/>
              <a:t>解除死锁</a:t>
            </a:r>
            <a:endParaRPr lang="zh-CN" altLang="en-US" sz="3200" dirty="0"/>
          </a:p>
          <a:p>
            <a:pPr marL="0" indent="0">
              <a:lnSpc>
                <a:spcPts val="2740"/>
              </a:lnSpc>
              <a:buNone/>
            </a:pPr>
            <a:r>
              <a:rPr lang="zh-CN" altLang="en-US" sz="2400" dirty="0">
                <a:latin typeface="Times New Roman" panose="02020503050405090304" pitchFamily="18" charset="0"/>
              </a:rPr>
              <a:t>       选择一个处理死锁代价最小的事务，释放所有锁，使其它事务继续运行。</a:t>
            </a:r>
            <a:endParaRPr lang="zh-CN" altLang="en-US" sz="2400" dirty="0"/>
          </a:p>
          <a:p>
            <a:pPr>
              <a:lnSpc>
                <a:spcPts val="2740"/>
              </a:lnSpc>
              <a:buFontTx/>
              <a:buNone/>
            </a:pPr>
            <a:endParaRPr lang="en-US" altLang="zh-CN" sz="2400" b="1" dirty="0">
              <a:latin typeface="宋体" pitchFamily="2" charset="-122"/>
            </a:endParaRPr>
          </a:p>
          <a:p>
            <a:pPr>
              <a:lnSpc>
                <a:spcPts val="2740"/>
              </a:lnSpc>
              <a:buFontTx/>
              <a:buNone/>
            </a:pPr>
            <a:r>
              <a:rPr lang="zh-CN" altLang="en-US" sz="2400" dirty="0">
                <a:latin typeface="宋体" pitchFamily="2" charset="-122"/>
              </a:rPr>
              <a:t>如何选择合适的事务撤销取决于多种因素</a:t>
            </a:r>
            <a:r>
              <a:rPr lang="zh-CN" altLang="en-US" sz="2400" dirty="0">
                <a:latin typeface="Times New Roman" panose="02020503050405090304" pitchFamily="18" charset="0"/>
              </a:rPr>
              <a:t>（</a:t>
            </a:r>
            <a:r>
              <a:rPr lang="en-US" altLang="zh-CN" sz="2400" i="1" dirty="0"/>
              <a:t>NP</a:t>
            </a:r>
            <a:r>
              <a:rPr lang="zh-CN" altLang="en-US" sz="2400" i="1" dirty="0">
                <a:latin typeface="Times New Roman" panose="02020503050405090304" pitchFamily="18" charset="0"/>
              </a:rPr>
              <a:t>难度问题</a:t>
            </a:r>
            <a:r>
              <a:rPr lang="zh-CN" altLang="en-US" sz="2400" dirty="0">
                <a:latin typeface="Times New Roman" panose="02020503050405090304" pitchFamily="18" charset="0"/>
              </a:rPr>
              <a:t>）：</a:t>
            </a:r>
            <a:endParaRPr lang="zh-CN" altLang="en-US" sz="2400" dirty="0">
              <a:latin typeface="宋体" pitchFamily="2" charset="-122"/>
            </a:endParaRPr>
          </a:p>
          <a:p>
            <a:pPr>
              <a:lnSpc>
                <a:spcPts val="2175"/>
              </a:lnSpc>
              <a:buFontTx/>
              <a:buNone/>
            </a:pPr>
            <a:r>
              <a:rPr lang="zh-CN" altLang="en-US" sz="2400" dirty="0">
                <a:latin typeface="宋体" pitchFamily="2" charset="-122"/>
                <a:cs typeface="Times New Roman" panose="02020503050405090304" pitchFamily="18" charset="0"/>
              </a:rPr>
              <a:t>→</a:t>
            </a:r>
            <a:r>
              <a:rPr lang="zh-CN" altLang="en-US" sz="2400" dirty="0">
                <a:highlight>
                  <a:srgbClr val="FFFF00"/>
                </a:highlight>
                <a:latin typeface="宋体" pitchFamily="2" charset="-122"/>
                <a:cs typeface="Times New Roman" panose="02020503050405090304" pitchFamily="18" charset="0"/>
              </a:rPr>
              <a:t> 事务年龄</a:t>
            </a:r>
            <a:r>
              <a:rPr lang="zh-CN" altLang="en-US" sz="2400" dirty="0">
                <a:highlight>
                  <a:srgbClr val="FFFF00"/>
                </a:highlight>
                <a:latin typeface="宋体" pitchFamily="2" charset="-122"/>
              </a:rPr>
              <a:t> </a:t>
            </a:r>
            <a:r>
              <a:rPr lang="en-US" altLang="zh-CN" sz="2400" dirty="0">
                <a:highlight>
                  <a:srgbClr val="FFFF00"/>
                </a:highlight>
                <a:latin typeface="宋体" pitchFamily="2" charset="-122"/>
              </a:rPr>
              <a:t>(</a:t>
            </a:r>
            <a:r>
              <a:rPr lang="zh-CN" altLang="en-US" sz="2400" dirty="0">
                <a:highlight>
                  <a:srgbClr val="FFFF00"/>
                </a:highlight>
                <a:latin typeface="宋体" pitchFamily="2" charset="-122"/>
              </a:rPr>
              <a:t>最小的时间戳</a:t>
            </a:r>
            <a:r>
              <a:rPr lang="en-US" altLang="zh-CN" sz="2400" dirty="0">
                <a:highlight>
                  <a:srgbClr val="FFFF00"/>
                </a:highlight>
                <a:latin typeface="宋体" pitchFamily="2" charset="-122"/>
              </a:rPr>
              <a:t>)</a:t>
            </a:r>
            <a:endParaRPr lang="zh-CN" altLang="en-US" sz="2400" dirty="0">
              <a:highlight>
                <a:srgbClr val="FFFF00"/>
              </a:highlight>
              <a:latin typeface="宋体" pitchFamily="2" charset="-122"/>
            </a:endParaRPr>
          </a:p>
          <a:p>
            <a:pPr>
              <a:lnSpc>
                <a:spcPts val="2165"/>
              </a:lnSpc>
              <a:buFontTx/>
              <a:buNone/>
            </a:pPr>
            <a:r>
              <a:rPr lang="zh-CN" altLang="en-US" sz="2400" dirty="0">
                <a:highlight>
                  <a:srgbClr val="FFFF00"/>
                </a:highlight>
                <a:latin typeface="宋体" pitchFamily="2" charset="-122"/>
                <a:cs typeface="Times New Roman" panose="02020503050405090304" pitchFamily="18" charset="0"/>
              </a:rPr>
              <a:t>→ 事务进度</a:t>
            </a:r>
            <a:r>
              <a:rPr lang="zh-CN" altLang="en-US" sz="2400" dirty="0">
                <a:highlight>
                  <a:srgbClr val="FFFF00"/>
                </a:highlight>
                <a:latin typeface="宋体" pitchFamily="2" charset="-122"/>
              </a:rPr>
              <a:t> </a:t>
            </a:r>
            <a:r>
              <a:rPr lang="en-US" altLang="zh-CN" sz="2400" dirty="0">
                <a:highlight>
                  <a:srgbClr val="FFFF00"/>
                </a:highlight>
                <a:latin typeface="宋体" pitchFamily="2" charset="-122"/>
              </a:rPr>
              <a:t>(</a:t>
            </a:r>
            <a:r>
              <a:rPr lang="zh-CN" altLang="en-US" sz="2400" dirty="0">
                <a:highlight>
                  <a:srgbClr val="FFFF00"/>
                </a:highlight>
                <a:latin typeface="宋体" pitchFamily="2" charset="-122"/>
              </a:rPr>
              <a:t>执行最少</a:t>
            </a:r>
            <a:r>
              <a:rPr lang="en-US" altLang="zh-CN" sz="2400" dirty="0">
                <a:highlight>
                  <a:srgbClr val="FFFF00"/>
                </a:highlight>
                <a:latin typeface="宋体" pitchFamily="2" charset="-122"/>
              </a:rPr>
              <a:t>/</a:t>
            </a:r>
            <a:r>
              <a:rPr lang="zh-CN" altLang="en-US" sz="2400" dirty="0">
                <a:highlight>
                  <a:srgbClr val="FFFF00"/>
                </a:highlight>
                <a:latin typeface="宋体" pitchFamily="2" charset="-122"/>
              </a:rPr>
              <a:t>最多查询</a:t>
            </a:r>
            <a:r>
              <a:rPr lang="en-US" altLang="zh-CN" sz="2400" dirty="0">
                <a:highlight>
                  <a:srgbClr val="FFFF00"/>
                </a:highlight>
                <a:latin typeface="宋体" pitchFamily="2" charset="-122"/>
              </a:rPr>
              <a:t>)</a:t>
            </a:r>
            <a:endParaRPr lang="zh-CN" altLang="en-US" sz="2400" dirty="0">
              <a:highlight>
                <a:srgbClr val="FFFF00"/>
              </a:highlight>
              <a:latin typeface="宋体" pitchFamily="2" charset="-122"/>
            </a:endParaRPr>
          </a:p>
          <a:p>
            <a:pPr>
              <a:lnSpc>
                <a:spcPts val="2165"/>
              </a:lnSpc>
              <a:buFontTx/>
              <a:buNone/>
            </a:pPr>
            <a:r>
              <a:rPr lang="zh-CN" altLang="en-US" sz="2400" dirty="0">
                <a:highlight>
                  <a:srgbClr val="FFFF00"/>
                </a:highlight>
                <a:latin typeface="宋体" pitchFamily="2" charset="-122"/>
                <a:cs typeface="Times New Roman" panose="02020503050405090304" pitchFamily="18" charset="0"/>
              </a:rPr>
              <a:t>→ 锁定的数据库对象数量</a:t>
            </a:r>
            <a:endParaRPr lang="zh-CN" altLang="en-US" sz="2400" dirty="0">
              <a:highlight>
                <a:srgbClr val="FFFF00"/>
              </a:highlight>
              <a:latin typeface="宋体" pitchFamily="2" charset="-122"/>
            </a:endParaRPr>
          </a:p>
          <a:p>
            <a:pPr>
              <a:lnSpc>
                <a:spcPts val="2275"/>
              </a:lnSpc>
              <a:buFontTx/>
              <a:buNone/>
            </a:pPr>
            <a:r>
              <a:rPr lang="zh-CN" altLang="en-US" sz="2400" dirty="0">
                <a:highlight>
                  <a:srgbClr val="FFFF00"/>
                </a:highlight>
                <a:latin typeface="宋体" pitchFamily="2" charset="-122"/>
                <a:cs typeface="Times New Roman" panose="02020503050405090304" pitchFamily="18" charset="0"/>
              </a:rPr>
              <a:t>→ 需回滚事务的数量</a:t>
            </a:r>
            <a:endParaRPr lang="zh-CN" altLang="en-US" sz="2400" dirty="0">
              <a:highlight>
                <a:srgbClr val="FFFF00"/>
              </a:highlight>
              <a:latin typeface="宋体" pitchFamily="2" charset="-122"/>
            </a:endParaRPr>
          </a:p>
          <a:p>
            <a:pPr marL="0" indent="0">
              <a:spcBef>
                <a:spcPts val="40"/>
              </a:spcBef>
              <a:buNone/>
            </a:pPr>
            <a:r>
              <a:rPr lang="en-US" altLang="zh-CN" sz="2400" dirty="0">
                <a:latin typeface="宋体" pitchFamily="2" charset="-122"/>
              </a:rPr>
              <a:t>   …</a:t>
            </a:r>
            <a:endParaRPr lang="en-US" altLang="zh-CN" sz="2400" dirty="0">
              <a:latin typeface="宋体" pitchFamily="2" charset="-122"/>
            </a:endParaRPr>
          </a:p>
          <a:p>
            <a:pPr marL="0" indent="0">
              <a:spcBef>
                <a:spcPts val="40"/>
              </a:spcBef>
              <a:buNone/>
            </a:pPr>
            <a:endParaRPr lang="zh-CN" altLang="en-US" sz="2400" dirty="0">
              <a:latin typeface="宋体" pitchFamily="2" charset="-122"/>
              <a:cs typeface="Times New Roman" panose="02020503050405090304" pitchFamily="18" charset="0"/>
            </a:endParaRPr>
          </a:p>
          <a:p>
            <a:pPr>
              <a:lnSpc>
                <a:spcPts val="2590"/>
              </a:lnSpc>
            </a:pPr>
            <a:r>
              <a:rPr lang="zh-CN" altLang="en-US" sz="2400" dirty="0">
                <a:latin typeface="宋体" pitchFamily="2" charset="-122"/>
              </a:rPr>
              <a:t>还需考虑</a:t>
            </a:r>
            <a:r>
              <a:rPr lang="zh-CN" altLang="en-US" sz="2400" dirty="0">
                <a:highlight>
                  <a:srgbClr val="FFFF00"/>
                </a:highlight>
                <a:latin typeface="宋体" pitchFamily="2" charset="-122"/>
              </a:rPr>
              <a:t>事务重启动的次数，以防事务饿死</a:t>
            </a:r>
            <a:r>
              <a:rPr lang="zh-CN" altLang="en-US" sz="2400" dirty="0">
                <a:latin typeface="宋体" pitchFamily="2" charset="-122"/>
              </a:rPr>
              <a:t>。</a:t>
            </a:r>
            <a:endParaRPr lang="en-US" altLang="zh-CN" sz="2400" dirty="0">
              <a:latin typeface="宋体" pitchFamily="2" charset="-122"/>
            </a:endParaRPr>
          </a:p>
        </p:txBody>
      </p:sp>
      <p:sp>
        <p:nvSpPr>
          <p:cNvPr id="5" name="星形: 十二角 4"/>
          <p:cNvSpPr/>
          <p:nvPr/>
        </p:nvSpPr>
        <p:spPr>
          <a:xfrm>
            <a:off x="168932" y="178581"/>
            <a:ext cx="414700" cy="338336"/>
          </a:xfrm>
          <a:prstGeom prst="star12">
            <a:avLst/>
          </a:prstGeom>
          <a:ln>
            <a:solidFill>
              <a:srgbClr val="FF0000"/>
            </a:solidFill>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prstClr val="black"/>
              </a:solidFill>
              <a:effectLst/>
              <a:uLnTx/>
              <a:uFillTx/>
              <a:latin typeface="Constantia"/>
              <a:ea typeface="宋体" pitchFamily="2" charset="-122"/>
              <a:cs typeface="+mn-cs"/>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Text Box 2"/>
          <p:cNvSpPr txBox="1">
            <a:spLocks noChangeArrowheads="1"/>
          </p:cNvSpPr>
          <p:nvPr/>
        </p:nvSpPr>
        <p:spPr bwMode="auto">
          <a:xfrm>
            <a:off x="212725" y="273050"/>
            <a:ext cx="8702675" cy="6370975"/>
          </a:xfrm>
          <a:prstGeom prst="rect">
            <a:avLst/>
          </a:prstGeom>
          <a:noFill/>
          <a:ln w="9525">
            <a:noFill/>
            <a:miter lim="800000"/>
          </a:ln>
        </p:spPr>
        <p:txBody>
          <a:bodyPr>
            <a:spAutoFit/>
          </a:bodyPr>
          <a:lstStyle/>
          <a:p>
            <a:r>
              <a:rPr lang="en-US" altLang="zh-CN" b="1" dirty="0">
                <a:ea typeface="黑体" pitchFamily="2" charset="-122"/>
              </a:rPr>
              <a:t>11.5  </a:t>
            </a:r>
            <a:r>
              <a:rPr lang="zh-CN" altLang="en-US" b="1" dirty="0">
                <a:ea typeface="黑体" pitchFamily="2" charset="-122"/>
              </a:rPr>
              <a:t>并发操作调度的可串行性</a:t>
            </a:r>
            <a:endParaRPr lang="zh-CN" altLang="en-US" b="1" dirty="0">
              <a:ea typeface="黑体" pitchFamily="2" charset="-122"/>
            </a:endParaRPr>
          </a:p>
          <a:p>
            <a:r>
              <a:rPr lang="en-US" altLang="zh-CN" b="1" dirty="0">
                <a:ea typeface="黑体" pitchFamily="2" charset="-122"/>
              </a:rPr>
              <a:t>11.5.1 </a:t>
            </a:r>
            <a:r>
              <a:rPr lang="zh-CN" altLang="en-US" b="1" dirty="0">
                <a:ea typeface="黑体" pitchFamily="2" charset="-122"/>
              </a:rPr>
              <a:t>正确性标准（可串行化调度）</a:t>
            </a:r>
            <a:endParaRPr lang="zh-CN" altLang="en-US" b="1" dirty="0">
              <a:ea typeface="黑体" pitchFamily="2" charset="-122"/>
            </a:endParaRPr>
          </a:p>
          <a:p>
            <a:r>
              <a:rPr lang="en-US" altLang="zh-CN" dirty="0"/>
              <a:t>1</a:t>
            </a:r>
            <a:r>
              <a:rPr lang="zh-CN" altLang="en-US" dirty="0">
                <a:latin typeface="Times New Roman" panose="02020503050405090304" pitchFamily="18" charset="0"/>
              </a:rPr>
              <a:t>）单个事务</a:t>
            </a:r>
            <a:endParaRPr lang="zh-CN" altLang="en-US" dirty="0"/>
          </a:p>
          <a:p>
            <a:r>
              <a:rPr lang="en-US" altLang="zh-CN" dirty="0">
                <a:latin typeface="Times New Roman" panose="02020503050405090304" pitchFamily="18" charset="0"/>
              </a:rPr>
              <a:t>——</a:t>
            </a:r>
            <a:r>
              <a:rPr lang="zh-CN" altLang="en-US" dirty="0">
                <a:latin typeface="Times New Roman" panose="02020503050405090304" pitchFamily="18" charset="0"/>
              </a:rPr>
              <a:t>若非并发的执行，每个事务都能保证数据库的正确性。</a:t>
            </a:r>
            <a:endParaRPr lang="zh-CN" altLang="en-US" dirty="0"/>
          </a:p>
          <a:p>
            <a:r>
              <a:rPr lang="zh-CN" altLang="en-US" dirty="0"/>
              <a:t>    </a:t>
            </a:r>
            <a:r>
              <a:rPr lang="zh-CN" altLang="en-US" dirty="0">
                <a:latin typeface="Times New Roman" panose="02020503050405090304" pitchFamily="18" charset="0"/>
              </a:rPr>
              <a:t>（上述问题，都是因事务并发执行产生）</a:t>
            </a:r>
            <a:endParaRPr lang="zh-CN" altLang="en-US" dirty="0"/>
          </a:p>
          <a:p>
            <a:endParaRPr lang="zh-CN" altLang="en-US" dirty="0"/>
          </a:p>
          <a:p>
            <a:r>
              <a:rPr lang="en-US" altLang="zh-CN" dirty="0"/>
              <a:t>2</a:t>
            </a:r>
            <a:r>
              <a:rPr lang="zh-CN" altLang="en-US" dirty="0">
                <a:latin typeface="Times New Roman" panose="02020503050405090304" pitchFamily="18" charset="0"/>
              </a:rPr>
              <a:t>）多个事务</a:t>
            </a:r>
            <a:endParaRPr lang="zh-CN" altLang="en-US" dirty="0"/>
          </a:p>
          <a:p>
            <a:r>
              <a:rPr lang="en-US" altLang="zh-CN" dirty="0">
                <a:latin typeface="Times New Roman" panose="02020503050405090304" pitchFamily="18" charset="0"/>
              </a:rPr>
              <a:t>——</a:t>
            </a:r>
            <a:r>
              <a:rPr lang="zh-CN" altLang="en-US" dirty="0">
                <a:latin typeface="Times New Roman" panose="02020503050405090304" pitchFamily="18" charset="0"/>
              </a:rPr>
              <a:t>多个事务以</a:t>
            </a:r>
            <a:r>
              <a:rPr lang="zh-CN" altLang="en-US" dirty="0">
                <a:solidFill>
                  <a:srgbClr val="FF0000"/>
                </a:solidFill>
                <a:latin typeface="Times New Roman" panose="02020503050405090304" pitchFamily="18" charset="0"/>
              </a:rPr>
              <a:t>任意串行方式执行</a:t>
            </a:r>
            <a:r>
              <a:rPr lang="zh-CN" altLang="en-US" dirty="0">
                <a:latin typeface="Times New Roman" panose="02020503050405090304" pitchFamily="18" charset="0"/>
              </a:rPr>
              <a:t>都能保证数据库的正确性。</a:t>
            </a:r>
            <a:endParaRPr lang="zh-CN" altLang="en-US" dirty="0"/>
          </a:p>
          <a:p>
            <a:r>
              <a:rPr lang="zh-CN" altLang="en-US" dirty="0"/>
              <a:t>     给定三个事务：</a:t>
            </a:r>
            <a:r>
              <a:rPr lang="en-US" altLang="zh-CN" dirty="0"/>
              <a:t>T</a:t>
            </a:r>
            <a:r>
              <a:rPr lang="en-US" altLang="zh-CN" baseline="-30000" dirty="0"/>
              <a:t>1</a:t>
            </a:r>
            <a:r>
              <a:rPr lang="zh-CN" altLang="en-US" dirty="0">
                <a:latin typeface="Times New Roman" panose="02020503050405090304" pitchFamily="18" charset="0"/>
              </a:rPr>
              <a:t>，</a:t>
            </a:r>
            <a:r>
              <a:rPr lang="zh-CN" altLang="en-US" baseline="-30000" dirty="0"/>
              <a:t> </a:t>
            </a:r>
            <a:r>
              <a:rPr lang="en-US" altLang="zh-CN" dirty="0"/>
              <a:t>T</a:t>
            </a:r>
            <a:r>
              <a:rPr lang="en-US" altLang="zh-CN" baseline="-30000" dirty="0"/>
              <a:t>2</a:t>
            </a:r>
            <a:r>
              <a:rPr lang="zh-CN" altLang="en-US" dirty="0">
                <a:latin typeface="Times New Roman" panose="02020503050405090304" pitchFamily="18" charset="0"/>
              </a:rPr>
              <a:t>，</a:t>
            </a:r>
            <a:r>
              <a:rPr lang="zh-CN" altLang="en-US" dirty="0"/>
              <a:t> </a:t>
            </a:r>
            <a:r>
              <a:rPr lang="en-US" altLang="zh-CN" dirty="0"/>
              <a:t>T</a:t>
            </a:r>
            <a:r>
              <a:rPr lang="en-US" altLang="zh-CN" baseline="-30000" dirty="0"/>
              <a:t>3</a:t>
            </a:r>
            <a:r>
              <a:rPr lang="zh-CN" altLang="en-US" dirty="0">
                <a:latin typeface="Times New Roman" panose="02020503050405090304" pitchFamily="18" charset="0"/>
              </a:rPr>
              <a:t>。</a:t>
            </a:r>
            <a:endParaRPr lang="zh-CN" altLang="en-US" dirty="0"/>
          </a:p>
          <a:p>
            <a:pPr algn="ctr"/>
            <a:r>
              <a:rPr lang="en-US" altLang="zh-CN" dirty="0"/>
              <a:t>T</a:t>
            </a:r>
            <a:r>
              <a:rPr lang="en-US" altLang="zh-CN" baseline="-30000" dirty="0"/>
              <a:t>1</a:t>
            </a:r>
            <a:r>
              <a:rPr lang="en-US" altLang="zh-CN" dirty="0"/>
              <a:t>→T</a:t>
            </a:r>
            <a:r>
              <a:rPr lang="en-US" altLang="zh-CN" baseline="-30000" dirty="0"/>
              <a:t>2</a:t>
            </a:r>
            <a:r>
              <a:rPr lang="en-US" altLang="zh-CN" dirty="0"/>
              <a:t>→T</a:t>
            </a:r>
            <a:r>
              <a:rPr lang="en-US" altLang="zh-CN" baseline="-30000" dirty="0"/>
              <a:t>3</a:t>
            </a:r>
            <a:endParaRPr lang="en-US" altLang="zh-CN" dirty="0"/>
          </a:p>
          <a:p>
            <a:pPr algn="ctr"/>
            <a:r>
              <a:rPr lang="en-US" altLang="zh-CN" dirty="0"/>
              <a:t>T</a:t>
            </a:r>
            <a:r>
              <a:rPr lang="en-US" altLang="zh-CN" baseline="-30000" dirty="0"/>
              <a:t>1</a:t>
            </a:r>
            <a:r>
              <a:rPr lang="en-US" altLang="zh-CN" dirty="0"/>
              <a:t>→T</a:t>
            </a:r>
            <a:r>
              <a:rPr lang="en-US" altLang="zh-CN" baseline="-30000" dirty="0"/>
              <a:t>3</a:t>
            </a:r>
            <a:r>
              <a:rPr lang="en-US" altLang="zh-CN" dirty="0"/>
              <a:t>→T</a:t>
            </a:r>
            <a:r>
              <a:rPr lang="en-US" altLang="zh-CN" baseline="-30000" dirty="0"/>
              <a:t>2</a:t>
            </a:r>
            <a:endParaRPr lang="en-US" altLang="zh-CN" dirty="0"/>
          </a:p>
          <a:p>
            <a:pPr algn="ctr"/>
            <a:r>
              <a:rPr lang="en-US" altLang="zh-CN" dirty="0"/>
              <a:t>T</a:t>
            </a:r>
            <a:r>
              <a:rPr lang="en-US" altLang="zh-CN" baseline="-30000" dirty="0"/>
              <a:t>2</a:t>
            </a:r>
            <a:r>
              <a:rPr lang="en-US" altLang="zh-CN" dirty="0"/>
              <a:t>→T</a:t>
            </a:r>
            <a:r>
              <a:rPr lang="en-US" altLang="zh-CN" baseline="-30000" dirty="0"/>
              <a:t>1</a:t>
            </a:r>
            <a:r>
              <a:rPr lang="en-US" altLang="zh-CN" dirty="0"/>
              <a:t>→T</a:t>
            </a:r>
            <a:r>
              <a:rPr lang="en-US" altLang="zh-CN" baseline="-30000" dirty="0"/>
              <a:t>3</a:t>
            </a:r>
            <a:endParaRPr lang="en-US" altLang="zh-CN" dirty="0"/>
          </a:p>
          <a:p>
            <a:pPr algn="ctr"/>
            <a:r>
              <a:rPr lang="en-US" altLang="zh-CN" dirty="0"/>
              <a:t>T</a:t>
            </a:r>
            <a:r>
              <a:rPr lang="en-US" altLang="zh-CN" baseline="-30000" dirty="0"/>
              <a:t>2</a:t>
            </a:r>
            <a:r>
              <a:rPr lang="en-US" altLang="zh-CN" dirty="0"/>
              <a:t>→T</a:t>
            </a:r>
            <a:r>
              <a:rPr lang="en-US" altLang="zh-CN" baseline="-30000" dirty="0"/>
              <a:t>3</a:t>
            </a:r>
            <a:r>
              <a:rPr lang="en-US" altLang="zh-CN" dirty="0"/>
              <a:t>→T</a:t>
            </a:r>
            <a:r>
              <a:rPr lang="en-US" altLang="zh-CN" baseline="-30000" dirty="0"/>
              <a:t>1</a:t>
            </a:r>
            <a:endParaRPr lang="en-US" altLang="zh-CN" dirty="0"/>
          </a:p>
          <a:p>
            <a:pPr algn="ctr"/>
            <a:r>
              <a:rPr lang="en-US" altLang="zh-CN" dirty="0"/>
              <a:t>T</a:t>
            </a:r>
            <a:r>
              <a:rPr lang="en-US" altLang="zh-CN" baseline="-30000" dirty="0"/>
              <a:t>3</a:t>
            </a:r>
            <a:r>
              <a:rPr lang="en-US" altLang="zh-CN" dirty="0"/>
              <a:t>→T</a:t>
            </a:r>
            <a:r>
              <a:rPr lang="en-US" altLang="zh-CN" baseline="-30000" dirty="0"/>
              <a:t>1</a:t>
            </a:r>
            <a:r>
              <a:rPr lang="en-US" altLang="zh-CN" dirty="0"/>
              <a:t>→T</a:t>
            </a:r>
            <a:r>
              <a:rPr lang="en-US" altLang="zh-CN" baseline="-30000" dirty="0"/>
              <a:t>2</a:t>
            </a:r>
            <a:endParaRPr lang="en-US" altLang="zh-CN" dirty="0"/>
          </a:p>
          <a:p>
            <a:pPr algn="ctr"/>
            <a:r>
              <a:rPr lang="en-US" altLang="zh-CN" dirty="0"/>
              <a:t>T</a:t>
            </a:r>
            <a:r>
              <a:rPr lang="en-US" altLang="zh-CN" baseline="-30000" dirty="0"/>
              <a:t>3</a:t>
            </a:r>
            <a:r>
              <a:rPr lang="en-US" altLang="zh-CN" dirty="0"/>
              <a:t>→T</a:t>
            </a:r>
            <a:r>
              <a:rPr lang="en-US" altLang="zh-CN" baseline="-30000" dirty="0"/>
              <a:t>2</a:t>
            </a:r>
            <a:r>
              <a:rPr lang="en-US" altLang="zh-CN" dirty="0"/>
              <a:t>→T</a:t>
            </a:r>
            <a:r>
              <a:rPr lang="en-US" altLang="zh-CN" baseline="-30000" dirty="0"/>
              <a:t>1</a:t>
            </a:r>
            <a:endParaRPr lang="en-US" altLang="zh-CN" dirty="0"/>
          </a:p>
          <a:p>
            <a:r>
              <a:rPr lang="en-US" altLang="zh-CN" dirty="0">
                <a:latin typeface="Times New Roman" panose="02020503050405090304" pitchFamily="18" charset="0"/>
              </a:rPr>
              <a:t>        </a:t>
            </a:r>
            <a:r>
              <a:rPr lang="zh-CN" altLang="en-US" dirty="0">
                <a:latin typeface="Times New Roman" panose="02020503050405090304" pitchFamily="18" charset="0"/>
              </a:rPr>
              <a:t>显然，任何一事务并发执行时禁止其它事务执行，总能保证数据库正确性，但不利于数据共享。</a:t>
            </a:r>
            <a:endParaRPr lang="zh-CN" altLang="en-US" dirty="0">
              <a:latin typeface="Times New Roman" panose="02020503050405090304" pitchFamily="18" charset="0"/>
            </a:endParaRPr>
          </a:p>
        </p:txBody>
      </p:sp>
      <p:sp>
        <p:nvSpPr>
          <p:cNvPr id="6" name="灯片编号占位符 5"/>
          <p:cNvSpPr>
            <a:spLocks noGrp="1"/>
          </p:cNvSpPr>
          <p:nvPr>
            <p:ph type="sldNum" sz="quarter" idx="12"/>
          </p:nvPr>
        </p:nvSpPr>
        <p:spPr/>
        <p:txBody>
          <a:bodyPr/>
          <a:lstStyle/>
          <a:p>
            <a:pPr>
              <a:defRPr/>
            </a:pPr>
            <a:fld id="{F5BB6A8F-6D8A-4A5D-9CB7-EF938A8D5D57}" type="slidenum">
              <a:rPr lang="en-US" altLang="zh-CN"/>
            </a:fld>
            <a:endParaRPr lang="en-US" altLang="zh-CN"/>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Text Box 2"/>
          <p:cNvSpPr txBox="1">
            <a:spLocks noChangeArrowheads="1"/>
          </p:cNvSpPr>
          <p:nvPr/>
        </p:nvSpPr>
        <p:spPr bwMode="auto">
          <a:xfrm>
            <a:off x="152400" y="765175"/>
            <a:ext cx="8915400" cy="3785652"/>
          </a:xfrm>
          <a:prstGeom prst="rect">
            <a:avLst/>
          </a:prstGeom>
          <a:noFill/>
          <a:ln w="9525">
            <a:noFill/>
            <a:miter lim="800000"/>
          </a:ln>
        </p:spPr>
        <p:txBody>
          <a:bodyPr>
            <a:spAutoFit/>
          </a:bodyPr>
          <a:lstStyle/>
          <a:p>
            <a:r>
              <a:rPr lang="en-US" altLang="zh-CN" dirty="0"/>
              <a:t>3</a:t>
            </a:r>
            <a:r>
              <a:rPr lang="zh-CN" altLang="en-US" dirty="0">
                <a:latin typeface="Times New Roman" panose="02020503050405090304" pitchFamily="18" charset="0"/>
              </a:rPr>
              <a:t>）可串行化调度（</a:t>
            </a:r>
            <a:r>
              <a:rPr lang="en-US" altLang="zh-CN" dirty="0"/>
              <a:t>serializability</a:t>
            </a:r>
            <a:r>
              <a:rPr lang="zh-CN" altLang="en-US" dirty="0">
                <a:latin typeface="Times New Roman" panose="02020503050405090304" pitchFamily="18" charset="0"/>
              </a:rPr>
              <a:t>）</a:t>
            </a:r>
            <a:endParaRPr lang="zh-CN" altLang="en-US" dirty="0"/>
          </a:p>
          <a:p>
            <a:r>
              <a:rPr lang="en-US" altLang="zh-CN" dirty="0">
                <a:solidFill>
                  <a:srgbClr val="1D22F9"/>
                </a:solidFill>
                <a:latin typeface="Times New Roman" panose="02020503050405090304" pitchFamily="18" charset="0"/>
              </a:rPr>
              <a:t>——</a:t>
            </a:r>
            <a:r>
              <a:rPr lang="zh-CN" altLang="en-US" dirty="0">
                <a:solidFill>
                  <a:srgbClr val="1D22F9"/>
                </a:solidFill>
                <a:latin typeface="Times New Roman" panose="02020503050405090304" pitchFamily="18" charset="0"/>
              </a:rPr>
              <a:t>当且仅当多个事务并发执行的结果与这些事务按某一顺序串行执行的结果相同时，则该并发执行是可串行化的。</a:t>
            </a:r>
            <a:endParaRPr lang="zh-CN" altLang="en-US" dirty="0">
              <a:solidFill>
                <a:srgbClr val="1D22F9"/>
              </a:solidFill>
            </a:endParaRPr>
          </a:p>
          <a:p>
            <a:r>
              <a:rPr lang="zh-CN" altLang="en-US" dirty="0">
                <a:latin typeface="Times New Roman" panose="02020503050405090304" pitchFamily="18" charset="0"/>
              </a:rPr>
              <a:t>（可串行化调度是</a:t>
            </a:r>
            <a:r>
              <a:rPr lang="zh-CN" altLang="en-US" dirty="0">
                <a:solidFill>
                  <a:srgbClr val="FF0000"/>
                </a:solidFill>
                <a:latin typeface="Times New Roman" panose="02020503050405090304" pitchFamily="18" charset="0"/>
              </a:rPr>
              <a:t>并发事务正确性的唯一准则</a:t>
            </a:r>
            <a:r>
              <a:rPr lang="zh-CN" altLang="en-US" dirty="0">
                <a:latin typeface="Times New Roman" panose="02020503050405090304" pitchFamily="18" charset="0"/>
              </a:rPr>
              <a:t>）</a:t>
            </a:r>
            <a:endParaRPr lang="zh-CN" altLang="en-US" dirty="0"/>
          </a:p>
          <a:p>
            <a:endParaRPr lang="zh-CN" altLang="en-US" dirty="0">
              <a:latin typeface="Times New Roman" panose="02020503050405090304" pitchFamily="18" charset="0"/>
            </a:endParaRPr>
          </a:p>
          <a:p>
            <a:r>
              <a:rPr lang="zh-CN" altLang="en-US" dirty="0">
                <a:latin typeface="Times New Roman" panose="02020503050405090304" pitchFamily="18" charset="0"/>
              </a:rPr>
              <a:t>例：有两个事务</a:t>
            </a:r>
            <a:r>
              <a:rPr lang="en-US" altLang="zh-CN" dirty="0"/>
              <a:t>T</a:t>
            </a:r>
            <a:r>
              <a:rPr lang="en-US" altLang="zh-CN" baseline="-30000" dirty="0"/>
              <a:t>A</a:t>
            </a:r>
            <a:r>
              <a:rPr lang="zh-CN" altLang="en-US" dirty="0">
                <a:latin typeface="Times New Roman" panose="02020503050405090304" pitchFamily="18" charset="0"/>
              </a:rPr>
              <a:t>，</a:t>
            </a:r>
            <a:r>
              <a:rPr lang="en-US" altLang="zh-CN" dirty="0"/>
              <a:t>T</a:t>
            </a:r>
            <a:r>
              <a:rPr lang="en-US" altLang="zh-CN" baseline="-30000" dirty="0"/>
              <a:t>B </a:t>
            </a:r>
            <a:r>
              <a:rPr lang="zh-CN" altLang="en-US" dirty="0"/>
              <a:t>（</a:t>
            </a:r>
            <a:r>
              <a:rPr lang="en-US" altLang="zh-CN" dirty="0"/>
              <a:t>A=10,B=2,C=0</a:t>
            </a:r>
            <a:r>
              <a:rPr lang="zh-CN" altLang="en-US" dirty="0"/>
              <a:t>）包含如下操作序列</a:t>
            </a:r>
            <a:endParaRPr lang="zh-CN" altLang="en-US" dirty="0"/>
          </a:p>
          <a:p>
            <a:r>
              <a:rPr lang="en-US" altLang="zh-CN" dirty="0"/>
              <a:t>T</a:t>
            </a:r>
            <a:r>
              <a:rPr lang="en-US" altLang="zh-CN" baseline="-30000" dirty="0"/>
              <a:t>A</a:t>
            </a:r>
            <a:r>
              <a:rPr lang="zh-CN" altLang="en-US" dirty="0">
                <a:latin typeface="Times New Roman" panose="02020503050405090304" pitchFamily="18" charset="0"/>
              </a:rPr>
              <a:t>：读</a:t>
            </a:r>
            <a:r>
              <a:rPr lang="en-US" altLang="zh-CN" dirty="0"/>
              <a:t>B</a:t>
            </a:r>
            <a:r>
              <a:rPr lang="zh-CN" altLang="en-US" dirty="0">
                <a:latin typeface="Times New Roman" panose="02020503050405090304" pitchFamily="18" charset="0"/>
              </a:rPr>
              <a:t>；</a:t>
            </a:r>
            <a:r>
              <a:rPr lang="en-US" altLang="zh-CN" dirty="0"/>
              <a:t>A:=B+1</a:t>
            </a:r>
            <a:r>
              <a:rPr lang="zh-CN" altLang="en-US" dirty="0">
                <a:latin typeface="Times New Roman" panose="02020503050405090304" pitchFamily="18" charset="0"/>
              </a:rPr>
              <a:t>；写回</a:t>
            </a:r>
            <a:r>
              <a:rPr lang="en-US" altLang="zh-CN" dirty="0"/>
              <a:t>A</a:t>
            </a:r>
            <a:r>
              <a:rPr lang="zh-CN" altLang="en-US" dirty="0"/>
              <a:t>；</a:t>
            </a:r>
            <a:endParaRPr lang="zh-CN" altLang="en-US" dirty="0"/>
          </a:p>
          <a:p>
            <a:r>
              <a:rPr lang="en-US" altLang="zh-CN" dirty="0"/>
              <a:t>T</a:t>
            </a:r>
            <a:r>
              <a:rPr lang="en-US" altLang="zh-CN" baseline="-30000" dirty="0"/>
              <a:t>B</a:t>
            </a:r>
            <a:r>
              <a:rPr lang="zh-CN" altLang="en-US" dirty="0">
                <a:latin typeface="Times New Roman" panose="02020503050405090304" pitchFamily="18" charset="0"/>
              </a:rPr>
              <a:t>：读</a:t>
            </a:r>
            <a:r>
              <a:rPr lang="en-US" altLang="zh-CN" dirty="0">
                <a:latin typeface="Times New Roman" panose="02020503050405090304" pitchFamily="18" charset="0"/>
              </a:rPr>
              <a:t>C</a:t>
            </a:r>
            <a:r>
              <a:rPr lang="zh-CN" altLang="en-US" dirty="0">
                <a:latin typeface="Times New Roman" panose="02020503050405090304" pitchFamily="18" charset="0"/>
              </a:rPr>
              <a:t>；读</a:t>
            </a:r>
            <a:r>
              <a:rPr lang="en-US" altLang="zh-CN" dirty="0"/>
              <a:t>A</a:t>
            </a:r>
            <a:r>
              <a:rPr lang="zh-CN" altLang="en-US" dirty="0">
                <a:latin typeface="Times New Roman" panose="02020503050405090304" pitchFamily="18" charset="0"/>
              </a:rPr>
              <a:t>；</a:t>
            </a:r>
            <a:r>
              <a:rPr lang="en-US" altLang="zh-CN" dirty="0"/>
              <a:t>B:=A+1</a:t>
            </a:r>
            <a:r>
              <a:rPr lang="zh-CN" altLang="en-US" dirty="0">
                <a:latin typeface="Times New Roman" panose="02020503050405090304" pitchFamily="18" charset="0"/>
              </a:rPr>
              <a:t>；写回</a:t>
            </a:r>
            <a:r>
              <a:rPr lang="en-US" altLang="zh-CN" dirty="0"/>
              <a:t>B</a:t>
            </a:r>
            <a:r>
              <a:rPr lang="zh-CN" altLang="en-US" dirty="0">
                <a:latin typeface="Times New Roman" panose="02020503050405090304" pitchFamily="18" charset="0"/>
              </a:rPr>
              <a:t>；</a:t>
            </a:r>
            <a:endParaRPr lang="zh-CN" altLang="en-US" dirty="0"/>
          </a:p>
          <a:p>
            <a:r>
              <a:rPr lang="zh-CN" altLang="en-US" dirty="0">
                <a:latin typeface="宋体" pitchFamily="2" charset="-122"/>
              </a:rPr>
              <a:t>则至少可能有四种不同的调度方式，</a:t>
            </a:r>
            <a:r>
              <a:rPr lang="zh-CN" altLang="en-US" dirty="0"/>
              <a:t> </a:t>
            </a:r>
            <a:endParaRPr lang="en-US" altLang="zh-CN" dirty="0"/>
          </a:p>
          <a:p>
            <a:r>
              <a:rPr lang="zh-CN" altLang="en-US" dirty="0">
                <a:solidFill>
                  <a:srgbClr val="FF0000"/>
                </a:solidFill>
              </a:rPr>
              <a:t>然而，正确的结果只有两种：</a:t>
            </a:r>
            <a:r>
              <a:rPr lang="en-US" altLang="zh-CN" dirty="0"/>
              <a:t> </a:t>
            </a:r>
            <a:r>
              <a:rPr lang="en-US" altLang="zh-CN" dirty="0">
                <a:solidFill>
                  <a:srgbClr val="FF0000"/>
                </a:solidFill>
              </a:rPr>
              <a:t>T</a:t>
            </a:r>
            <a:r>
              <a:rPr lang="en-US" altLang="zh-CN" baseline="-30000" dirty="0">
                <a:solidFill>
                  <a:srgbClr val="FF0000"/>
                </a:solidFill>
              </a:rPr>
              <a:t>A</a:t>
            </a:r>
            <a:r>
              <a:rPr lang="en-US" altLang="zh-CN" dirty="0">
                <a:solidFill>
                  <a:srgbClr val="FF0000"/>
                </a:solidFill>
              </a:rPr>
              <a:t>T</a:t>
            </a:r>
            <a:r>
              <a:rPr lang="en-US" altLang="zh-CN" baseline="-30000" dirty="0">
                <a:solidFill>
                  <a:srgbClr val="FF0000"/>
                </a:solidFill>
              </a:rPr>
              <a:t>B </a:t>
            </a:r>
            <a:r>
              <a:rPr lang="zh-CN" altLang="en-US" dirty="0">
                <a:solidFill>
                  <a:srgbClr val="FF0000"/>
                </a:solidFill>
              </a:rPr>
              <a:t>的结果，或者</a:t>
            </a:r>
            <a:r>
              <a:rPr lang="en-US" altLang="zh-CN" dirty="0">
                <a:solidFill>
                  <a:srgbClr val="FF0000"/>
                </a:solidFill>
              </a:rPr>
              <a:t>T</a:t>
            </a:r>
            <a:r>
              <a:rPr lang="en-US" altLang="zh-CN" baseline="-30000" dirty="0">
                <a:solidFill>
                  <a:srgbClr val="FF0000"/>
                </a:solidFill>
              </a:rPr>
              <a:t>B</a:t>
            </a:r>
            <a:r>
              <a:rPr lang="en-US" altLang="zh-CN" dirty="0">
                <a:solidFill>
                  <a:srgbClr val="FF0000"/>
                </a:solidFill>
              </a:rPr>
              <a:t>T</a:t>
            </a:r>
            <a:r>
              <a:rPr lang="en-US" altLang="zh-CN" baseline="-30000" dirty="0">
                <a:solidFill>
                  <a:srgbClr val="FF0000"/>
                </a:solidFill>
              </a:rPr>
              <a:t>A </a:t>
            </a:r>
            <a:r>
              <a:rPr lang="zh-CN" altLang="en-US" dirty="0">
                <a:solidFill>
                  <a:srgbClr val="FF0000"/>
                </a:solidFill>
              </a:rPr>
              <a:t>的结果。 </a:t>
            </a:r>
            <a:endParaRPr lang="zh-CN" altLang="en-US" dirty="0">
              <a:solidFill>
                <a:srgbClr val="FF0000"/>
              </a:solidFill>
            </a:endParaRPr>
          </a:p>
        </p:txBody>
      </p:sp>
      <p:sp>
        <p:nvSpPr>
          <p:cNvPr id="6" name="灯片编号占位符 5"/>
          <p:cNvSpPr>
            <a:spLocks noGrp="1"/>
          </p:cNvSpPr>
          <p:nvPr>
            <p:ph type="sldNum" sz="quarter" idx="12"/>
          </p:nvPr>
        </p:nvSpPr>
        <p:spPr/>
        <p:txBody>
          <a:bodyPr/>
          <a:lstStyle/>
          <a:p>
            <a:pPr>
              <a:defRPr/>
            </a:pPr>
            <a:fld id="{5B32C7F2-6681-4595-B123-F4E7ABDE4A01}" type="slidenum">
              <a:rPr lang="en-US" altLang="zh-CN"/>
            </a:fld>
            <a:endParaRPr lang="en-US" altLang="zh-CN"/>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Text Box 2"/>
          <p:cNvSpPr txBox="1">
            <a:spLocks noChangeArrowheads="1"/>
          </p:cNvSpPr>
          <p:nvPr/>
        </p:nvSpPr>
        <p:spPr bwMode="auto">
          <a:xfrm>
            <a:off x="0" y="849313"/>
            <a:ext cx="8915400" cy="457200"/>
          </a:xfrm>
          <a:prstGeom prst="rect">
            <a:avLst/>
          </a:prstGeom>
          <a:noFill/>
          <a:ln w="9525">
            <a:noFill/>
            <a:miter lim="800000"/>
          </a:ln>
        </p:spPr>
        <p:txBody>
          <a:bodyPr>
            <a:spAutoFit/>
          </a:bodyPr>
          <a:lstStyle/>
          <a:p>
            <a:r>
              <a:rPr lang="en-US" altLang="zh-CN">
                <a:latin typeface="宋体" pitchFamily="2" charset="-122"/>
              </a:rPr>
              <a:t>①</a:t>
            </a:r>
            <a:r>
              <a:rPr lang="en-US" altLang="zh-CN"/>
              <a:t> </a:t>
            </a:r>
            <a:r>
              <a:rPr lang="zh-CN" altLang="en-US">
                <a:latin typeface="宋体" pitchFamily="2" charset="-122"/>
              </a:rPr>
              <a:t>串行调度</a:t>
            </a:r>
            <a:r>
              <a:rPr lang="en-US" altLang="zh-CN"/>
              <a:t>1 </a:t>
            </a:r>
            <a:endParaRPr lang="en-US" altLang="zh-CN"/>
          </a:p>
        </p:txBody>
      </p:sp>
      <p:graphicFrame>
        <p:nvGraphicFramePr>
          <p:cNvPr id="12290" name="Object 3"/>
          <p:cNvGraphicFramePr>
            <a:graphicFrameLocks noChangeAspect="1"/>
          </p:cNvGraphicFramePr>
          <p:nvPr/>
        </p:nvGraphicFramePr>
        <p:xfrm>
          <a:off x="2203450" y="1611313"/>
          <a:ext cx="6099175" cy="3341687"/>
        </p:xfrm>
        <a:graphic>
          <a:graphicData uri="http://schemas.openxmlformats.org/presentationml/2006/ole">
            <mc:AlternateContent xmlns:mc="http://schemas.openxmlformats.org/markup-compatibility/2006">
              <mc:Choice xmlns:v="urn:schemas-microsoft-com:vml" Requires="v">
                <p:oleObj spid="_x0000_s31081" name="文档" r:id="rId1" imgW="7169785" imgH="3924300" progId="Word.Document.8">
                  <p:embed/>
                </p:oleObj>
              </mc:Choice>
              <mc:Fallback>
                <p:oleObj name="文档" r:id="rId1" imgW="7169785" imgH="3924300" progId="Word.Document.8">
                  <p:embed/>
                  <p:pic>
                    <p:nvPicPr>
                      <p:cNvPr id="0" name="Object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03450" y="1611313"/>
                        <a:ext cx="6099175" cy="33416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2292" name="Text Box 4"/>
          <p:cNvSpPr txBox="1">
            <a:spLocks noChangeArrowheads="1"/>
          </p:cNvSpPr>
          <p:nvPr/>
        </p:nvSpPr>
        <p:spPr bwMode="auto">
          <a:xfrm>
            <a:off x="228600" y="4527550"/>
            <a:ext cx="8686800" cy="830997"/>
          </a:xfrm>
          <a:prstGeom prst="rect">
            <a:avLst/>
          </a:prstGeom>
          <a:noFill/>
          <a:ln w="9525">
            <a:noFill/>
            <a:miter lim="800000"/>
          </a:ln>
        </p:spPr>
        <p:txBody>
          <a:bodyPr>
            <a:spAutoFit/>
          </a:bodyPr>
          <a:lstStyle/>
          <a:p>
            <a:r>
              <a:rPr lang="en-US" altLang="zh-CN" dirty="0">
                <a:latin typeface="Times New Roman" panose="02020503050405090304" pitchFamily="18" charset="0"/>
              </a:rPr>
              <a:t>        </a:t>
            </a:r>
            <a:r>
              <a:rPr lang="zh-CN" altLang="en-US" dirty="0">
                <a:latin typeface="Times New Roman" panose="02020503050405090304" pitchFamily="18" charset="0"/>
              </a:rPr>
              <a:t>先执行</a:t>
            </a:r>
            <a:r>
              <a:rPr lang="en-US" altLang="zh-CN" dirty="0"/>
              <a:t>TA</a:t>
            </a:r>
            <a:r>
              <a:rPr lang="zh-CN" altLang="en-US" dirty="0">
                <a:latin typeface="Times New Roman" panose="02020503050405090304" pitchFamily="18" charset="0"/>
              </a:rPr>
              <a:t>，再执行</a:t>
            </a:r>
            <a:r>
              <a:rPr lang="en-US" altLang="zh-CN" dirty="0"/>
              <a:t>TB</a:t>
            </a:r>
            <a:r>
              <a:rPr lang="en-US" altLang="zh-CN" dirty="0">
                <a:latin typeface="Times New Roman" panose="02020503050405090304" pitchFamily="18" charset="0"/>
              </a:rPr>
              <a:t>——</a:t>
            </a:r>
            <a:r>
              <a:rPr lang="en-US" altLang="zh-CN" dirty="0"/>
              <a:t>R</a:t>
            </a:r>
            <a:r>
              <a:rPr lang="en-US" altLang="zh-CN" baseline="-25000" dirty="0"/>
              <a:t>A</a:t>
            </a:r>
            <a:r>
              <a:rPr lang="en-US" altLang="zh-CN" dirty="0"/>
              <a:t>(B)W</a:t>
            </a:r>
            <a:r>
              <a:rPr lang="en-US" altLang="zh-CN" baseline="-25000" dirty="0"/>
              <a:t>A</a:t>
            </a:r>
            <a:r>
              <a:rPr lang="en-US" altLang="zh-CN" dirty="0"/>
              <a:t>(A)R</a:t>
            </a:r>
            <a:r>
              <a:rPr lang="en-US" altLang="zh-CN" baseline="-25000" dirty="0"/>
              <a:t>B</a:t>
            </a:r>
            <a:r>
              <a:rPr lang="en-US" altLang="zh-CN" dirty="0"/>
              <a:t>(C)R</a:t>
            </a:r>
            <a:r>
              <a:rPr lang="en-US" altLang="zh-CN" baseline="-25000" dirty="0"/>
              <a:t>B</a:t>
            </a:r>
            <a:r>
              <a:rPr lang="en-US" altLang="zh-CN" dirty="0"/>
              <a:t>(A)W</a:t>
            </a:r>
            <a:r>
              <a:rPr lang="en-US" altLang="zh-CN" baseline="-25000" dirty="0"/>
              <a:t>B</a:t>
            </a:r>
            <a:r>
              <a:rPr lang="en-US" altLang="zh-CN" dirty="0"/>
              <a:t>(B)</a:t>
            </a:r>
            <a:r>
              <a:rPr lang="zh-CN" altLang="en-US" dirty="0">
                <a:latin typeface="Times New Roman" panose="02020503050405090304" pitchFamily="18" charset="0"/>
              </a:rPr>
              <a:t>；</a:t>
            </a:r>
            <a:endParaRPr lang="zh-CN" altLang="en-US" dirty="0"/>
          </a:p>
          <a:p>
            <a:r>
              <a:rPr lang="zh-CN" altLang="en-US" dirty="0">
                <a:latin typeface="宋体" pitchFamily="2" charset="-122"/>
              </a:rPr>
              <a:t>结果：</a:t>
            </a:r>
            <a:r>
              <a:rPr lang="en-US" altLang="zh-CN" dirty="0">
                <a:solidFill>
                  <a:srgbClr val="FF0000"/>
                </a:solidFill>
              </a:rPr>
              <a:t>A=3</a:t>
            </a:r>
            <a:r>
              <a:rPr lang="zh-CN" altLang="en-US" dirty="0">
                <a:solidFill>
                  <a:srgbClr val="FF0000"/>
                </a:solidFill>
                <a:latin typeface="宋体" pitchFamily="2" charset="-122"/>
              </a:rPr>
              <a:t>，</a:t>
            </a:r>
            <a:r>
              <a:rPr lang="en-US" altLang="zh-CN" dirty="0">
                <a:solidFill>
                  <a:srgbClr val="FF0000"/>
                </a:solidFill>
              </a:rPr>
              <a:t>B=4</a:t>
            </a:r>
            <a:r>
              <a:rPr lang="zh-CN" altLang="en-US" dirty="0"/>
              <a:t>。 </a:t>
            </a:r>
            <a:endParaRPr lang="zh-CN" altLang="en-US" dirty="0"/>
          </a:p>
        </p:txBody>
      </p:sp>
      <p:sp>
        <p:nvSpPr>
          <p:cNvPr id="8" name="灯片编号占位符 7"/>
          <p:cNvSpPr>
            <a:spLocks noGrp="1"/>
          </p:cNvSpPr>
          <p:nvPr>
            <p:ph type="sldNum" sz="quarter" idx="12"/>
          </p:nvPr>
        </p:nvSpPr>
        <p:spPr/>
        <p:txBody>
          <a:bodyPr/>
          <a:lstStyle/>
          <a:p>
            <a:pPr>
              <a:defRPr/>
            </a:pPr>
            <a:fld id="{DF207DA6-426C-47D4-B709-46D28A723FCF}" type="slidenum">
              <a:rPr lang="en-US" altLang="zh-CN"/>
            </a:fld>
            <a:endParaRPr lang="en-US" altLang="zh-CN"/>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Text Box 2"/>
          <p:cNvSpPr txBox="1">
            <a:spLocks noChangeArrowheads="1"/>
          </p:cNvSpPr>
          <p:nvPr/>
        </p:nvSpPr>
        <p:spPr bwMode="auto">
          <a:xfrm>
            <a:off x="136525" y="777875"/>
            <a:ext cx="2298700" cy="457200"/>
          </a:xfrm>
          <a:prstGeom prst="rect">
            <a:avLst/>
          </a:prstGeom>
          <a:noFill/>
          <a:ln w="9525">
            <a:noFill/>
            <a:miter lim="800000"/>
          </a:ln>
        </p:spPr>
        <p:txBody>
          <a:bodyPr wrap="none">
            <a:spAutoFit/>
          </a:bodyPr>
          <a:lstStyle/>
          <a:p>
            <a:r>
              <a:rPr lang="en-US" altLang="zh-CN"/>
              <a:t>② </a:t>
            </a:r>
            <a:r>
              <a:rPr lang="zh-CN" altLang="en-US">
                <a:latin typeface="Times New Roman" panose="02020503050405090304" pitchFamily="18" charset="0"/>
              </a:rPr>
              <a:t>串行调度</a:t>
            </a:r>
            <a:r>
              <a:rPr lang="en-US" altLang="zh-CN"/>
              <a:t>2</a:t>
            </a:r>
            <a:endParaRPr lang="en-US" altLang="zh-CN"/>
          </a:p>
        </p:txBody>
      </p:sp>
      <p:graphicFrame>
        <p:nvGraphicFramePr>
          <p:cNvPr id="13314" name="Object 3"/>
          <p:cNvGraphicFramePr>
            <a:graphicFrameLocks noChangeAspect="1"/>
          </p:cNvGraphicFramePr>
          <p:nvPr/>
        </p:nvGraphicFramePr>
        <p:xfrm>
          <a:off x="1676400" y="1279525"/>
          <a:ext cx="5689600" cy="3124200"/>
        </p:xfrm>
        <a:graphic>
          <a:graphicData uri="http://schemas.openxmlformats.org/presentationml/2006/ole">
            <mc:AlternateContent xmlns:mc="http://schemas.openxmlformats.org/markup-compatibility/2006">
              <mc:Choice xmlns:v="urn:schemas-microsoft-com:vml" Requires="v">
                <p:oleObj spid="_x0000_s31081" name="文档" r:id="rId1" imgW="6776720" imgH="3733800" progId="Word.Document.8">
                  <p:embed/>
                </p:oleObj>
              </mc:Choice>
              <mc:Fallback>
                <p:oleObj name="文档" r:id="rId1" imgW="6776720" imgH="3733800" progId="Word.Document.8">
                  <p:embed/>
                  <p:pic>
                    <p:nvPicPr>
                      <p:cNvPr id="0" name="Object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76400" y="1279525"/>
                        <a:ext cx="5689600" cy="3124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3316" name="Text Box 4"/>
          <p:cNvSpPr txBox="1">
            <a:spLocks noChangeArrowheads="1"/>
          </p:cNvSpPr>
          <p:nvPr/>
        </p:nvSpPr>
        <p:spPr bwMode="auto">
          <a:xfrm>
            <a:off x="179388" y="4170363"/>
            <a:ext cx="8640762" cy="1200329"/>
          </a:xfrm>
          <a:prstGeom prst="rect">
            <a:avLst/>
          </a:prstGeom>
          <a:noFill/>
          <a:ln w="9525">
            <a:noFill/>
            <a:miter lim="800000"/>
          </a:ln>
        </p:spPr>
        <p:txBody>
          <a:bodyPr>
            <a:spAutoFit/>
          </a:bodyPr>
          <a:lstStyle/>
          <a:p>
            <a:r>
              <a:rPr lang="en-US" altLang="zh-CN" dirty="0">
                <a:latin typeface="Times New Roman" panose="02020503050405090304" pitchFamily="18" charset="0"/>
              </a:rPr>
              <a:t>        </a:t>
            </a:r>
            <a:r>
              <a:rPr lang="zh-CN" altLang="en-US" dirty="0">
                <a:latin typeface="Times New Roman" panose="02020503050405090304" pitchFamily="18" charset="0"/>
              </a:rPr>
              <a:t>先执行</a:t>
            </a:r>
            <a:r>
              <a:rPr lang="en-US" altLang="zh-CN" dirty="0"/>
              <a:t>TB</a:t>
            </a:r>
            <a:r>
              <a:rPr lang="zh-CN" altLang="en-US" dirty="0">
                <a:latin typeface="Times New Roman" panose="02020503050405090304" pitchFamily="18" charset="0"/>
              </a:rPr>
              <a:t>，再执行</a:t>
            </a:r>
            <a:r>
              <a:rPr lang="en-US" altLang="zh-CN" dirty="0"/>
              <a:t>TA</a:t>
            </a:r>
            <a:r>
              <a:rPr lang="en-US" altLang="zh-CN" dirty="0">
                <a:latin typeface="Times New Roman" panose="02020503050405090304" pitchFamily="18" charset="0"/>
              </a:rPr>
              <a:t>——</a:t>
            </a:r>
            <a:r>
              <a:rPr lang="en-US" altLang="zh-CN" dirty="0"/>
              <a:t>R</a:t>
            </a:r>
            <a:r>
              <a:rPr lang="en-US" altLang="zh-CN" baseline="-25000" dirty="0"/>
              <a:t>B</a:t>
            </a:r>
            <a:r>
              <a:rPr lang="en-US" altLang="zh-CN" dirty="0"/>
              <a:t>(C)R</a:t>
            </a:r>
            <a:r>
              <a:rPr lang="en-US" altLang="zh-CN" baseline="-25000" dirty="0"/>
              <a:t>B</a:t>
            </a:r>
            <a:r>
              <a:rPr lang="en-US" altLang="zh-CN" dirty="0"/>
              <a:t>(A)W</a:t>
            </a:r>
            <a:r>
              <a:rPr lang="en-US" altLang="zh-CN" baseline="-25000" dirty="0"/>
              <a:t>B</a:t>
            </a:r>
            <a:r>
              <a:rPr lang="en-US" altLang="zh-CN" dirty="0"/>
              <a:t>(B)R</a:t>
            </a:r>
            <a:r>
              <a:rPr lang="en-US" altLang="zh-CN" baseline="-25000" dirty="0"/>
              <a:t>A</a:t>
            </a:r>
            <a:r>
              <a:rPr lang="en-US" altLang="zh-CN" dirty="0"/>
              <a:t>(B)W</a:t>
            </a:r>
            <a:r>
              <a:rPr lang="en-US" altLang="zh-CN" baseline="-25000" dirty="0"/>
              <a:t>A</a:t>
            </a:r>
            <a:r>
              <a:rPr lang="en-US" altLang="zh-CN" dirty="0"/>
              <a:t>(A) </a:t>
            </a:r>
            <a:r>
              <a:rPr lang="zh-CN" altLang="en-US" dirty="0">
                <a:latin typeface="Times New Roman" panose="02020503050405090304" pitchFamily="18" charset="0"/>
              </a:rPr>
              <a:t>；</a:t>
            </a:r>
            <a:endParaRPr lang="zh-CN" altLang="en-US" dirty="0"/>
          </a:p>
          <a:p>
            <a:r>
              <a:rPr lang="zh-CN" altLang="en-US" dirty="0">
                <a:latin typeface="宋体" pitchFamily="2" charset="-122"/>
              </a:rPr>
              <a:t>执行结果：</a:t>
            </a:r>
            <a:r>
              <a:rPr lang="en-US" altLang="zh-CN" dirty="0">
                <a:solidFill>
                  <a:srgbClr val="1D22F9"/>
                </a:solidFill>
              </a:rPr>
              <a:t>A=12</a:t>
            </a:r>
            <a:r>
              <a:rPr lang="zh-CN" altLang="en-US" dirty="0">
                <a:solidFill>
                  <a:srgbClr val="1D22F9"/>
                </a:solidFill>
                <a:latin typeface="宋体" pitchFamily="2" charset="-122"/>
              </a:rPr>
              <a:t>，</a:t>
            </a:r>
            <a:r>
              <a:rPr lang="en-US" altLang="zh-CN" dirty="0">
                <a:solidFill>
                  <a:srgbClr val="1D22F9"/>
                </a:solidFill>
              </a:rPr>
              <a:t>B=11</a:t>
            </a:r>
            <a:r>
              <a:rPr lang="zh-CN" altLang="en-US" dirty="0"/>
              <a:t>。</a:t>
            </a:r>
            <a:endParaRPr lang="zh-CN" altLang="en-US" dirty="0"/>
          </a:p>
        </p:txBody>
      </p:sp>
      <p:sp>
        <p:nvSpPr>
          <p:cNvPr id="8" name="灯片编号占位符 7"/>
          <p:cNvSpPr>
            <a:spLocks noGrp="1"/>
          </p:cNvSpPr>
          <p:nvPr>
            <p:ph type="sldNum" sz="quarter" idx="12"/>
          </p:nvPr>
        </p:nvSpPr>
        <p:spPr/>
        <p:txBody>
          <a:bodyPr/>
          <a:lstStyle/>
          <a:p>
            <a:pPr>
              <a:defRPr/>
            </a:pPr>
            <a:fld id="{F38606C5-1663-4952-B69D-07598E539A1B}" type="slidenum">
              <a:rPr lang="en-US" altLang="zh-CN"/>
            </a:fld>
            <a:endParaRPr lang="en-US" altLang="zh-CN"/>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Text Box 2"/>
          <p:cNvSpPr txBox="1">
            <a:spLocks noChangeArrowheads="1"/>
          </p:cNvSpPr>
          <p:nvPr/>
        </p:nvSpPr>
        <p:spPr bwMode="auto">
          <a:xfrm>
            <a:off x="212725" y="31750"/>
            <a:ext cx="4333875" cy="457200"/>
          </a:xfrm>
          <a:prstGeom prst="rect">
            <a:avLst/>
          </a:prstGeom>
          <a:noFill/>
          <a:ln w="9525">
            <a:noFill/>
            <a:miter lim="800000"/>
          </a:ln>
        </p:spPr>
        <p:txBody>
          <a:bodyPr wrap="none">
            <a:spAutoFit/>
          </a:bodyPr>
          <a:lstStyle/>
          <a:p>
            <a:r>
              <a:rPr lang="en-US" altLang="zh-CN">
                <a:latin typeface="宋体" pitchFamily="2" charset="-122"/>
              </a:rPr>
              <a:t>③</a:t>
            </a:r>
            <a:r>
              <a:rPr lang="en-US" altLang="zh-CN"/>
              <a:t> </a:t>
            </a:r>
            <a:r>
              <a:rPr lang="zh-CN" altLang="en-US">
                <a:latin typeface="宋体" pitchFamily="2" charset="-122"/>
              </a:rPr>
              <a:t>交错执行</a:t>
            </a:r>
            <a:r>
              <a:rPr lang="en-US" altLang="zh-CN"/>
              <a:t>(</a:t>
            </a:r>
            <a:r>
              <a:rPr lang="zh-CN" altLang="en-US">
                <a:latin typeface="宋体" pitchFamily="2" charset="-122"/>
              </a:rPr>
              <a:t>不可串行化</a:t>
            </a:r>
            <a:r>
              <a:rPr lang="en-US" altLang="zh-CN"/>
              <a:t>)</a:t>
            </a:r>
            <a:r>
              <a:rPr lang="zh-CN" altLang="en-US">
                <a:latin typeface="宋体" pitchFamily="2" charset="-122"/>
              </a:rPr>
              <a:t>调度</a:t>
            </a:r>
            <a:r>
              <a:rPr lang="zh-CN" altLang="en-US"/>
              <a:t> </a:t>
            </a:r>
            <a:endParaRPr lang="zh-CN" altLang="en-US"/>
          </a:p>
        </p:txBody>
      </p:sp>
      <p:graphicFrame>
        <p:nvGraphicFramePr>
          <p:cNvPr id="14338" name="Object 3"/>
          <p:cNvGraphicFramePr>
            <a:graphicFrameLocks noChangeAspect="1"/>
          </p:cNvGraphicFramePr>
          <p:nvPr/>
        </p:nvGraphicFramePr>
        <p:xfrm>
          <a:off x="838200" y="685800"/>
          <a:ext cx="6232525" cy="4298950"/>
        </p:xfrm>
        <a:graphic>
          <a:graphicData uri="http://schemas.openxmlformats.org/presentationml/2006/ole">
            <mc:AlternateContent xmlns:mc="http://schemas.openxmlformats.org/markup-compatibility/2006">
              <mc:Choice xmlns:v="urn:schemas-microsoft-com:vml" Requires="v">
                <p:oleObj spid="_x0000_s31081" name="文档" r:id="rId1" imgW="6232525" imgH="4298950" progId="Word.Document.8">
                  <p:embed/>
                </p:oleObj>
              </mc:Choice>
              <mc:Fallback>
                <p:oleObj name="文档" r:id="rId1" imgW="6232525" imgH="4298950" progId="Word.Document.8">
                  <p:embed/>
                  <p:pic>
                    <p:nvPicPr>
                      <p:cNvPr id="0" name="Object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685800"/>
                        <a:ext cx="6232525" cy="42989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4340" name="Text Box 4"/>
          <p:cNvSpPr txBox="1">
            <a:spLocks noChangeArrowheads="1"/>
          </p:cNvSpPr>
          <p:nvPr/>
        </p:nvSpPr>
        <p:spPr bwMode="auto">
          <a:xfrm>
            <a:off x="228600" y="4814888"/>
            <a:ext cx="8686800" cy="1938992"/>
          </a:xfrm>
          <a:prstGeom prst="rect">
            <a:avLst/>
          </a:prstGeom>
          <a:noFill/>
          <a:ln w="9525">
            <a:noFill/>
            <a:miter lim="800000"/>
          </a:ln>
        </p:spPr>
        <p:txBody>
          <a:bodyPr>
            <a:spAutoFit/>
          </a:bodyPr>
          <a:lstStyle/>
          <a:p>
            <a:r>
              <a:rPr lang="en-US" altLang="zh-CN" dirty="0">
                <a:latin typeface="Times New Roman" panose="02020503050405090304" pitchFamily="18" charset="0"/>
              </a:rPr>
              <a:t>        </a:t>
            </a:r>
            <a:r>
              <a:rPr lang="zh-CN" altLang="en-US" dirty="0">
                <a:latin typeface="Times New Roman" panose="02020503050405090304" pitchFamily="18" charset="0"/>
              </a:rPr>
              <a:t>两事务</a:t>
            </a:r>
            <a:r>
              <a:rPr lang="en-US" altLang="zh-CN" dirty="0"/>
              <a:t>T</a:t>
            </a:r>
            <a:r>
              <a:rPr lang="en-US" altLang="zh-CN" baseline="-30000" dirty="0"/>
              <a:t>A</a:t>
            </a:r>
            <a:r>
              <a:rPr lang="zh-CN" altLang="en-US" dirty="0">
                <a:latin typeface="Times New Roman" panose="02020503050405090304" pitchFamily="18" charset="0"/>
              </a:rPr>
              <a:t>、</a:t>
            </a:r>
            <a:r>
              <a:rPr lang="en-US" altLang="zh-CN" dirty="0"/>
              <a:t>T</a:t>
            </a:r>
            <a:r>
              <a:rPr lang="en-US" altLang="zh-CN" baseline="-30000" dirty="0"/>
              <a:t>B</a:t>
            </a:r>
            <a:r>
              <a:rPr lang="zh-CN" altLang="en-US" dirty="0">
                <a:latin typeface="Times New Roman" panose="02020503050405090304" pitchFamily="18" charset="0"/>
              </a:rPr>
              <a:t>按</a:t>
            </a:r>
            <a:r>
              <a:rPr lang="en-US" altLang="zh-CN" dirty="0" err="1"/>
              <a:t>t</a:t>
            </a:r>
            <a:r>
              <a:rPr lang="en-US" altLang="zh-CN" baseline="-30000" dirty="0" err="1"/>
              <a:t>i</a:t>
            </a:r>
            <a:r>
              <a:rPr lang="zh-CN" altLang="en-US" dirty="0">
                <a:latin typeface="Times New Roman" panose="02020503050405090304" pitchFamily="18" charset="0"/>
              </a:rPr>
              <a:t>并发执行</a:t>
            </a:r>
            <a:r>
              <a:rPr lang="en-US" altLang="zh-CN" dirty="0">
                <a:latin typeface="Times New Roman" panose="02020503050405090304" pitchFamily="18" charset="0"/>
              </a:rPr>
              <a:t>——</a:t>
            </a:r>
            <a:r>
              <a:rPr lang="en-US" altLang="zh-CN" dirty="0"/>
              <a:t>R</a:t>
            </a:r>
            <a:r>
              <a:rPr lang="en-US" altLang="zh-CN" baseline="-25000" dirty="0"/>
              <a:t>A</a:t>
            </a:r>
            <a:r>
              <a:rPr lang="en-US" altLang="zh-CN" dirty="0"/>
              <a:t>(B) R</a:t>
            </a:r>
            <a:r>
              <a:rPr lang="en-US" altLang="zh-CN" baseline="-25000" dirty="0"/>
              <a:t>B</a:t>
            </a:r>
            <a:r>
              <a:rPr lang="en-US" altLang="zh-CN" dirty="0"/>
              <a:t>(C) R</a:t>
            </a:r>
            <a:r>
              <a:rPr lang="en-US" altLang="zh-CN" baseline="-25000" dirty="0"/>
              <a:t>B</a:t>
            </a:r>
            <a:r>
              <a:rPr lang="en-US" altLang="zh-CN" dirty="0"/>
              <a:t>(A) W</a:t>
            </a:r>
            <a:r>
              <a:rPr lang="en-US" altLang="zh-CN" baseline="-25000" dirty="0"/>
              <a:t>A</a:t>
            </a:r>
            <a:r>
              <a:rPr lang="en-US" altLang="zh-CN" dirty="0"/>
              <a:t>(A) W</a:t>
            </a:r>
            <a:r>
              <a:rPr lang="en-US" altLang="zh-CN" baseline="-25000" dirty="0"/>
              <a:t>B</a:t>
            </a:r>
            <a:r>
              <a:rPr lang="en-US" altLang="zh-CN" dirty="0"/>
              <a:t>(B)</a:t>
            </a:r>
            <a:r>
              <a:rPr lang="zh-CN" altLang="en-US" dirty="0">
                <a:latin typeface="Times New Roman" panose="02020503050405090304" pitchFamily="18" charset="0"/>
              </a:rPr>
              <a:t>，结果为</a:t>
            </a:r>
            <a:r>
              <a:rPr lang="en-US" altLang="zh-CN" dirty="0">
                <a:solidFill>
                  <a:srgbClr val="FF0000"/>
                </a:solidFill>
              </a:rPr>
              <a:t>A=3</a:t>
            </a:r>
            <a:r>
              <a:rPr lang="zh-CN" altLang="en-US" dirty="0">
                <a:latin typeface="Times New Roman" panose="02020503050405090304" pitchFamily="18" charset="0"/>
              </a:rPr>
              <a:t>，</a:t>
            </a:r>
            <a:r>
              <a:rPr lang="en-US" altLang="zh-CN" dirty="0">
                <a:solidFill>
                  <a:srgbClr val="1D22F9"/>
                </a:solidFill>
              </a:rPr>
              <a:t>B=11</a:t>
            </a:r>
            <a:r>
              <a:rPr lang="zh-CN" altLang="en-US" dirty="0"/>
              <a:t>。</a:t>
            </a:r>
            <a:endParaRPr lang="zh-CN" altLang="en-US" dirty="0"/>
          </a:p>
          <a:p>
            <a:r>
              <a:rPr lang="zh-CN" altLang="en-US" dirty="0">
                <a:latin typeface="宋体" pitchFamily="2" charset="-122"/>
              </a:rPr>
              <a:t>    按事务并发可串行化的正确性准则，本结果错误，其结果与</a:t>
            </a:r>
            <a:r>
              <a:rPr lang="en-US" altLang="zh-CN" dirty="0"/>
              <a:t>T</a:t>
            </a:r>
            <a:r>
              <a:rPr lang="en-US" altLang="zh-CN" baseline="-30000" dirty="0"/>
              <a:t>A</a:t>
            </a:r>
            <a:r>
              <a:rPr lang="zh-CN" altLang="en-US" dirty="0">
                <a:latin typeface="宋体" pitchFamily="2" charset="-122"/>
              </a:rPr>
              <a:t>、</a:t>
            </a:r>
            <a:r>
              <a:rPr lang="en-US" altLang="zh-CN" dirty="0"/>
              <a:t>T</a:t>
            </a:r>
            <a:r>
              <a:rPr lang="en-US" altLang="zh-CN" baseline="-30000" dirty="0"/>
              <a:t>B</a:t>
            </a:r>
            <a:r>
              <a:rPr lang="zh-CN" altLang="en-US" dirty="0">
                <a:latin typeface="宋体" pitchFamily="2" charset="-122"/>
              </a:rPr>
              <a:t>两个串行执行的任何结果（</a:t>
            </a:r>
            <a:r>
              <a:rPr lang="en-US" altLang="zh-CN" dirty="0">
                <a:solidFill>
                  <a:srgbClr val="FF0000"/>
                </a:solidFill>
              </a:rPr>
              <a:t>A=3</a:t>
            </a:r>
            <a:r>
              <a:rPr lang="zh-CN" altLang="en-US" dirty="0">
                <a:solidFill>
                  <a:srgbClr val="FF0000"/>
                </a:solidFill>
                <a:latin typeface="宋体" pitchFamily="2" charset="-122"/>
              </a:rPr>
              <a:t>，</a:t>
            </a:r>
            <a:r>
              <a:rPr lang="en-US" altLang="zh-CN" dirty="0">
                <a:solidFill>
                  <a:srgbClr val="FF0000"/>
                </a:solidFill>
              </a:rPr>
              <a:t>B=4</a:t>
            </a:r>
            <a:r>
              <a:rPr lang="zh-CN" altLang="en-US" dirty="0">
                <a:latin typeface="宋体" pitchFamily="2" charset="-122"/>
              </a:rPr>
              <a:t>；</a:t>
            </a:r>
            <a:r>
              <a:rPr lang="en-US" altLang="zh-CN" dirty="0">
                <a:solidFill>
                  <a:srgbClr val="1D22F9"/>
                </a:solidFill>
              </a:rPr>
              <a:t>A=12</a:t>
            </a:r>
            <a:r>
              <a:rPr lang="zh-CN" altLang="en-US" dirty="0">
                <a:solidFill>
                  <a:srgbClr val="1D22F9"/>
                </a:solidFill>
                <a:latin typeface="宋体" pitchFamily="2" charset="-122"/>
              </a:rPr>
              <a:t>，</a:t>
            </a:r>
            <a:r>
              <a:rPr lang="en-US" altLang="zh-CN" dirty="0">
                <a:solidFill>
                  <a:srgbClr val="1D22F9"/>
                </a:solidFill>
              </a:rPr>
              <a:t>B=11</a:t>
            </a:r>
            <a:r>
              <a:rPr lang="zh-CN" altLang="en-US" dirty="0">
                <a:latin typeface="宋体" pitchFamily="2" charset="-122"/>
              </a:rPr>
              <a:t>）均不同。</a:t>
            </a:r>
            <a:r>
              <a:rPr lang="zh-CN" altLang="en-US" dirty="0"/>
              <a:t> </a:t>
            </a:r>
            <a:endParaRPr lang="zh-CN" altLang="en-US" dirty="0"/>
          </a:p>
        </p:txBody>
      </p:sp>
      <p:sp>
        <p:nvSpPr>
          <p:cNvPr id="8" name="灯片编号占位符 7"/>
          <p:cNvSpPr>
            <a:spLocks noGrp="1"/>
          </p:cNvSpPr>
          <p:nvPr>
            <p:ph type="sldNum" sz="quarter" idx="12"/>
          </p:nvPr>
        </p:nvSpPr>
        <p:spPr/>
        <p:txBody>
          <a:bodyPr/>
          <a:lstStyle/>
          <a:p>
            <a:pPr>
              <a:defRPr/>
            </a:pPr>
            <a:fld id="{32809750-AE93-491A-9F5E-20E69F8BDA1B}" type="slidenum">
              <a:rPr lang="en-US" altLang="zh-CN"/>
            </a:fld>
            <a:endParaRPr lang="en-US" altLang="zh-CN"/>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Text Box 2"/>
          <p:cNvSpPr txBox="1">
            <a:spLocks noChangeArrowheads="1"/>
          </p:cNvSpPr>
          <p:nvPr/>
        </p:nvSpPr>
        <p:spPr bwMode="auto">
          <a:xfrm>
            <a:off x="212725" y="749300"/>
            <a:ext cx="4029075" cy="457200"/>
          </a:xfrm>
          <a:prstGeom prst="rect">
            <a:avLst/>
          </a:prstGeom>
          <a:noFill/>
          <a:ln w="9525">
            <a:noFill/>
            <a:miter lim="800000"/>
          </a:ln>
        </p:spPr>
        <p:txBody>
          <a:bodyPr wrap="none">
            <a:spAutoFit/>
          </a:bodyPr>
          <a:lstStyle/>
          <a:p>
            <a:r>
              <a:rPr lang="en-US" altLang="zh-CN">
                <a:latin typeface="宋体" pitchFamily="2" charset="-122"/>
              </a:rPr>
              <a:t>④</a:t>
            </a:r>
            <a:r>
              <a:rPr lang="en-US" altLang="zh-CN"/>
              <a:t> </a:t>
            </a:r>
            <a:r>
              <a:rPr lang="zh-CN" altLang="en-US">
                <a:latin typeface="宋体" pitchFamily="2" charset="-122"/>
              </a:rPr>
              <a:t>交错执行</a:t>
            </a:r>
            <a:r>
              <a:rPr lang="en-US" altLang="zh-CN"/>
              <a:t>(</a:t>
            </a:r>
            <a:r>
              <a:rPr lang="zh-CN" altLang="en-US">
                <a:latin typeface="宋体" pitchFamily="2" charset="-122"/>
              </a:rPr>
              <a:t>可串行化</a:t>
            </a:r>
            <a:r>
              <a:rPr lang="en-US" altLang="zh-CN"/>
              <a:t>)</a:t>
            </a:r>
            <a:r>
              <a:rPr lang="zh-CN" altLang="en-US">
                <a:latin typeface="宋体" pitchFamily="2" charset="-122"/>
              </a:rPr>
              <a:t>调度</a:t>
            </a:r>
            <a:r>
              <a:rPr lang="zh-CN" altLang="en-US"/>
              <a:t> </a:t>
            </a:r>
            <a:endParaRPr lang="zh-CN" altLang="en-US"/>
          </a:p>
        </p:txBody>
      </p:sp>
      <p:graphicFrame>
        <p:nvGraphicFramePr>
          <p:cNvPr id="15362" name="Object 3"/>
          <p:cNvGraphicFramePr>
            <a:graphicFrameLocks noChangeAspect="1"/>
          </p:cNvGraphicFramePr>
          <p:nvPr/>
        </p:nvGraphicFramePr>
        <p:xfrm>
          <a:off x="1447800" y="1263650"/>
          <a:ext cx="6045200" cy="3556000"/>
        </p:xfrm>
        <a:graphic>
          <a:graphicData uri="http://schemas.openxmlformats.org/presentationml/2006/ole">
            <mc:AlternateContent xmlns:mc="http://schemas.openxmlformats.org/markup-compatibility/2006">
              <mc:Choice xmlns:v="urn:schemas-microsoft-com:vml" Requires="v">
                <p:oleObj spid="_x0000_s31081" name="文档" r:id="rId1" imgW="7205980" imgH="4247515" progId="Word.Document.8">
                  <p:embed/>
                </p:oleObj>
              </mc:Choice>
              <mc:Fallback>
                <p:oleObj name="文档" r:id="rId1" imgW="7205980" imgH="4247515" progId="Word.Document.8">
                  <p:embed/>
                  <p:pic>
                    <p:nvPicPr>
                      <p:cNvPr id="0" name="Object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47800" y="1263650"/>
                        <a:ext cx="6045200" cy="3556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5364" name="Text Box 4"/>
          <p:cNvSpPr txBox="1">
            <a:spLocks noChangeArrowheads="1"/>
          </p:cNvSpPr>
          <p:nvPr/>
        </p:nvSpPr>
        <p:spPr bwMode="auto">
          <a:xfrm>
            <a:off x="136525" y="5019675"/>
            <a:ext cx="8778875" cy="1569660"/>
          </a:xfrm>
          <a:prstGeom prst="rect">
            <a:avLst/>
          </a:prstGeom>
          <a:noFill/>
          <a:ln w="9525">
            <a:noFill/>
            <a:miter lim="800000"/>
          </a:ln>
        </p:spPr>
        <p:txBody>
          <a:bodyPr>
            <a:spAutoFit/>
          </a:bodyPr>
          <a:lstStyle/>
          <a:p>
            <a:r>
              <a:rPr lang="en-US" altLang="zh-CN" dirty="0">
                <a:latin typeface="Times New Roman" panose="02020503050405090304" pitchFamily="18" charset="0"/>
              </a:rPr>
              <a:t>        </a:t>
            </a:r>
            <a:r>
              <a:rPr lang="zh-CN" altLang="en-US" dirty="0">
                <a:latin typeface="Times New Roman" panose="02020503050405090304" pitchFamily="18" charset="0"/>
              </a:rPr>
              <a:t>按</a:t>
            </a:r>
            <a:r>
              <a:rPr lang="en-US" altLang="zh-CN" dirty="0" err="1"/>
              <a:t>t</a:t>
            </a:r>
            <a:r>
              <a:rPr lang="en-US" altLang="zh-CN" baseline="-30000" dirty="0" err="1"/>
              <a:t>i</a:t>
            </a:r>
            <a:r>
              <a:rPr lang="zh-CN" altLang="en-US" dirty="0">
                <a:latin typeface="Times New Roman" panose="02020503050405090304" pitchFamily="18" charset="0"/>
              </a:rPr>
              <a:t>交错执行</a:t>
            </a:r>
            <a:r>
              <a:rPr lang="en-US" altLang="zh-CN" dirty="0">
                <a:latin typeface="Times New Roman" panose="02020503050405090304" pitchFamily="18" charset="0"/>
              </a:rPr>
              <a:t>——</a:t>
            </a:r>
            <a:r>
              <a:rPr lang="en-US" altLang="zh-CN" dirty="0"/>
              <a:t>R</a:t>
            </a:r>
            <a:r>
              <a:rPr lang="en-US" altLang="zh-CN" baseline="-25000" dirty="0"/>
              <a:t>A</a:t>
            </a:r>
            <a:r>
              <a:rPr lang="en-US" altLang="zh-CN" dirty="0"/>
              <a:t>(B) R</a:t>
            </a:r>
            <a:r>
              <a:rPr lang="en-US" altLang="zh-CN" baseline="-25000" dirty="0"/>
              <a:t>B</a:t>
            </a:r>
            <a:r>
              <a:rPr lang="en-US" altLang="zh-CN" dirty="0"/>
              <a:t>(C)W</a:t>
            </a:r>
            <a:r>
              <a:rPr lang="en-US" altLang="zh-CN" baseline="-25000" dirty="0"/>
              <a:t>A</a:t>
            </a:r>
            <a:r>
              <a:rPr lang="en-US" altLang="zh-CN" dirty="0"/>
              <a:t>(A)R</a:t>
            </a:r>
            <a:r>
              <a:rPr lang="en-US" altLang="zh-CN" baseline="-25000" dirty="0"/>
              <a:t>B</a:t>
            </a:r>
            <a:r>
              <a:rPr lang="en-US" altLang="zh-CN" dirty="0"/>
              <a:t>(A)W</a:t>
            </a:r>
            <a:r>
              <a:rPr lang="en-US" altLang="zh-CN" baseline="-25000" dirty="0"/>
              <a:t>B</a:t>
            </a:r>
            <a:r>
              <a:rPr lang="en-US" altLang="zh-CN" dirty="0"/>
              <a:t>(B)</a:t>
            </a:r>
            <a:r>
              <a:rPr lang="zh-CN" altLang="en-US" dirty="0">
                <a:latin typeface="Times New Roman" panose="02020503050405090304" pitchFamily="18" charset="0"/>
              </a:rPr>
              <a:t>；执行结果：</a:t>
            </a:r>
            <a:r>
              <a:rPr lang="en-US" altLang="zh-CN" dirty="0">
                <a:solidFill>
                  <a:srgbClr val="FF0000"/>
                </a:solidFill>
              </a:rPr>
              <a:t>A=3</a:t>
            </a:r>
            <a:r>
              <a:rPr lang="zh-CN" altLang="en-US" dirty="0">
                <a:solidFill>
                  <a:srgbClr val="FF0000"/>
                </a:solidFill>
                <a:latin typeface="Times New Roman" panose="02020503050405090304" pitchFamily="18" charset="0"/>
              </a:rPr>
              <a:t>，</a:t>
            </a:r>
            <a:r>
              <a:rPr lang="en-US" altLang="zh-CN" dirty="0">
                <a:solidFill>
                  <a:srgbClr val="FF0000"/>
                </a:solidFill>
              </a:rPr>
              <a:t>B=4</a:t>
            </a:r>
            <a:r>
              <a:rPr lang="zh-CN" altLang="en-US" dirty="0"/>
              <a:t>。</a:t>
            </a:r>
            <a:endParaRPr lang="zh-CN" altLang="en-US" dirty="0"/>
          </a:p>
          <a:p>
            <a:r>
              <a:rPr lang="zh-CN" altLang="en-US" dirty="0">
                <a:latin typeface="宋体" pitchFamily="2" charset="-122"/>
              </a:rPr>
              <a:t>    该结果正确，因为与串行化调度</a:t>
            </a:r>
            <a:r>
              <a:rPr lang="en-US" altLang="zh-CN" dirty="0"/>
              <a:t>1</a:t>
            </a:r>
            <a:r>
              <a:rPr lang="zh-CN" altLang="en-US" dirty="0">
                <a:latin typeface="宋体" pitchFamily="2" charset="-122"/>
              </a:rPr>
              <a:t>结果相同，该调度是可串行化调度。</a:t>
            </a:r>
            <a:r>
              <a:rPr lang="zh-CN" altLang="en-US" dirty="0"/>
              <a:t> </a:t>
            </a:r>
            <a:endParaRPr lang="zh-CN" altLang="en-US" dirty="0"/>
          </a:p>
        </p:txBody>
      </p:sp>
      <p:sp>
        <p:nvSpPr>
          <p:cNvPr id="8" name="灯片编号占位符 7"/>
          <p:cNvSpPr>
            <a:spLocks noGrp="1"/>
          </p:cNvSpPr>
          <p:nvPr>
            <p:ph type="sldNum" sz="quarter" idx="12"/>
          </p:nvPr>
        </p:nvSpPr>
        <p:spPr/>
        <p:txBody>
          <a:bodyPr/>
          <a:lstStyle/>
          <a:p>
            <a:pPr>
              <a:defRPr/>
            </a:pPr>
            <a:fld id="{4978C47F-2936-42E1-961E-D710D47D6D46}" type="slidenum">
              <a:rPr lang="en-US" altLang="zh-CN"/>
            </a:fld>
            <a:endParaRPr lang="en-US" altLang="zh-CN"/>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Text Box 2"/>
          <p:cNvSpPr txBox="1">
            <a:spLocks noChangeArrowheads="1"/>
          </p:cNvSpPr>
          <p:nvPr/>
        </p:nvSpPr>
        <p:spPr bwMode="auto">
          <a:xfrm>
            <a:off x="212725" y="769938"/>
            <a:ext cx="8778875" cy="4708981"/>
          </a:xfrm>
          <a:prstGeom prst="rect">
            <a:avLst/>
          </a:prstGeom>
          <a:noFill/>
          <a:ln w="9525">
            <a:noFill/>
            <a:miter lim="800000"/>
          </a:ln>
        </p:spPr>
        <p:txBody>
          <a:bodyPr>
            <a:spAutoFit/>
          </a:bodyPr>
          <a:lstStyle/>
          <a:p>
            <a:r>
              <a:rPr lang="en-US" altLang="zh-CN" b="1" dirty="0">
                <a:ea typeface="黑体" pitchFamily="2" charset="-122"/>
              </a:rPr>
              <a:t>11.5.2 </a:t>
            </a:r>
            <a:r>
              <a:rPr lang="zh-CN" altLang="en-US" b="1" dirty="0">
                <a:ea typeface="黑体" pitchFamily="2" charset="-122"/>
              </a:rPr>
              <a:t>冲突可串行化调度</a:t>
            </a:r>
            <a:endParaRPr lang="zh-CN" altLang="en-US" b="1" dirty="0">
              <a:ea typeface="黑体" pitchFamily="2" charset="-122"/>
            </a:endParaRPr>
          </a:p>
          <a:p>
            <a:r>
              <a:rPr lang="en-US" altLang="zh-CN" dirty="0">
                <a:latin typeface="Times New Roman" panose="02020503050405090304" pitchFamily="18" charset="0"/>
              </a:rPr>
              <a:t>——</a:t>
            </a:r>
            <a:r>
              <a:rPr lang="zh-CN" altLang="en-US" dirty="0"/>
              <a:t>可串行化调度的充分而非必要条件。</a:t>
            </a:r>
            <a:endParaRPr lang="zh-CN" altLang="en-US" dirty="0"/>
          </a:p>
          <a:p>
            <a:endParaRPr lang="zh-CN" altLang="en-US" dirty="0"/>
          </a:p>
          <a:p>
            <a:pPr>
              <a:buFontTx/>
              <a:buBlip>
                <a:blip r:embed="rId1"/>
              </a:buBlip>
            </a:pPr>
            <a:r>
              <a:rPr lang="zh-CN" altLang="en-US" sz="2800" b="1" dirty="0">
                <a:latin typeface="Times New Roman" panose="02020503050405090304" pitchFamily="18" charset="0"/>
              </a:rPr>
              <a:t> </a:t>
            </a:r>
            <a:r>
              <a:rPr lang="zh-CN" altLang="en-US" b="1" dirty="0">
                <a:latin typeface="Times New Roman" panose="02020503050405090304" pitchFamily="18" charset="0"/>
              </a:rPr>
              <a:t>冲突操作</a:t>
            </a:r>
            <a:endParaRPr lang="zh-CN" altLang="en-US" b="1" dirty="0">
              <a:latin typeface="Times New Roman" panose="02020503050405090304" pitchFamily="18" charset="0"/>
            </a:endParaRPr>
          </a:p>
          <a:p>
            <a:r>
              <a:rPr lang="zh-CN" altLang="en-US" b="1" dirty="0">
                <a:latin typeface="Times New Roman" panose="02020503050405090304" pitchFamily="18" charset="0"/>
              </a:rPr>
              <a:t>        </a:t>
            </a:r>
            <a:r>
              <a:rPr lang="zh-CN" altLang="en-US" dirty="0">
                <a:latin typeface="宋体" pitchFamily="2" charset="-122"/>
              </a:rPr>
              <a:t>①</a:t>
            </a:r>
            <a:r>
              <a:rPr lang="zh-CN" altLang="en-US" dirty="0">
                <a:highlight>
                  <a:srgbClr val="FFFF00"/>
                </a:highlight>
                <a:latin typeface="Times New Roman" panose="02020503050405090304" pitchFamily="18" charset="0"/>
              </a:rPr>
              <a:t> </a:t>
            </a:r>
            <a:r>
              <a:rPr lang="en-US" altLang="zh-CN" dirty="0">
                <a:highlight>
                  <a:srgbClr val="FFFF00"/>
                </a:highlight>
                <a:latin typeface="Times New Roman" panose="02020503050405090304" pitchFamily="18" charset="0"/>
              </a:rPr>
              <a:t>R</a:t>
            </a:r>
            <a:r>
              <a:rPr lang="en-US" altLang="zh-CN" baseline="-25000" dirty="0">
                <a:highlight>
                  <a:srgbClr val="FFFF00"/>
                </a:highlight>
                <a:latin typeface="Times New Roman" panose="02020503050405090304" pitchFamily="18" charset="0"/>
              </a:rPr>
              <a:t>i</a:t>
            </a:r>
            <a:r>
              <a:rPr lang="en-US" altLang="zh-CN" dirty="0">
                <a:highlight>
                  <a:srgbClr val="FFFF00"/>
                </a:highlight>
                <a:latin typeface="Times New Roman" panose="02020503050405090304" pitchFamily="18" charset="0"/>
              </a:rPr>
              <a:t>(x)</a:t>
            </a:r>
            <a:r>
              <a:rPr lang="zh-CN" altLang="en-US" dirty="0">
                <a:highlight>
                  <a:srgbClr val="FFFF00"/>
                </a:highlight>
                <a:latin typeface="Times New Roman" panose="02020503050405090304" pitchFamily="18" charset="0"/>
              </a:rPr>
              <a:t>与</a:t>
            </a:r>
            <a:r>
              <a:rPr lang="en-US" altLang="zh-CN" dirty="0">
                <a:solidFill>
                  <a:srgbClr val="FF0000"/>
                </a:solidFill>
                <a:highlight>
                  <a:srgbClr val="FFFF00"/>
                </a:highlight>
                <a:latin typeface="Times New Roman" panose="02020503050405090304" pitchFamily="18" charset="0"/>
              </a:rPr>
              <a:t>W</a:t>
            </a:r>
            <a:r>
              <a:rPr lang="en-US" altLang="zh-CN" baseline="-25000" dirty="0">
                <a:solidFill>
                  <a:srgbClr val="FF0000"/>
                </a:solidFill>
                <a:highlight>
                  <a:srgbClr val="FFFF00"/>
                </a:highlight>
                <a:latin typeface="Times New Roman" panose="02020503050405090304" pitchFamily="18" charset="0"/>
              </a:rPr>
              <a:t>j</a:t>
            </a:r>
            <a:r>
              <a:rPr lang="en-US" altLang="zh-CN" dirty="0">
                <a:solidFill>
                  <a:srgbClr val="FF0000"/>
                </a:solidFill>
                <a:highlight>
                  <a:srgbClr val="FFFF00"/>
                </a:highlight>
                <a:latin typeface="Times New Roman" panose="02020503050405090304" pitchFamily="18" charset="0"/>
              </a:rPr>
              <a:t>(x)</a:t>
            </a:r>
            <a:r>
              <a:rPr lang="en-US" altLang="zh-CN" dirty="0">
                <a:highlight>
                  <a:srgbClr val="FFFF00"/>
                </a:highlight>
                <a:latin typeface="Times New Roman" panose="02020503050405090304" pitchFamily="18" charset="0"/>
              </a:rPr>
              <a:t>      </a:t>
            </a:r>
            <a:r>
              <a:rPr lang="en-US" altLang="zh-CN" dirty="0">
                <a:highlight>
                  <a:srgbClr val="FFFF00"/>
                </a:highlight>
              </a:rPr>
              <a:t>②</a:t>
            </a:r>
            <a:r>
              <a:rPr lang="en-US" altLang="zh-CN" dirty="0">
                <a:highlight>
                  <a:srgbClr val="FFFF00"/>
                </a:highlight>
                <a:latin typeface="Times New Roman" panose="02020503050405090304" pitchFamily="18" charset="0"/>
              </a:rPr>
              <a:t> </a:t>
            </a:r>
            <a:r>
              <a:rPr lang="en-US" altLang="zh-CN" dirty="0">
                <a:solidFill>
                  <a:srgbClr val="FF0000"/>
                </a:solidFill>
                <a:highlight>
                  <a:srgbClr val="FFFF00"/>
                </a:highlight>
                <a:latin typeface="Times New Roman" panose="02020503050405090304" pitchFamily="18" charset="0"/>
              </a:rPr>
              <a:t>W</a:t>
            </a:r>
            <a:r>
              <a:rPr lang="en-US" altLang="zh-CN" baseline="-25000" dirty="0">
                <a:solidFill>
                  <a:srgbClr val="FF0000"/>
                </a:solidFill>
                <a:highlight>
                  <a:srgbClr val="FFFF00"/>
                </a:highlight>
                <a:latin typeface="Times New Roman" panose="02020503050405090304" pitchFamily="18" charset="0"/>
              </a:rPr>
              <a:t>i</a:t>
            </a:r>
            <a:r>
              <a:rPr lang="en-US" altLang="zh-CN" dirty="0">
                <a:solidFill>
                  <a:srgbClr val="FF0000"/>
                </a:solidFill>
                <a:highlight>
                  <a:srgbClr val="FFFF00"/>
                </a:highlight>
                <a:latin typeface="Times New Roman" panose="02020503050405090304" pitchFamily="18" charset="0"/>
              </a:rPr>
              <a:t>(x)</a:t>
            </a:r>
            <a:r>
              <a:rPr lang="zh-CN" altLang="en-US" dirty="0">
                <a:highlight>
                  <a:srgbClr val="FFFF00"/>
                </a:highlight>
                <a:latin typeface="Times New Roman" panose="02020503050405090304" pitchFamily="18" charset="0"/>
              </a:rPr>
              <a:t>与</a:t>
            </a:r>
            <a:r>
              <a:rPr lang="en-US" altLang="zh-CN" dirty="0">
                <a:solidFill>
                  <a:srgbClr val="FF0000"/>
                </a:solidFill>
                <a:highlight>
                  <a:srgbClr val="FFFF00"/>
                </a:highlight>
                <a:latin typeface="Times New Roman" panose="02020503050405090304" pitchFamily="18" charset="0"/>
              </a:rPr>
              <a:t>W</a:t>
            </a:r>
            <a:r>
              <a:rPr lang="en-US" altLang="zh-CN" baseline="-25000" dirty="0">
                <a:solidFill>
                  <a:srgbClr val="FF0000"/>
                </a:solidFill>
                <a:highlight>
                  <a:srgbClr val="FFFF00"/>
                </a:highlight>
                <a:latin typeface="Times New Roman" panose="02020503050405090304" pitchFamily="18" charset="0"/>
              </a:rPr>
              <a:t>j</a:t>
            </a:r>
            <a:r>
              <a:rPr lang="en-US" altLang="zh-CN" dirty="0">
                <a:solidFill>
                  <a:srgbClr val="FF0000"/>
                </a:solidFill>
                <a:highlight>
                  <a:srgbClr val="FFFF00"/>
                </a:highlight>
                <a:latin typeface="Times New Roman" panose="02020503050405090304" pitchFamily="18" charset="0"/>
              </a:rPr>
              <a:t>(x)</a:t>
            </a:r>
            <a:endParaRPr lang="en-US" altLang="zh-CN" dirty="0">
              <a:solidFill>
                <a:srgbClr val="FF0000"/>
              </a:solidFill>
              <a:highlight>
                <a:srgbClr val="FFFF00"/>
              </a:highlight>
              <a:latin typeface="Times New Roman" panose="02020503050405090304" pitchFamily="18" charset="0"/>
            </a:endParaRPr>
          </a:p>
          <a:p>
            <a:endParaRPr lang="en-US" altLang="zh-CN" dirty="0">
              <a:latin typeface="Times New Roman" panose="02020503050405090304" pitchFamily="18" charset="0"/>
            </a:endParaRPr>
          </a:p>
          <a:p>
            <a:pPr>
              <a:buFontTx/>
              <a:buBlip>
                <a:blip r:embed="rId1"/>
              </a:buBlip>
            </a:pPr>
            <a:r>
              <a:rPr lang="en-US" altLang="zh-CN" sz="2800" b="1" dirty="0">
                <a:latin typeface="Times New Roman" panose="02020503050405090304" pitchFamily="18" charset="0"/>
              </a:rPr>
              <a:t> </a:t>
            </a:r>
            <a:r>
              <a:rPr lang="zh-CN" altLang="en-US" b="1" dirty="0">
                <a:latin typeface="Times New Roman" panose="02020503050405090304" pitchFamily="18" charset="0"/>
              </a:rPr>
              <a:t>操作顺序的交换（可交换、不可交换）</a:t>
            </a:r>
            <a:endParaRPr lang="zh-CN" altLang="en-US" b="1" dirty="0">
              <a:latin typeface="Times New Roman" panose="02020503050405090304" pitchFamily="18" charset="0"/>
            </a:endParaRPr>
          </a:p>
          <a:p>
            <a:r>
              <a:rPr lang="en-US" altLang="zh-CN" dirty="0">
                <a:latin typeface="Times New Roman" panose="02020503050405090304" pitchFamily="18" charset="0"/>
              </a:rPr>
              <a:t>——</a:t>
            </a:r>
            <a:r>
              <a:rPr lang="zh-CN" altLang="en-US" dirty="0"/>
              <a:t>不同事务的</a:t>
            </a:r>
            <a:r>
              <a:rPr lang="zh-CN" altLang="en-US" dirty="0">
                <a:solidFill>
                  <a:srgbClr val="FF0000"/>
                </a:solidFill>
              </a:rPr>
              <a:t>冲突操作</a:t>
            </a:r>
            <a:r>
              <a:rPr lang="zh-CN" altLang="en-US" dirty="0"/>
              <a:t>和同一事务的两个操作均是</a:t>
            </a:r>
            <a:r>
              <a:rPr lang="zh-CN" altLang="en-US" dirty="0">
                <a:solidFill>
                  <a:srgbClr val="FF0000"/>
                </a:solidFill>
              </a:rPr>
              <a:t>不可交换</a:t>
            </a:r>
            <a:r>
              <a:rPr lang="zh-CN" altLang="en-US" dirty="0"/>
              <a:t>的。否则可能使操作序列的</a:t>
            </a:r>
            <a:r>
              <a:rPr lang="zh-CN" altLang="en-US" dirty="0">
                <a:solidFill>
                  <a:srgbClr val="FF0000"/>
                </a:solidFill>
              </a:rPr>
              <a:t>结果不等价</a:t>
            </a:r>
            <a:r>
              <a:rPr lang="zh-CN" altLang="en-US" dirty="0"/>
              <a:t>。</a:t>
            </a:r>
            <a:endParaRPr lang="zh-CN" altLang="en-US" dirty="0"/>
          </a:p>
          <a:p>
            <a:endParaRPr lang="zh-CN" altLang="en-US" dirty="0"/>
          </a:p>
          <a:p>
            <a:pPr>
              <a:buFontTx/>
              <a:buBlip>
                <a:blip r:embed="rId1"/>
              </a:buBlip>
            </a:pPr>
            <a:r>
              <a:rPr lang="zh-CN" altLang="en-US" sz="2800" b="1" dirty="0"/>
              <a:t> </a:t>
            </a:r>
            <a:r>
              <a:rPr lang="zh-CN" altLang="en-US" b="1" dirty="0"/>
              <a:t>在可交换的前提下，若干事务的操作交换顺序的结果是一个串行调度，则称这些事务是冲突可串行化的（结果等价）。</a:t>
            </a:r>
            <a:r>
              <a:rPr lang="zh-CN" altLang="en-US" dirty="0"/>
              <a:t> </a:t>
            </a:r>
            <a:endParaRPr lang="zh-CN" altLang="en-US" b="1" dirty="0"/>
          </a:p>
        </p:txBody>
      </p:sp>
      <p:sp>
        <p:nvSpPr>
          <p:cNvPr id="41987" name="AutoShape 3"/>
          <p:cNvSpPr>
            <a:spLocks noChangeArrowheads="1"/>
          </p:cNvSpPr>
          <p:nvPr/>
        </p:nvSpPr>
        <p:spPr bwMode="auto">
          <a:xfrm>
            <a:off x="8229600" y="1103313"/>
            <a:ext cx="431800" cy="358775"/>
          </a:xfrm>
          <a:prstGeom prst="star4">
            <a:avLst>
              <a:gd name="adj" fmla="val 12500"/>
            </a:avLst>
          </a:prstGeom>
          <a:solidFill>
            <a:schemeClr val="accent1"/>
          </a:solidFill>
          <a:ln w="9525">
            <a:solidFill>
              <a:schemeClr val="tx1"/>
            </a:solidFill>
            <a:miter lim="800000"/>
          </a:ln>
        </p:spPr>
        <p:txBody>
          <a:bodyPr wrap="none" anchor="ctr"/>
          <a:lstStyle/>
          <a:p>
            <a:endParaRPr lang="zh-CN" altLang="en-US"/>
          </a:p>
        </p:txBody>
      </p:sp>
      <p:sp>
        <p:nvSpPr>
          <p:cNvPr id="41988" name="AutoShape 4"/>
          <p:cNvSpPr>
            <a:spLocks noChangeArrowheads="1"/>
          </p:cNvSpPr>
          <p:nvPr/>
        </p:nvSpPr>
        <p:spPr bwMode="auto">
          <a:xfrm>
            <a:off x="8305800" y="4989513"/>
            <a:ext cx="431800" cy="358775"/>
          </a:xfrm>
          <a:prstGeom prst="star4">
            <a:avLst>
              <a:gd name="adj" fmla="val 12500"/>
            </a:avLst>
          </a:prstGeom>
          <a:solidFill>
            <a:schemeClr val="accent1"/>
          </a:solidFill>
          <a:ln w="9525">
            <a:solidFill>
              <a:schemeClr val="tx1"/>
            </a:solidFill>
            <a:miter lim="800000"/>
          </a:ln>
        </p:spPr>
        <p:txBody>
          <a:bodyPr wrap="none" anchor="ctr"/>
          <a:lstStyle/>
          <a:p>
            <a:endParaRPr lang="zh-CN" altLang="en-US"/>
          </a:p>
        </p:txBody>
      </p:sp>
      <p:sp>
        <p:nvSpPr>
          <p:cNvPr id="8" name="灯片编号占位符 7"/>
          <p:cNvSpPr>
            <a:spLocks noGrp="1"/>
          </p:cNvSpPr>
          <p:nvPr>
            <p:ph type="sldNum" sz="quarter" idx="12"/>
          </p:nvPr>
        </p:nvSpPr>
        <p:spPr/>
        <p:txBody>
          <a:bodyPr/>
          <a:lstStyle/>
          <a:p>
            <a:pPr>
              <a:defRPr/>
            </a:pPr>
            <a:fld id="{61847A9C-2F44-4631-A000-6D8355B9806C}" type="slidenum">
              <a:rPr lang="en-US" altLang="zh-CN"/>
            </a:fld>
            <a:endParaRPr lang="en-US" altLang="zh-CN"/>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Text Box 1026"/>
          <p:cNvSpPr txBox="1">
            <a:spLocks noChangeArrowheads="1"/>
          </p:cNvSpPr>
          <p:nvPr/>
        </p:nvSpPr>
        <p:spPr bwMode="auto">
          <a:xfrm>
            <a:off x="288925" y="415925"/>
            <a:ext cx="8550275" cy="6739255"/>
          </a:xfrm>
          <a:prstGeom prst="rect">
            <a:avLst/>
          </a:prstGeom>
          <a:noFill/>
          <a:ln w="9525">
            <a:noFill/>
            <a:miter lim="800000"/>
          </a:ln>
        </p:spPr>
        <p:txBody>
          <a:bodyPr>
            <a:spAutoFit/>
          </a:bodyPr>
          <a:lstStyle/>
          <a:p>
            <a:r>
              <a:rPr lang="zh-CN" altLang="en-US" dirty="0"/>
              <a:t>例：</a:t>
            </a:r>
            <a:r>
              <a:rPr lang="en-US" altLang="zh-CN" dirty="0"/>
              <a:t>Sc1=</a:t>
            </a:r>
            <a:r>
              <a:rPr lang="en-US" altLang="zh-CN" dirty="0">
                <a:solidFill>
                  <a:srgbClr val="1D22F9"/>
                </a:solidFill>
              </a:rPr>
              <a:t>r</a:t>
            </a:r>
            <a:r>
              <a:rPr lang="en-US" altLang="zh-CN" baseline="-25000" dirty="0">
                <a:solidFill>
                  <a:srgbClr val="1D22F9"/>
                </a:solidFill>
              </a:rPr>
              <a:t>1</a:t>
            </a:r>
            <a:r>
              <a:rPr lang="en-US" altLang="zh-CN" dirty="0">
                <a:solidFill>
                  <a:srgbClr val="1D22F9"/>
                </a:solidFill>
              </a:rPr>
              <a:t>(A)w</a:t>
            </a:r>
            <a:r>
              <a:rPr lang="en-US" altLang="zh-CN" baseline="-25000" dirty="0">
                <a:solidFill>
                  <a:srgbClr val="1D22F9"/>
                </a:solidFill>
              </a:rPr>
              <a:t>1</a:t>
            </a:r>
            <a:r>
              <a:rPr lang="en-US" altLang="zh-CN" dirty="0">
                <a:solidFill>
                  <a:srgbClr val="1D22F9"/>
                </a:solidFill>
              </a:rPr>
              <a:t>(A)</a:t>
            </a:r>
            <a:r>
              <a:rPr lang="en-US" altLang="zh-CN" dirty="0">
                <a:solidFill>
                  <a:srgbClr val="FF0000"/>
                </a:solidFill>
              </a:rPr>
              <a:t>r</a:t>
            </a:r>
            <a:r>
              <a:rPr lang="en-US" altLang="zh-CN" baseline="-25000" dirty="0">
                <a:solidFill>
                  <a:srgbClr val="FF0000"/>
                </a:solidFill>
              </a:rPr>
              <a:t>2</a:t>
            </a:r>
            <a:r>
              <a:rPr lang="en-US" altLang="zh-CN" dirty="0">
                <a:solidFill>
                  <a:srgbClr val="FF0000"/>
                </a:solidFill>
              </a:rPr>
              <a:t>(A)w</a:t>
            </a:r>
            <a:r>
              <a:rPr lang="en-US" altLang="zh-CN" baseline="-25000" dirty="0">
                <a:solidFill>
                  <a:srgbClr val="FF0000"/>
                </a:solidFill>
              </a:rPr>
              <a:t>2</a:t>
            </a:r>
            <a:r>
              <a:rPr lang="en-US" altLang="zh-CN" dirty="0">
                <a:solidFill>
                  <a:srgbClr val="FF0000"/>
                </a:solidFill>
              </a:rPr>
              <a:t>(A)</a:t>
            </a:r>
            <a:r>
              <a:rPr lang="en-US" altLang="zh-CN" dirty="0">
                <a:solidFill>
                  <a:srgbClr val="1D22F9"/>
                </a:solidFill>
              </a:rPr>
              <a:t>r</a:t>
            </a:r>
            <a:r>
              <a:rPr lang="en-US" altLang="zh-CN" baseline="-25000" dirty="0">
                <a:solidFill>
                  <a:srgbClr val="1D22F9"/>
                </a:solidFill>
              </a:rPr>
              <a:t>1</a:t>
            </a:r>
            <a:r>
              <a:rPr lang="en-US" altLang="zh-CN" dirty="0">
                <a:solidFill>
                  <a:srgbClr val="1D22F9"/>
                </a:solidFill>
              </a:rPr>
              <a:t>(B)w</a:t>
            </a:r>
            <a:r>
              <a:rPr lang="en-US" altLang="zh-CN" baseline="-25000" dirty="0">
                <a:solidFill>
                  <a:srgbClr val="1D22F9"/>
                </a:solidFill>
              </a:rPr>
              <a:t>1</a:t>
            </a:r>
            <a:r>
              <a:rPr lang="en-US" altLang="zh-CN" dirty="0">
                <a:solidFill>
                  <a:srgbClr val="1D22F9"/>
                </a:solidFill>
              </a:rPr>
              <a:t>(B)</a:t>
            </a:r>
            <a:r>
              <a:rPr lang="en-US" altLang="zh-CN" dirty="0">
                <a:solidFill>
                  <a:srgbClr val="FF0000"/>
                </a:solidFill>
              </a:rPr>
              <a:t>r</a:t>
            </a:r>
            <a:r>
              <a:rPr lang="en-US" altLang="zh-CN" baseline="-25000" dirty="0">
                <a:solidFill>
                  <a:srgbClr val="FF0000"/>
                </a:solidFill>
              </a:rPr>
              <a:t>2</a:t>
            </a:r>
            <a:r>
              <a:rPr lang="en-US" altLang="zh-CN" dirty="0">
                <a:solidFill>
                  <a:srgbClr val="FF0000"/>
                </a:solidFill>
              </a:rPr>
              <a:t>(B)w</a:t>
            </a:r>
            <a:r>
              <a:rPr lang="en-US" altLang="zh-CN" baseline="-25000" dirty="0">
                <a:solidFill>
                  <a:srgbClr val="FF0000"/>
                </a:solidFill>
              </a:rPr>
              <a:t>2</a:t>
            </a:r>
            <a:r>
              <a:rPr lang="en-US" altLang="zh-CN" dirty="0">
                <a:solidFill>
                  <a:srgbClr val="FF0000"/>
                </a:solidFill>
              </a:rPr>
              <a:t>(B)</a:t>
            </a:r>
            <a:endParaRPr lang="en-US" altLang="zh-CN" dirty="0">
              <a:solidFill>
                <a:srgbClr val="FF0000"/>
              </a:solidFill>
            </a:endParaRPr>
          </a:p>
          <a:p>
            <a:r>
              <a:rPr lang="en-US" altLang="zh-CN" dirty="0"/>
              <a:t>     </a:t>
            </a:r>
            <a:endParaRPr lang="en-US" altLang="zh-CN" dirty="0"/>
          </a:p>
          <a:p>
            <a:r>
              <a:rPr lang="en-US" altLang="zh-CN" dirty="0"/>
              <a:t>     </a:t>
            </a:r>
            <a:r>
              <a:rPr lang="zh-CN" altLang="en-US" dirty="0"/>
              <a:t>经过冲突等价的操作交换，得到如下调度序列</a:t>
            </a:r>
            <a:endParaRPr lang="zh-CN" altLang="en-US" dirty="0"/>
          </a:p>
          <a:p>
            <a:r>
              <a:rPr lang="zh-CN" altLang="en-US" dirty="0"/>
              <a:t>     </a:t>
            </a:r>
            <a:r>
              <a:rPr lang="en-US" altLang="zh-CN" dirty="0"/>
              <a:t>Sc2=</a:t>
            </a:r>
            <a:r>
              <a:rPr lang="en-US" altLang="zh-CN" dirty="0">
                <a:solidFill>
                  <a:srgbClr val="1D22F9"/>
                </a:solidFill>
              </a:rPr>
              <a:t>r</a:t>
            </a:r>
            <a:r>
              <a:rPr lang="en-US" altLang="zh-CN" baseline="-25000" dirty="0">
                <a:solidFill>
                  <a:srgbClr val="1D22F9"/>
                </a:solidFill>
              </a:rPr>
              <a:t>1</a:t>
            </a:r>
            <a:r>
              <a:rPr lang="en-US" altLang="zh-CN" dirty="0">
                <a:solidFill>
                  <a:srgbClr val="1D22F9"/>
                </a:solidFill>
              </a:rPr>
              <a:t>(A)w</a:t>
            </a:r>
            <a:r>
              <a:rPr lang="en-US" altLang="zh-CN" baseline="-25000" dirty="0">
                <a:solidFill>
                  <a:srgbClr val="1D22F9"/>
                </a:solidFill>
              </a:rPr>
              <a:t>1</a:t>
            </a:r>
            <a:r>
              <a:rPr lang="en-US" altLang="zh-CN" dirty="0">
                <a:solidFill>
                  <a:srgbClr val="1D22F9"/>
                </a:solidFill>
              </a:rPr>
              <a:t>(A) r</a:t>
            </a:r>
            <a:r>
              <a:rPr lang="en-US" altLang="zh-CN" baseline="-25000" dirty="0">
                <a:solidFill>
                  <a:srgbClr val="1D22F9"/>
                </a:solidFill>
              </a:rPr>
              <a:t>1</a:t>
            </a:r>
            <a:r>
              <a:rPr lang="en-US" altLang="zh-CN" dirty="0">
                <a:solidFill>
                  <a:srgbClr val="1D22F9"/>
                </a:solidFill>
              </a:rPr>
              <a:t>(B)w</a:t>
            </a:r>
            <a:r>
              <a:rPr lang="en-US" altLang="zh-CN" baseline="-25000" dirty="0">
                <a:solidFill>
                  <a:srgbClr val="1D22F9"/>
                </a:solidFill>
              </a:rPr>
              <a:t>1</a:t>
            </a:r>
            <a:r>
              <a:rPr lang="en-US" altLang="zh-CN" dirty="0">
                <a:solidFill>
                  <a:srgbClr val="1D22F9"/>
                </a:solidFill>
              </a:rPr>
              <a:t>(B)</a:t>
            </a:r>
            <a:r>
              <a:rPr lang="en-US" altLang="zh-CN" dirty="0">
                <a:solidFill>
                  <a:srgbClr val="FF0000"/>
                </a:solidFill>
              </a:rPr>
              <a:t>r</a:t>
            </a:r>
            <a:r>
              <a:rPr lang="en-US" altLang="zh-CN" baseline="-25000" dirty="0">
                <a:solidFill>
                  <a:srgbClr val="FF0000"/>
                </a:solidFill>
              </a:rPr>
              <a:t>2</a:t>
            </a:r>
            <a:r>
              <a:rPr lang="en-US" altLang="zh-CN" dirty="0">
                <a:solidFill>
                  <a:srgbClr val="FF0000"/>
                </a:solidFill>
              </a:rPr>
              <a:t>(A)w</a:t>
            </a:r>
            <a:r>
              <a:rPr lang="en-US" altLang="zh-CN" baseline="-25000" dirty="0">
                <a:solidFill>
                  <a:srgbClr val="FF0000"/>
                </a:solidFill>
              </a:rPr>
              <a:t>2</a:t>
            </a:r>
            <a:r>
              <a:rPr lang="en-US" altLang="zh-CN" dirty="0">
                <a:solidFill>
                  <a:srgbClr val="FF0000"/>
                </a:solidFill>
              </a:rPr>
              <a:t>(</a:t>
            </a:r>
            <a:endParaRPr lang="en-US" altLang="zh-CN" dirty="0">
              <a:solidFill>
                <a:srgbClr val="FF0000"/>
              </a:solidFill>
            </a:endParaRPr>
          </a:p>
          <a:p>
            <a:r>
              <a:rPr lang="en-US" altLang="zh-CN" dirty="0">
                <a:solidFill>
                  <a:srgbClr val="FF0000"/>
                </a:solidFill>
              </a:rPr>
              <a:t>A)r</a:t>
            </a:r>
            <a:r>
              <a:rPr lang="en-US" altLang="zh-CN" baseline="-25000" dirty="0">
                <a:solidFill>
                  <a:srgbClr val="FF0000"/>
                </a:solidFill>
              </a:rPr>
              <a:t>2</a:t>
            </a:r>
            <a:r>
              <a:rPr lang="en-US" altLang="zh-CN" dirty="0">
                <a:solidFill>
                  <a:srgbClr val="FF0000"/>
                </a:solidFill>
              </a:rPr>
              <a:t>(B)w</a:t>
            </a:r>
            <a:r>
              <a:rPr lang="en-US" altLang="zh-CN" baseline="-25000" dirty="0">
                <a:solidFill>
                  <a:srgbClr val="FF0000"/>
                </a:solidFill>
              </a:rPr>
              <a:t>2</a:t>
            </a:r>
            <a:r>
              <a:rPr lang="en-US" altLang="zh-CN" dirty="0">
                <a:solidFill>
                  <a:srgbClr val="FF0000"/>
                </a:solidFill>
              </a:rPr>
              <a:t>(B)</a:t>
            </a:r>
            <a:endParaRPr lang="en-US" altLang="zh-CN" dirty="0">
              <a:solidFill>
                <a:srgbClr val="FF0000"/>
              </a:solidFill>
            </a:endParaRPr>
          </a:p>
          <a:p>
            <a:r>
              <a:rPr lang="en-US" altLang="zh-CN" dirty="0"/>
              <a:t>     </a:t>
            </a:r>
            <a:endParaRPr lang="en-US" altLang="zh-CN" dirty="0"/>
          </a:p>
          <a:p>
            <a:r>
              <a:rPr lang="en-US" altLang="zh-CN" dirty="0"/>
              <a:t>     </a:t>
            </a:r>
            <a:r>
              <a:rPr lang="zh-CN" altLang="en-US" dirty="0"/>
              <a:t>显然，</a:t>
            </a:r>
            <a:r>
              <a:rPr lang="en-US" altLang="zh-CN" dirty="0"/>
              <a:t>Sc2</a:t>
            </a:r>
            <a:r>
              <a:rPr lang="zh-CN" altLang="en-US" dirty="0"/>
              <a:t>等价于先执行</a:t>
            </a:r>
            <a:r>
              <a:rPr lang="en-US" altLang="zh-CN" dirty="0"/>
              <a:t>T1</a:t>
            </a:r>
            <a:r>
              <a:rPr lang="zh-CN" altLang="en-US" dirty="0"/>
              <a:t>再执行</a:t>
            </a:r>
            <a:r>
              <a:rPr lang="en-US" altLang="zh-CN" dirty="0"/>
              <a:t>T2</a:t>
            </a:r>
            <a:r>
              <a:rPr lang="zh-CN" altLang="en-US" dirty="0"/>
              <a:t>的串行调度，因此，</a:t>
            </a:r>
            <a:r>
              <a:rPr lang="en-US" altLang="zh-CN" dirty="0"/>
              <a:t>Sc1</a:t>
            </a:r>
            <a:r>
              <a:rPr lang="zh-CN" altLang="en-US" dirty="0"/>
              <a:t>是一个冲突可串行化的调度。</a:t>
            </a:r>
            <a:endParaRPr lang="zh-CN" altLang="en-US" dirty="0"/>
          </a:p>
          <a:p>
            <a:endParaRPr lang="zh-CN" altLang="en-US" dirty="0"/>
          </a:p>
          <a:p>
            <a:r>
              <a:rPr lang="zh-CN" altLang="en-US" dirty="0"/>
              <a:t>例：有三个事务</a:t>
            </a:r>
            <a:r>
              <a:rPr lang="en-US" altLang="zh-CN" dirty="0"/>
              <a:t>T1=W1(Y)W1(X)</a:t>
            </a:r>
            <a:r>
              <a:rPr lang="zh-CN" altLang="en-US" dirty="0"/>
              <a:t>，</a:t>
            </a:r>
            <a:r>
              <a:rPr lang="en-US" altLang="zh-CN" dirty="0"/>
              <a:t>T2=W2(Y)W2(X)</a:t>
            </a:r>
            <a:r>
              <a:rPr lang="zh-CN" altLang="en-US" dirty="0"/>
              <a:t>，</a:t>
            </a:r>
            <a:r>
              <a:rPr lang="en-US" altLang="zh-CN" dirty="0"/>
              <a:t>T3=W3(X)</a:t>
            </a:r>
            <a:r>
              <a:rPr lang="zh-CN" altLang="en-US" dirty="0"/>
              <a:t>，两种调度方案：</a:t>
            </a:r>
            <a:endParaRPr lang="zh-CN" altLang="en-US" dirty="0"/>
          </a:p>
          <a:p>
            <a:r>
              <a:rPr lang="zh-CN" altLang="en-US" dirty="0"/>
              <a:t>      </a:t>
            </a:r>
            <a:endParaRPr lang="zh-CN" altLang="en-US" dirty="0"/>
          </a:p>
          <a:p>
            <a:r>
              <a:rPr lang="zh-CN" altLang="en-US" dirty="0"/>
              <a:t> </a:t>
            </a:r>
            <a:r>
              <a:rPr lang="en-US" altLang="zh-CN" dirty="0"/>
              <a:t>L1=W</a:t>
            </a:r>
            <a:r>
              <a:rPr lang="en-US" altLang="zh-CN" baseline="-25000" dirty="0"/>
              <a:t>1</a:t>
            </a:r>
            <a:r>
              <a:rPr lang="en-US" altLang="zh-CN" dirty="0"/>
              <a:t>(Y)W</a:t>
            </a:r>
            <a:r>
              <a:rPr lang="en-US" altLang="zh-CN" baseline="-25000" dirty="0"/>
              <a:t>1</a:t>
            </a:r>
            <a:r>
              <a:rPr lang="en-US" altLang="zh-CN" dirty="0"/>
              <a:t>(X)W</a:t>
            </a:r>
            <a:r>
              <a:rPr lang="en-US" altLang="zh-CN" baseline="-25000" dirty="0"/>
              <a:t>2</a:t>
            </a:r>
            <a:r>
              <a:rPr lang="en-US" altLang="zh-CN" dirty="0"/>
              <a:t>(Y)W</a:t>
            </a:r>
            <a:r>
              <a:rPr lang="en-US" altLang="zh-CN" baseline="-25000" dirty="0"/>
              <a:t>2</a:t>
            </a:r>
            <a:r>
              <a:rPr lang="en-US" altLang="zh-CN" dirty="0"/>
              <a:t>(X)</a:t>
            </a:r>
            <a:r>
              <a:rPr lang="en-US" altLang="zh-CN" dirty="0">
                <a:solidFill>
                  <a:srgbClr val="FF0000"/>
                </a:solidFill>
              </a:rPr>
              <a:t>W</a:t>
            </a:r>
            <a:r>
              <a:rPr lang="en-US" altLang="zh-CN" baseline="-25000" dirty="0">
                <a:solidFill>
                  <a:srgbClr val="FF0000"/>
                </a:solidFill>
              </a:rPr>
              <a:t>3</a:t>
            </a:r>
            <a:r>
              <a:rPr lang="en-US" altLang="zh-CN" dirty="0">
                <a:solidFill>
                  <a:srgbClr val="FF0000"/>
                </a:solidFill>
              </a:rPr>
              <a:t>(X) W</a:t>
            </a:r>
            <a:r>
              <a:rPr lang="en-US" altLang="zh-CN" baseline="-25000" dirty="0">
                <a:solidFill>
                  <a:srgbClr val="FF0000"/>
                </a:solidFill>
              </a:rPr>
              <a:t>3</a:t>
            </a:r>
            <a:r>
              <a:rPr lang="en-US" altLang="zh-CN" dirty="0">
                <a:solidFill>
                  <a:srgbClr val="FF0000"/>
                </a:solidFill>
              </a:rPr>
              <a:t>(Y)</a:t>
            </a:r>
            <a:endParaRPr lang="en-US" altLang="zh-CN" dirty="0">
              <a:solidFill>
                <a:srgbClr val="FF0000"/>
              </a:solidFill>
            </a:endParaRPr>
          </a:p>
          <a:p>
            <a:r>
              <a:rPr lang="en-US" altLang="zh-CN" dirty="0"/>
              <a:t>      </a:t>
            </a:r>
            <a:endParaRPr lang="en-US" altLang="zh-CN" dirty="0"/>
          </a:p>
          <a:p>
            <a:r>
              <a:rPr lang="en-US" altLang="zh-CN" dirty="0"/>
              <a:t> L2=</a:t>
            </a:r>
            <a:r>
              <a:rPr lang="en-US" altLang="zh-CN" dirty="0">
                <a:solidFill>
                  <a:srgbClr val="1D22F9"/>
                </a:solidFill>
              </a:rPr>
              <a:t>W</a:t>
            </a:r>
            <a:r>
              <a:rPr lang="en-US" altLang="zh-CN" baseline="-25000" dirty="0">
                <a:solidFill>
                  <a:srgbClr val="1D22F9"/>
                </a:solidFill>
              </a:rPr>
              <a:t>1</a:t>
            </a:r>
            <a:r>
              <a:rPr lang="en-US" altLang="zh-CN" dirty="0">
                <a:solidFill>
                  <a:srgbClr val="1D22F9"/>
                </a:solidFill>
              </a:rPr>
              <a:t>(Y)</a:t>
            </a:r>
            <a:r>
              <a:rPr lang="en-US" altLang="zh-CN" dirty="0">
                <a:solidFill>
                  <a:srgbClr val="00B050"/>
                </a:solidFill>
              </a:rPr>
              <a:t>W</a:t>
            </a:r>
            <a:r>
              <a:rPr lang="en-US" altLang="zh-CN" baseline="-25000" dirty="0">
                <a:solidFill>
                  <a:srgbClr val="00B050"/>
                </a:solidFill>
              </a:rPr>
              <a:t>2</a:t>
            </a:r>
            <a:r>
              <a:rPr lang="en-US" altLang="zh-CN" dirty="0">
                <a:solidFill>
                  <a:srgbClr val="00B050"/>
                </a:solidFill>
              </a:rPr>
              <a:t>(Y)W</a:t>
            </a:r>
            <a:r>
              <a:rPr lang="en-US" altLang="zh-CN" baseline="-25000" dirty="0">
                <a:solidFill>
                  <a:srgbClr val="00B050"/>
                </a:solidFill>
              </a:rPr>
              <a:t>2</a:t>
            </a:r>
            <a:r>
              <a:rPr lang="en-US" altLang="zh-CN" dirty="0">
                <a:solidFill>
                  <a:srgbClr val="00B050"/>
                </a:solidFill>
              </a:rPr>
              <a:t>(X)</a:t>
            </a:r>
            <a:r>
              <a:rPr lang="en-US" altLang="zh-CN" dirty="0">
                <a:solidFill>
                  <a:srgbClr val="1D22F9"/>
                </a:solidFill>
              </a:rPr>
              <a:t>W</a:t>
            </a:r>
            <a:r>
              <a:rPr lang="en-US" altLang="zh-CN" baseline="-25000" dirty="0">
                <a:solidFill>
                  <a:srgbClr val="1D22F9"/>
                </a:solidFill>
              </a:rPr>
              <a:t>1</a:t>
            </a:r>
            <a:r>
              <a:rPr lang="en-US" altLang="zh-CN" dirty="0">
                <a:solidFill>
                  <a:srgbClr val="1D22F9"/>
                </a:solidFill>
              </a:rPr>
              <a:t>(X)</a:t>
            </a:r>
            <a:r>
              <a:rPr lang="en-US" altLang="zh-CN" dirty="0">
                <a:solidFill>
                  <a:srgbClr val="FF0000"/>
                </a:solidFill>
              </a:rPr>
              <a:t>W</a:t>
            </a:r>
            <a:r>
              <a:rPr lang="en-US" altLang="zh-CN" baseline="-25000" dirty="0">
                <a:solidFill>
                  <a:srgbClr val="FF0000"/>
                </a:solidFill>
              </a:rPr>
              <a:t>3</a:t>
            </a:r>
            <a:r>
              <a:rPr lang="en-US" altLang="zh-CN" dirty="0">
                <a:solidFill>
                  <a:srgbClr val="FF0000"/>
                </a:solidFill>
              </a:rPr>
              <a:t>(X) W</a:t>
            </a:r>
            <a:r>
              <a:rPr lang="en-US" altLang="zh-CN" baseline="-25000" dirty="0">
                <a:solidFill>
                  <a:srgbClr val="FF0000"/>
                </a:solidFill>
              </a:rPr>
              <a:t>3</a:t>
            </a:r>
            <a:r>
              <a:rPr lang="en-US" altLang="zh-CN" dirty="0">
                <a:solidFill>
                  <a:srgbClr val="FF0000"/>
                </a:solidFill>
              </a:rPr>
              <a:t>(Y)</a:t>
            </a:r>
            <a:endParaRPr lang="en-US" altLang="zh-CN" dirty="0">
              <a:solidFill>
                <a:srgbClr val="FF0000"/>
              </a:solidFill>
            </a:endParaRPr>
          </a:p>
          <a:p>
            <a:r>
              <a:rPr lang="en-US" altLang="zh-CN" dirty="0"/>
              <a:t>      </a:t>
            </a:r>
            <a:endParaRPr lang="en-US" altLang="zh-CN" dirty="0"/>
          </a:p>
          <a:p>
            <a:r>
              <a:rPr lang="en-US" altLang="zh-CN" dirty="0"/>
              <a:t>      L1</a:t>
            </a:r>
            <a:r>
              <a:rPr lang="zh-CN" altLang="en-US" dirty="0"/>
              <a:t>是一个串行调度，</a:t>
            </a:r>
            <a:r>
              <a:rPr lang="en-US" altLang="zh-CN" dirty="0"/>
              <a:t>L2</a:t>
            </a:r>
            <a:r>
              <a:rPr lang="zh-CN" altLang="en-US" dirty="0"/>
              <a:t>不能实现冲突可串行化，但是</a:t>
            </a:r>
            <a:r>
              <a:rPr lang="en-US" altLang="zh-CN" dirty="0">
                <a:solidFill>
                  <a:srgbClr val="FF0000"/>
                </a:solidFill>
              </a:rPr>
              <a:t>L2</a:t>
            </a:r>
            <a:r>
              <a:rPr lang="zh-CN" altLang="en-US" dirty="0">
                <a:solidFill>
                  <a:srgbClr val="FF0000"/>
                </a:solidFill>
              </a:rPr>
              <a:t>是可串行化的</a:t>
            </a:r>
            <a:r>
              <a:rPr lang="zh-CN" altLang="en-US" dirty="0"/>
              <a:t>，因为其结果等价于</a:t>
            </a:r>
            <a:r>
              <a:rPr lang="en-US" altLang="zh-CN" dirty="0"/>
              <a:t>L1</a:t>
            </a:r>
            <a:r>
              <a:rPr lang="zh-CN" altLang="en-US" dirty="0"/>
              <a:t>的结果。 </a:t>
            </a:r>
            <a:endParaRPr lang="zh-CN" altLang="en-US" dirty="0"/>
          </a:p>
        </p:txBody>
      </p:sp>
      <p:sp>
        <p:nvSpPr>
          <p:cNvPr id="6" name="灯片编号占位符 5"/>
          <p:cNvSpPr>
            <a:spLocks noGrp="1"/>
          </p:cNvSpPr>
          <p:nvPr>
            <p:ph type="sldNum" sz="quarter" idx="12"/>
          </p:nvPr>
        </p:nvSpPr>
        <p:spPr/>
        <p:txBody>
          <a:bodyPr/>
          <a:lstStyle/>
          <a:p>
            <a:pPr>
              <a:defRPr/>
            </a:pPr>
            <a:fld id="{912921BD-ABCF-4EF0-A44F-CD54DA6E0557}" type="slidenum">
              <a:rPr lang="en-US" altLang="zh-CN"/>
            </a:fld>
            <a:endParaRPr lang="en-US" altLang="zh-CN"/>
          </a:p>
        </p:txBody>
      </p:sp>
      <p:sp>
        <p:nvSpPr>
          <p:cNvPr id="2" name="圆角矩形标注 1"/>
          <p:cNvSpPr/>
          <p:nvPr/>
        </p:nvSpPr>
        <p:spPr>
          <a:xfrm>
            <a:off x="6677000" y="3861048"/>
            <a:ext cx="2503512" cy="1872208"/>
          </a:xfrm>
          <a:prstGeom prst="wedgeRoundRectCallout">
            <a:avLst>
              <a:gd name="adj1" fmla="val -66582"/>
              <a:gd name="adj2" fmla="val -52934"/>
              <a:gd name="adj3" fmla="val 16667"/>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dirty="0"/>
              <a:t>冲突可串行化是</a:t>
            </a:r>
            <a:r>
              <a:rPr lang="zh-CN" altLang="en-US" dirty="0">
                <a:solidFill>
                  <a:srgbClr val="FF0000"/>
                </a:solidFill>
              </a:rPr>
              <a:t>必要条件么</a:t>
            </a:r>
            <a:r>
              <a:rPr lang="zh-CN" altLang="en-US" dirty="0"/>
              <a:t>？</a:t>
            </a:r>
            <a:endParaRPr lang="en-US" altLang="zh-CN" dirty="0"/>
          </a:p>
          <a:p>
            <a:pPr algn="ctr"/>
            <a:endParaRPr lang="en-US" altLang="zh-CN" dirty="0"/>
          </a:p>
          <a:p>
            <a:pPr algn="ctr"/>
            <a:r>
              <a:rPr lang="zh-CN" altLang="en-US" dirty="0"/>
              <a:t>能作为调度正确性实施标准么？</a:t>
            </a:r>
            <a:endParaRPr lang="zh-CN" altLang="en-US"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问题思考</a:t>
            </a:r>
            <a:endParaRPr lang="zh-CN" altLang="en-US" dirty="0"/>
          </a:p>
        </p:txBody>
      </p:sp>
      <p:sp>
        <p:nvSpPr>
          <p:cNvPr id="4" name="内容占位符 3"/>
          <p:cNvSpPr>
            <a:spLocks noGrp="1"/>
          </p:cNvSpPr>
          <p:nvPr>
            <p:ph idx="1"/>
          </p:nvPr>
        </p:nvSpPr>
        <p:spPr/>
        <p:txBody>
          <a:bodyPr/>
          <a:lstStyle/>
          <a:p>
            <a:r>
              <a:rPr lang="zh-CN" altLang="en-US" sz="2800" dirty="0"/>
              <a:t>冲突可串行化：在完全验证可串行化难以实施的情况下寻找接近答案的解决方案</a:t>
            </a:r>
            <a:endParaRPr lang="en-US" altLang="zh-CN" sz="2800" dirty="0"/>
          </a:p>
          <a:p>
            <a:pPr>
              <a:buNone/>
            </a:pPr>
            <a:endParaRPr lang="zh-CN" altLang="en-US" sz="2800" dirty="0"/>
          </a:p>
          <a:p>
            <a:r>
              <a:rPr lang="zh-CN" altLang="en-US" sz="2800" dirty="0"/>
              <a:t>还有没有更好的等价方案？</a:t>
            </a:r>
            <a:endParaRPr lang="en-US" altLang="zh-CN" sz="2800" dirty="0"/>
          </a:p>
          <a:p>
            <a:pPr>
              <a:buNone/>
            </a:pPr>
            <a:r>
              <a:rPr lang="en-US" altLang="zh-CN" sz="2800" dirty="0"/>
              <a:t>     </a:t>
            </a:r>
            <a:r>
              <a:rPr lang="zh-CN" altLang="en-US" sz="2800" dirty="0"/>
              <a:t>视图可串行化</a:t>
            </a:r>
            <a:endParaRPr lang="zh-CN" altLang="en-US" sz="2800" dirty="0"/>
          </a:p>
          <a:p>
            <a:pPr>
              <a:buNone/>
            </a:pPr>
            <a:endParaRPr lang="zh-CN" altLang="en-US" sz="2800" dirty="0"/>
          </a:p>
        </p:txBody>
      </p:sp>
      <p:sp>
        <p:nvSpPr>
          <p:cNvPr id="2" name="灯片编号占位符 1"/>
          <p:cNvSpPr>
            <a:spLocks noGrp="1"/>
          </p:cNvSpPr>
          <p:nvPr>
            <p:ph type="sldNum" sz="quarter" idx="12"/>
          </p:nvPr>
        </p:nvSpPr>
        <p:spPr/>
        <p:txBody>
          <a:bodyPr/>
          <a:lstStyle/>
          <a:p>
            <a:pPr>
              <a:defRPr/>
            </a:pPr>
            <a:fld id="{D23B6677-D17C-40B9-9CD4-8FC808E716B1}" type="slidenum">
              <a:rPr lang="en-US" altLang="zh-CN" smtClean="0"/>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 calcmode="lin" valueType="num">
                                      <p:cBhvr additive="base">
                                        <p:cTn id="7"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
                                            <p:txEl>
                                              <p:pRg st="2" end="2"/>
                                            </p:txEl>
                                          </p:spTgt>
                                        </p:tgtEl>
                                        <p:attrNameLst>
                                          <p:attrName>style.visibility</p:attrName>
                                        </p:attrNameLst>
                                      </p:cBhvr>
                                      <p:to>
                                        <p:strVal val="visible"/>
                                      </p:to>
                                    </p:set>
                                    <p:anim calcmode="lin" valueType="num">
                                      <p:cBhvr additive="base">
                                        <p:cTn id="13"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anim calcmode="lin" valueType="num">
                                      <p:cBhvr additive="base">
                                        <p:cTn id="19" dur="500" fill="hold"/>
                                        <p:tgtEl>
                                          <p:spTgt spid="4">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457200" y="704850"/>
            <a:ext cx="8229600" cy="771204"/>
          </a:xfrm>
        </p:spPr>
        <p:txBody>
          <a:bodyPr/>
          <a:lstStyle/>
          <a:p>
            <a:r>
              <a:rPr lang="zh-CN" altLang="en-US" sz="3600" dirty="0"/>
              <a:t>依赖图</a:t>
            </a:r>
            <a:endParaRPr lang="zh-CN" altLang="en-US" sz="3600" dirty="0"/>
          </a:p>
        </p:txBody>
      </p:sp>
      <p:sp>
        <p:nvSpPr>
          <p:cNvPr id="100354" name="副标题 2"/>
          <p:cNvSpPr>
            <a:spLocks noGrp="1" noChangeArrowheads="1"/>
          </p:cNvSpPr>
          <p:nvPr>
            <p:ph idx="1"/>
          </p:nvPr>
        </p:nvSpPr>
        <p:spPr>
          <a:xfrm>
            <a:off x="323528" y="1583383"/>
            <a:ext cx="8229600" cy="4389437"/>
          </a:xfrm>
        </p:spPr>
        <p:txBody>
          <a:bodyPr/>
          <a:lstStyle/>
          <a:p>
            <a:pPr marL="342900" lvl="0" indent="-342900">
              <a:spcBef>
                <a:spcPct val="0"/>
              </a:spcBef>
              <a:buClrTx/>
              <a:buSzTx/>
              <a:buFont typeface="Arial" panose="020B0604020202090204" pitchFamily="34" charset="0"/>
              <a:buChar char="•"/>
              <a:defRPr/>
            </a:pPr>
            <a:r>
              <a:rPr kumimoji="1" lang="zh-CN" altLang="en-US" sz="2400" dirty="0">
                <a:solidFill>
                  <a:prstClr val="black"/>
                </a:solidFill>
                <a:latin typeface="Verdana" panose="020B0804030504040204" pitchFamily="34" charset="0"/>
              </a:rPr>
              <a:t>每个节点代表一个事务</a:t>
            </a:r>
            <a:endParaRPr kumimoji="1" lang="zh-CN" altLang="en-US" sz="2400" dirty="0">
              <a:solidFill>
                <a:prstClr val="black"/>
              </a:solidFill>
              <a:latin typeface="Verdana" panose="020B0804030504040204" pitchFamily="34" charset="0"/>
            </a:endParaRPr>
          </a:p>
          <a:p>
            <a:pPr marL="0" lvl="0" indent="0">
              <a:spcBef>
                <a:spcPct val="0"/>
              </a:spcBef>
              <a:buClrTx/>
              <a:buSzTx/>
              <a:buNone/>
              <a:defRPr/>
            </a:pPr>
            <a:endParaRPr kumimoji="1" lang="zh-CN" altLang="en-US" sz="2400" dirty="0">
              <a:solidFill>
                <a:prstClr val="black"/>
              </a:solidFill>
              <a:latin typeface="Verdana" panose="020B0804030504040204" pitchFamily="34" charset="0"/>
            </a:endParaRPr>
          </a:p>
          <a:p>
            <a:pPr marL="342900" lvl="0" indent="-342900">
              <a:lnSpc>
                <a:spcPct val="150000"/>
              </a:lnSpc>
              <a:spcBef>
                <a:spcPct val="0"/>
              </a:spcBef>
              <a:buClrTx/>
              <a:buSzTx/>
              <a:buFont typeface="Arial" panose="020B0604020202090204" pitchFamily="34" charset="0"/>
              <a:buChar char="•"/>
              <a:defRPr/>
            </a:pPr>
            <a:r>
              <a:rPr kumimoji="1" lang="zh-CN" altLang="en-US" sz="2400" dirty="0">
                <a:solidFill>
                  <a:prstClr val="black"/>
                </a:solidFill>
                <a:latin typeface="Verdana" panose="020B0804030504040204" pitchFamily="34" charset="0"/>
              </a:rPr>
              <a:t>从</a:t>
            </a:r>
            <a:r>
              <a:rPr kumimoji="1" lang="en-US" altLang="zh-CN" sz="2400" dirty="0">
                <a:solidFill>
                  <a:srgbClr val="FF0000"/>
                </a:solidFill>
                <a:latin typeface="Verdana" panose="020B0804030504040204" pitchFamily="34" charset="0"/>
              </a:rPr>
              <a:t>T</a:t>
            </a:r>
            <a:r>
              <a:rPr kumimoji="1" lang="en-US" altLang="zh-CN" sz="2400" baseline="-25000" dirty="0">
                <a:solidFill>
                  <a:srgbClr val="FF0000"/>
                </a:solidFill>
                <a:latin typeface="Verdana" panose="020B0804030504040204" pitchFamily="34" charset="0"/>
              </a:rPr>
              <a:t>i</a:t>
            </a:r>
            <a:r>
              <a:rPr kumimoji="1" lang="zh-CN" altLang="en-US" sz="2400" dirty="0">
                <a:solidFill>
                  <a:prstClr val="black"/>
                </a:solidFill>
                <a:latin typeface="Verdana" panose="020B0804030504040204" pitchFamily="34" charset="0"/>
              </a:rPr>
              <a:t>节点到</a:t>
            </a:r>
            <a:r>
              <a:rPr kumimoji="1" lang="en-US" altLang="zh-CN" sz="2400" dirty="0">
                <a:solidFill>
                  <a:srgbClr val="FF0000"/>
                </a:solidFill>
                <a:latin typeface="Verdana" panose="020B0804030504040204" pitchFamily="34" charset="0"/>
              </a:rPr>
              <a:t>T</a:t>
            </a:r>
            <a:r>
              <a:rPr kumimoji="1" lang="en-US" altLang="zh-CN" sz="2400" baseline="-25000" dirty="0">
                <a:solidFill>
                  <a:srgbClr val="FF0000"/>
                </a:solidFill>
                <a:latin typeface="Verdana" panose="020B0804030504040204" pitchFamily="34" charset="0"/>
              </a:rPr>
              <a:t>j</a:t>
            </a:r>
            <a:r>
              <a:rPr kumimoji="1" lang="zh-CN" altLang="en-US" sz="2400" dirty="0">
                <a:solidFill>
                  <a:prstClr val="black"/>
                </a:solidFill>
                <a:latin typeface="Verdana" panose="020B0804030504040204" pitchFamily="34" charset="0"/>
              </a:rPr>
              <a:t>节点的边表示：</a:t>
            </a:r>
            <a:endParaRPr kumimoji="1" lang="zh-CN" altLang="en-US" sz="2400" dirty="0">
              <a:solidFill>
                <a:prstClr val="black"/>
              </a:solidFill>
              <a:latin typeface="Verdana" panose="020B0804030504040204" pitchFamily="34" charset="0"/>
            </a:endParaRPr>
          </a:p>
          <a:p>
            <a:pPr marL="0" lvl="0" indent="0">
              <a:lnSpc>
                <a:spcPct val="150000"/>
              </a:lnSpc>
              <a:spcBef>
                <a:spcPct val="0"/>
              </a:spcBef>
              <a:buClrTx/>
              <a:buSzTx/>
              <a:buNone/>
              <a:defRPr/>
            </a:pPr>
            <a:r>
              <a:rPr kumimoji="1" lang="en-US" altLang="zh-CN" sz="2400" dirty="0">
                <a:solidFill>
                  <a:prstClr val="black"/>
                </a:solidFill>
                <a:latin typeface="Verdana" panose="020B0804030504040204" pitchFamily="34" charset="0"/>
              </a:rPr>
              <a:t>	</a:t>
            </a:r>
            <a:r>
              <a:rPr kumimoji="1" lang="en-US" altLang="zh-CN" sz="2400" dirty="0">
                <a:solidFill>
                  <a:srgbClr val="FF0000"/>
                </a:solidFill>
                <a:latin typeface="Verdana" panose="020B0804030504040204" pitchFamily="34" charset="0"/>
              </a:rPr>
              <a:t>T</a:t>
            </a:r>
            <a:r>
              <a:rPr kumimoji="1" lang="en-US" altLang="zh-CN" sz="2400" baseline="-25000" dirty="0">
                <a:solidFill>
                  <a:srgbClr val="FF0000"/>
                </a:solidFill>
                <a:latin typeface="Verdana" panose="020B0804030504040204" pitchFamily="34" charset="0"/>
              </a:rPr>
              <a:t>i</a:t>
            </a:r>
            <a:r>
              <a:rPr kumimoji="1" lang="zh-CN" altLang="en-US" sz="2400" dirty="0">
                <a:solidFill>
                  <a:prstClr val="black"/>
                </a:solidFill>
                <a:latin typeface="Verdana" panose="020B0804030504040204" pitchFamily="34" charset="0"/>
              </a:rPr>
              <a:t>中的操作</a:t>
            </a:r>
            <a:r>
              <a:rPr kumimoji="1" lang="en-US" altLang="zh-CN" sz="2400" dirty="0">
                <a:solidFill>
                  <a:srgbClr val="FF0000"/>
                </a:solidFill>
                <a:latin typeface="Verdana" panose="020B0804030504040204" pitchFamily="34" charset="0"/>
              </a:rPr>
              <a:t>O</a:t>
            </a:r>
            <a:r>
              <a:rPr kumimoji="1" lang="en-US" altLang="zh-CN" sz="2400" baseline="-25000" dirty="0">
                <a:solidFill>
                  <a:srgbClr val="FF0000"/>
                </a:solidFill>
                <a:latin typeface="Verdana" panose="020B0804030504040204" pitchFamily="34" charset="0"/>
              </a:rPr>
              <a:t>i</a:t>
            </a:r>
            <a:r>
              <a:rPr kumimoji="1" lang="zh-CN" altLang="en-US" sz="2400" dirty="0">
                <a:solidFill>
                  <a:prstClr val="black"/>
                </a:solidFill>
                <a:latin typeface="Verdana" panose="020B0804030504040204" pitchFamily="34" charset="0"/>
              </a:rPr>
              <a:t>发生在</a:t>
            </a:r>
            <a:r>
              <a:rPr kumimoji="1" lang="en-US" altLang="zh-CN" sz="2400" dirty="0">
                <a:solidFill>
                  <a:srgbClr val="FF0000"/>
                </a:solidFill>
                <a:latin typeface="Verdana" panose="020B0804030504040204" pitchFamily="34" charset="0"/>
              </a:rPr>
              <a:t>T</a:t>
            </a:r>
            <a:r>
              <a:rPr kumimoji="1" lang="en-US" altLang="zh-CN" sz="2400" baseline="-25000" dirty="0">
                <a:solidFill>
                  <a:srgbClr val="FF0000"/>
                </a:solidFill>
                <a:latin typeface="Verdana" panose="020B0804030504040204" pitchFamily="34" charset="0"/>
              </a:rPr>
              <a:t>j</a:t>
            </a:r>
            <a:r>
              <a:rPr kumimoji="1" lang="zh-CN" altLang="en-US" sz="2400" dirty="0">
                <a:solidFill>
                  <a:prstClr val="black"/>
                </a:solidFill>
                <a:latin typeface="Verdana" panose="020B0804030504040204" pitchFamily="34" charset="0"/>
              </a:rPr>
              <a:t>中的操作</a:t>
            </a:r>
            <a:r>
              <a:rPr kumimoji="1" lang="en-US" altLang="zh-CN" sz="2400" dirty="0">
                <a:solidFill>
                  <a:srgbClr val="FF0000"/>
                </a:solidFill>
                <a:latin typeface="Verdana" panose="020B0804030504040204" pitchFamily="34" charset="0"/>
              </a:rPr>
              <a:t>O</a:t>
            </a:r>
            <a:r>
              <a:rPr kumimoji="1" lang="en-US" altLang="zh-CN" sz="2400" baseline="-25000" dirty="0">
                <a:solidFill>
                  <a:srgbClr val="FF0000"/>
                </a:solidFill>
                <a:latin typeface="Verdana" panose="020B0804030504040204" pitchFamily="34" charset="0"/>
              </a:rPr>
              <a:t>j</a:t>
            </a:r>
            <a:r>
              <a:rPr kumimoji="1" lang="zh-CN" altLang="en-US" sz="2400" dirty="0">
                <a:solidFill>
                  <a:prstClr val="black"/>
                </a:solidFill>
                <a:latin typeface="Verdana" panose="020B0804030504040204" pitchFamily="34" charset="0"/>
              </a:rPr>
              <a:t>之前，且</a:t>
            </a:r>
            <a:r>
              <a:rPr kumimoji="1" lang="en-US" altLang="zh-CN" sz="2400" dirty="0">
                <a:solidFill>
                  <a:srgbClr val="FF0000"/>
                </a:solidFill>
                <a:latin typeface="Verdana" panose="020B0804030504040204" pitchFamily="34" charset="0"/>
              </a:rPr>
              <a:t>O</a:t>
            </a:r>
            <a:r>
              <a:rPr kumimoji="1" lang="en-US" altLang="zh-CN" sz="2400" baseline="-25000" dirty="0">
                <a:solidFill>
                  <a:srgbClr val="FF0000"/>
                </a:solidFill>
                <a:latin typeface="Verdana" panose="020B0804030504040204" pitchFamily="34" charset="0"/>
              </a:rPr>
              <a:t>i</a:t>
            </a:r>
            <a:r>
              <a:rPr kumimoji="1" lang="zh-CN" altLang="en-US" sz="2400" dirty="0">
                <a:solidFill>
                  <a:prstClr val="black"/>
                </a:solidFill>
                <a:latin typeface="Verdana" panose="020B0804030504040204" pitchFamily="34" charset="0"/>
              </a:rPr>
              <a:t>和</a:t>
            </a:r>
            <a:r>
              <a:rPr kumimoji="1" lang="en-US" altLang="zh-CN" sz="2400" dirty="0">
                <a:solidFill>
                  <a:srgbClr val="FF0000"/>
                </a:solidFill>
                <a:latin typeface="Verdana" panose="020B0804030504040204" pitchFamily="34" charset="0"/>
              </a:rPr>
              <a:t>O</a:t>
            </a:r>
            <a:r>
              <a:rPr kumimoji="1" lang="en-US" altLang="zh-CN" sz="2400" baseline="-25000" dirty="0">
                <a:solidFill>
                  <a:srgbClr val="FF0000"/>
                </a:solidFill>
                <a:latin typeface="Verdana" panose="020B0804030504040204" pitchFamily="34" charset="0"/>
              </a:rPr>
              <a:t>j</a:t>
            </a:r>
            <a:r>
              <a:rPr kumimoji="1" lang="zh-CN" altLang="en-US" sz="2400" dirty="0">
                <a:solidFill>
                  <a:prstClr val="black"/>
                </a:solidFill>
                <a:latin typeface="Verdana" panose="020B0804030504040204" pitchFamily="34" charset="0"/>
              </a:rPr>
              <a:t>是冲突的。</a:t>
            </a:r>
            <a:endParaRPr kumimoji="1" lang="zh-CN" altLang="en-US" sz="2400" dirty="0">
              <a:solidFill>
                <a:prstClr val="black"/>
              </a:solidFill>
              <a:latin typeface="Verdana" panose="020B0804030504040204" pitchFamily="34" charset="0"/>
            </a:endParaRPr>
          </a:p>
          <a:p>
            <a:pPr marL="0" lvl="0" indent="0">
              <a:lnSpc>
                <a:spcPct val="150000"/>
              </a:lnSpc>
              <a:spcBef>
                <a:spcPct val="0"/>
              </a:spcBef>
              <a:buClrTx/>
              <a:buSzTx/>
              <a:buNone/>
              <a:defRPr/>
            </a:pPr>
            <a:endParaRPr kumimoji="1" lang="zh-CN" altLang="en-US" sz="2400" dirty="0">
              <a:solidFill>
                <a:prstClr val="black"/>
              </a:solidFill>
              <a:latin typeface="Verdana" panose="020B0804030504040204" pitchFamily="34" charset="0"/>
            </a:endParaRPr>
          </a:p>
          <a:p>
            <a:pPr marL="0" lvl="0" indent="0">
              <a:lnSpc>
                <a:spcPct val="150000"/>
              </a:lnSpc>
              <a:spcBef>
                <a:spcPct val="0"/>
              </a:spcBef>
              <a:buClrTx/>
              <a:buSzTx/>
              <a:buNone/>
              <a:defRPr/>
            </a:pPr>
            <a:r>
              <a:rPr kumimoji="1" lang="zh-CN" altLang="en-US" sz="2400" dirty="0">
                <a:solidFill>
                  <a:prstClr val="black"/>
                </a:solidFill>
                <a:latin typeface="Verdana" panose="020B0804030504040204" pitchFamily="34" charset="0"/>
              </a:rPr>
              <a:t>如果最后得到一个</a:t>
            </a:r>
            <a:r>
              <a:rPr kumimoji="1" lang="zh-CN" altLang="en-US" sz="2400" dirty="0">
                <a:solidFill>
                  <a:srgbClr val="10CF9B">
                    <a:lumMod val="75000"/>
                  </a:srgbClr>
                </a:solidFill>
                <a:latin typeface="Verdana" panose="020B0804030504040204" pitchFamily="34" charset="0"/>
              </a:rPr>
              <a:t>有向无环图</a:t>
            </a:r>
            <a:r>
              <a:rPr kumimoji="1" lang="zh-CN" altLang="en-US" sz="2400" dirty="0">
                <a:solidFill>
                  <a:prstClr val="black"/>
                </a:solidFill>
                <a:latin typeface="Verdana" panose="020B0804030504040204" pitchFamily="34" charset="0"/>
              </a:rPr>
              <a:t>，则结果是正确的！</a:t>
            </a:r>
            <a:endParaRPr kumimoji="1" lang="zh-CN" altLang="en-US" sz="2400" dirty="0">
              <a:solidFill>
                <a:prstClr val="black"/>
              </a:solidFill>
              <a:latin typeface="Verdana" panose="020B0804030504040204" pitchFamily="34" charset="0"/>
            </a:endParaRPr>
          </a:p>
          <a:p>
            <a:pPr marL="0" marR="0" indent="0" algn="l">
              <a:buNone/>
            </a:pPr>
            <a:endParaRPr lang="zh-CN" altLang="en-US" sz="3600" dirty="0">
              <a:solidFill>
                <a:srgbClr val="FF0000"/>
              </a:solidFill>
            </a:endParaRPr>
          </a:p>
        </p:txBody>
      </p:sp>
      <p:grpSp>
        <p:nvGrpSpPr>
          <p:cNvPr id="100356" name="组合 9"/>
          <p:cNvGrpSpPr/>
          <p:nvPr/>
        </p:nvGrpSpPr>
        <p:grpSpPr bwMode="auto">
          <a:xfrm>
            <a:off x="5634038" y="1035050"/>
            <a:ext cx="2700337" cy="1079500"/>
            <a:chOff x="8840" y="2437"/>
            <a:chExt cx="4252" cy="1700"/>
          </a:xfrm>
        </p:grpSpPr>
        <p:grpSp>
          <p:nvGrpSpPr>
            <p:cNvPr id="100358" name="组合 5"/>
            <p:cNvGrpSpPr/>
            <p:nvPr/>
          </p:nvGrpSpPr>
          <p:grpSpPr bwMode="auto">
            <a:xfrm>
              <a:off x="9335" y="2721"/>
              <a:ext cx="1134" cy="1134"/>
              <a:chOff x="8789" y="1495"/>
              <a:chExt cx="1134" cy="1134"/>
            </a:xfrm>
          </p:grpSpPr>
          <p:sp>
            <p:nvSpPr>
              <p:cNvPr id="2" name="椭圆 1"/>
              <p:cNvSpPr/>
              <p:nvPr/>
            </p:nvSpPr>
            <p:spPr>
              <a:xfrm>
                <a:off x="8789" y="1496"/>
                <a:ext cx="1135" cy="1133"/>
              </a:xfrm>
              <a:prstGeom prst="ellipse">
                <a:avLst/>
              </a:prstGeom>
              <a:noFill/>
              <a:ln w="28575">
                <a:solidFill>
                  <a:schemeClr val="bg1">
                    <a:lumMod val="50000"/>
                  </a:schemeClr>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prstClr val="white"/>
                  </a:solidFill>
                  <a:effectLst/>
                  <a:uLnTx/>
                  <a:uFillTx/>
                  <a:latin typeface="Constantia"/>
                  <a:ea typeface="宋体" pitchFamily="2" charset="-122"/>
                  <a:cs typeface="+mn-cs"/>
                </a:endParaRPr>
              </a:p>
            </p:txBody>
          </p:sp>
          <p:sp>
            <p:nvSpPr>
              <p:cNvPr id="100365" name="文本框 4"/>
              <p:cNvSpPr txBox="1">
                <a:spLocks noChangeArrowheads="1"/>
              </p:cNvSpPr>
              <p:nvPr/>
            </p:nvSpPr>
            <p:spPr bwMode="auto">
              <a:xfrm>
                <a:off x="9011" y="1651"/>
                <a:ext cx="690" cy="8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itchFamily="2" charset="-122"/>
                  </a:defRPr>
                </a:lvl5pPr>
                <a:lvl6pPr marL="2514600" indent="-228600" fontAlgn="base">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itchFamily="2" charset="-122"/>
                  </a:defRPr>
                </a:lvl6pPr>
                <a:lvl7pPr marL="2971800" indent="-228600" fontAlgn="base">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itchFamily="2" charset="-122"/>
                  </a:defRPr>
                </a:lvl7pPr>
                <a:lvl8pPr marL="3429000" indent="-228600" fontAlgn="base">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itchFamily="2" charset="-122"/>
                  </a:defRPr>
                </a:lvl8pPr>
                <a:lvl9pPr marL="3886200" indent="-228600" fontAlgn="base">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dirty="0">
                    <a:ln>
                      <a:noFill/>
                    </a:ln>
                    <a:solidFill>
                      <a:srgbClr val="FF0000"/>
                    </a:solidFill>
                    <a:effectLst/>
                    <a:uLnTx/>
                    <a:uFillTx/>
                    <a:latin typeface="Times New Roman" panose="02020503050405090304" pitchFamily="18" charset="0"/>
                    <a:ea typeface="宋体" pitchFamily="2" charset="-122"/>
                    <a:cs typeface="+mn-cs"/>
                  </a:rPr>
                  <a:t>T</a:t>
                </a:r>
                <a:r>
                  <a:rPr kumimoji="1" lang="en-US" altLang="zh-CN" sz="2800" b="0" i="0" u="none" strike="noStrike" kern="1200" cap="none" spc="0" normalizeH="0" baseline="-25000" noProof="0" dirty="0">
                    <a:ln>
                      <a:noFill/>
                    </a:ln>
                    <a:solidFill>
                      <a:srgbClr val="FF0000"/>
                    </a:solidFill>
                    <a:effectLst/>
                    <a:uLnTx/>
                    <a:uFillTx/>
                    <a:latin typeface="Times New Roman" panose="02020503050405090304" pitchFamily="18" charset="0"/>
                    <a:ea typeface="宋体" pitchFamily="2" charset="-122"/>
                    <a:cs typeface="+mn-cs"/>
                  </a:rPr>
                  <a:t>i</a:t>
                </a:r>
                <a:endParaRPr kumimoji="1" lang="en-US" altLang="zh-CN" sz="2800" b="0" i="0" u="none" strike="noStrike" kern="1200" cap="none" spc="0" normalizeH="0" baseline="-25000" noProof="0" dirty="0">
                  <a:ln>
                    <a:noFill/>
                  </a:ln>
                  <a:solidFill>
                    <a:srgbClr val="FF0000"/>
                  </a:solidFill>
                  <a:effectLst/>
                  <a:uLnTx/>
                  <a:uFillTx/>
                  <a:latin typeface="Times New Roman" panose="02020503050405090304" pitchFamily="18" charset="0"/>
                  <a:ea typeface="宋体" pitchFamily="2" charset="-122"/>
                  <a:cs typeface="+mn-cs"/>
                </a:endParaRPr>
              </a:p>
            </p:txBody>
          </p:sp>
        </p:grpSp>
        <p:grpSp>
          <p:nvGrpSpPr>
            <p:cNvPr id="100359" name="组合 6"/>
            <p:cNvGrpSpPr/>
            <p:nvPr/>
          </p:nvGrpSpPr>
          <p:grpSpPr bwMode="auto">
            <a:xfrm>
              <a:off x="11676" y="2721"/>
              <a:ext cx="1134" cy="1134"/>
              <a:chOff x="8789" y="1495"/>
              <a:chExt cx="1134" cy="1134"/>
            </a:xfrm>
          </p:grpSpPr>
          <p:sp>
            <p:nvSpPr>
              <p:cNvPr id="8" name="椭圆 7"/>
              <p:cNvSpPr/>
              <p:nvPr/>
            </p:nvSpPr>
            <p:spPr>
              <a:xfrm>
                <a:off x="8790" y="1496"/>
                <a:ext cx="1132" cy="1133"/>
              </a:xfrm>
              <a:prstGeom prst="ellipse">
                <a:avLst/>
              </a:prstGeom>
              <a:noFill/>
              <a:ln w="28575">
                <a:solidFill>
                  <a:schemeClr val="bg1">
                    <a:lumMod val="50000"/>
                  </a:schemeClr>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prstClr val="white"/>
                  </a:solidFill>
                  <a:effectLst/>
                  <a:uLnTx/>
                  <a:uFillTx/>
                  <a:latin typeface="Constantia"/>
                  <a:ea typeface="宋体" pitchFamily="2" charset="-122"/>
                  <a:cs typeface="+mn-cs"/>
                </a:endParaRPr>
              </a:p>
            </p:txBody>
          </p:sp>
          <p:sp>
            <p:nvSpPr>
              <p:cNvPr id="100363" name="文本框 8"/>
              <p:cNvSpPr txBox="1">
                <a:spLocks noChangeArrowheads="1"/>
              </p:cNvSpPr>
              <p:nvPr/>
            </p:nvSpPr>
            <p:spPr bwMode="auto">
              <a:xfrm>
                <a:off x="9011" y="1651"/>
                <a:ext cx="690" cy="8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itchFamily="2" charset="-122"/>
                  </a:defRPr>
                </a:lvl5pPr>
                <a:lvl6pPr marL="2514600" indent="-228600" fontAlgn="base">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itchFamily="2" charset="-122"/>
                  </a:defRPr>
                </a:lvl6pPr>
                <a:lvl7pPr marL="2971800" indent="-228600" fontAlgn="base">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itchFamily="2" charset="-122"/>
                  </a:defRPr>
                </a:lvl7pPr>
                <a:lvl8pPr marL="3429000" indent="-228600" fontAlgn="base">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itchFamily="2" charset="-122"/>
                  </a:defRPr>
                </a:lvl8pPr>
                <a:lvl9pPr marL="3886200" indent="-228600" fontAlgn="base">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dirty="0">
                    <a:ln>
                      <a:noFill/>
                    </a:ln>
                    <a:solidFill>
                      <a:srgbClr val="FF0000"/>
                    </a:solidFill>
                    <a:effectLst/>
                    <a:uLnTx/>
                    <a:uFillTx/>
                    <a:latin typeface="Times New Roman" panose="02020503050405090304" pitchFamily="18" charset="0"/>
                    <a:ea typeface="宋体" pitchFamily="2" charset="-122"/>
                    <a:cs typeface="+mn-cs"/>
                  </a:rPr>
                  <a:t>T</a:t>
                </a:r>
                <a:r>
                  <a:rPr kumimoji="1" lang="en-US" altLang="zh-CN" sz="2800" b="0" i="0" u="none" strike="noStrike" kern="1200" cap="none" spc="0" normalizeH="0" baseline="-25000" noProof="0" dirty="0">
                    <a:ln>
                      <a:noFill/>
                    </a:ln>
                    <a:solidFill>
                      <a:srgbClr val="FF0000"/>
                    </a:solidFill>
                    <a:effectLst/>
                    <a:uLnTx/>
                    <a:uFillTx/>
                    <a:latin typeface="Times New Roman" panose="02020503050405090304" pitchFamily="18" charset="0"/>
                    <a:ea typeface="宋体" pitchFamily="2" charset="-122"/>
                    <a:cs typeface="+mn-cs"/>
                  </a:rPr>
                  <a:t>j</a:t>
                </a:r>
                <a:endParaRPr kumimoji="1" lang="en-US" altLang="zh-CN" sz="2800" b="0" i="0" u="none" strike="noStrike" kern="1200" cap="none" spc="0" normalizeH="0" baseline="-25000" noProof="0" dirty="0">
                  <a:ln>
                    <a:noFill/>
                  </a:ln>
                  <a:solidFill>
                    <a:srgbClr val="FF0000"/>
                  </a:solidFill>
                  <a:effectLst/>
                  <a:uLnTx/>
                  <a:uFillTx/>
                  <a:latin typeface="Times New Roman" panose="02020503050405090304" pitchFamily="18" charset="0"/>
                  <a:ea typeface="宋体" pitchFamily="2" charset="-122"/>
                  <a:cs typeface="+mn-cs"/>
                </a:endParaRPr>
              </a:p>
            </p:txBody>
          </p:sp>
        </p:grpSp>
        <p:cxnSp>
          <p:nvCxnSpPr>
            <p:cNvPr id="11" name="直接箭头连接符 10"/>
            <p:cNvCxnSpPr>
              <a:stCxn id="2" idx="6"/>
              <a:endCxn id="8" idx="2"/>
            </p:cNvCxnSpPr>
            <p:nvPr/>
          </p:nvCxnSpPr>
          <p:spPr>
            <a:xfrm>
              <a:off x="10470" y="3287"/>
              <a:ext cx="1207" cy="0"/>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2" name="圆角矩形 11"/>
            <p:cNvSpPr/>
            <p:nvPr/>
          </p:nvSpPr>
          <p:spPr>
            <a:xfrm>
              <a:off x="8840" y="2437"/>
              <a:ext cx="4252" cy="1700"/>
            </a:xfrm>
            <a:prstGeom prst="roundRect">
              <a:avLst/>
            </a:prstGeom>
            <a:noFill/>
            <a:ln w="38100">
              <a:solidFill>
                <a:schemeClr val="bg1">
                  <a:lumMod val="50000"/>
                </a:schemeClr>
              </a:solidFill>
              <a:prstDash val="dash"/>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prstClr val="white"/>
                </a:solidFill>
                <a:effectLst/>
                <a:uLnTx/>
                <a:uFillTx/>
                <a:latin typeface="Constantia"/>
                <a:ea typeface="宋体" pitchFamily="2" charset="-122"/>
                <a:cs typeface="+mn-cs"/>
              </a:endParaRPr>
            </a:p>
          </p:txBody>
        </p:sp>
      </p:grpSp>
      <p:sp>
        <p:nvSpPr>
          <p:cNvPr id="14" name="星形: 十二角 13"/>
          <p:cNvSpPr/>
          <p:nvPr/>
        </p:nvSpPr>
        <p:spPr>
          <a:xfrm>
            <a:off x="168932" y="178581"/>
            <a:ext cx="414700" cy="338336"/>
          </a:xfrm>
          <a:prstGeom prst="star12">
            <a:avLst/>
          </a:prstGeom>
          <a:ln>
            <a:solidFill>
              <a:srgbClr val="FF0000"/>
            </a:solidFill>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prstClr val="black"/>
              </a:solidFill>
              <a:effectLst/>
              <a:uLnTx/>
              <a:uFillTx/>
              <a:latin typeface="Constantia"/>
              <a:ea typeface="宋体" pitchFamily="2" charset="-122"/>
              <a:cs typeface="+mn-cs"/>
            </a:endParaRPr>
          </a:p>
        </p:txBody>
      </p:sp>
      <p:sp>
        <p:nvSpPr>
          <p:cNvPr id="4" name="灯片编号占位符 3"/>
          <p:cNvSpPr>
            <a:spLocks noGrp="1"/>
          </p:cNvSpPr>
          <p:nvPr>
            <p:ph type="sldNum" sz="quarter" idx="10"/>
          </p:nvPr>
        </p:nvSpPr>
        <p:spPr/>
        <p:txBody>
          <a:bodyPr/>
          <a:lstStyle/>
          <a:p>
            <a:pPr>
              <a:defRPr/>
            </a:pPr>
            <a:fld id="{F4F04043-1C08-4BBE-97B7-003515CF2E9C}" type="slidenum">
              <a:rPr lang="en-US" altLang="zh-CN" smtClean="0"/>
            </a:fld>
            <a:endParaRPr lang="en-US" altLang="zh-CN"/>
          </a:p>
        </p:txBody>
      </p:sp>
      <p:sp>
        <p:nvSpPr>
          <p:cNvPr id="5" name="对话气泡: 圆角矩形 4"/>
          <p:cNvSpPr/>
          <p:nvPr/>
        </p:nvSpPr>
        <p:spPr>
          <a:xfrm>
            <a:off x="6372200" y="3588336"/>
            <a:ext cx="914400" cy="612648"/>
          </a:xfrm>
          <a:prstGeom prst="wedgeRoundRectCallout">
            <a:avLst>
              <a:gd name="adj1" fmla="val -92677"/>
              <a:gd name="adj2" fmla="val -51976"/>
              <a:gd name="adj3" fmla="val 16667"/>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dirty="0"/>
              <a:t>时序</a:t>
            </a:r>
            <a:endParaRPr lang="zh-CN" altLang="en-US" dirty="0"/>
          </a:p>
        </p:txBody>
      </p:sp>
    </p:spTree>
  </p:cSld>
  <p:clrMapOvr>
    <a:masterClrMapping/>
  </p:clrMapOvr>
  <p:transition spd="slow"/>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1378" name="组合 5"/>
          <p:cNvGrpSpPr/>
          <p:nvPr/>
        </p:nvGrpSpPr>
        <p:grpSpPr bwMode="auto">
          <a:xfrm>
            <a:off x="5580063" y="1800225"/>
            <a:ext cx="3357562" cy="3059113"/>
            <a:chOff x="5580000" y="1800000"/>
            <a:chExt cx="3357245" cy="3060065"/>
          </a:xfrm>
        </p:grpSpPr>
        <p:grpSp>
          <p:nvGrpSpPr>
            <p:cNvPr id="101393" name="组合 27"/>
            <p:cNvGrpSpPr/>
            <p:nvPr/>
          </p:nvGrpSpPr>
          <p:grpSpPr bwMode="auto">
            <a:xfrm>
              <a:off x="5580000" y="1800000"/>
              <a:ext cx="3357245" cy="3060065"/>
              <a:chOff x="8831" y="3652"/>
              <a:chExt cx="5287" cy="4819"/>
            </a:xfrm>
          </p:grpSpPr>
          <p:grpSp>
            <p:nvGrpSpPr>
              <p:cNvPr id="101397" name="组合 28"/>
              <p:cNvGrpSpPr/>
              <p:nvPr/>
            </p:nvGrpSpPr>
            <p:grpSpPr bwMode="auto">
              <a:xfrm>
                <a:off x="9420" y="4394"/>
                <a:ext cx="1134" cy="1134"/>
                <a:chOff x="8789" y="1495"/>
                <a:chExt cx="1134" cy="1134"/>
              </a:xfrm>
            </p:grpSpPr>
            <p:sp>
              <p:nvSpPr>
                <p:cNvPr id="30" name="椭圆 29"/>
                <p:cNvSpPr/>
                <p:nvPr/>
              </p:nvSpPr>
              <p:spPr>
                <a:xfrm>
                  <a:off x="8790" y="1496"/>
                  <a:ext cx="1132" cy="1133"/>
                </a:xfrm>
                <a:prstGeom prst="ellipse">
                  <a:avLst/>
                </a:prstGeom>
                <a:noFill/>
                <a:ln w="28575">
                  <a:solidFill>
                    <a:schemeClr val="bg1">
                      <a:lumMod val="50000"/>
                    </a:schemeClr>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prstClr val="white"/>
                    </a:solidFill>
                    <a:effectLst/>
                    <a:uLnTx/>
                    <a:uFillTx/>
                    <a:latin typeface="Constantia"/>
                    <a:ea typeface="宋体" pitchFamily="2" charset="-122"/>
                    <a:cs typeface="+mn-cs"/>
                  </a:endParaRPr>
                </a:p>
              </p:txBody>
            </p:sp>
            <p:sp>
              <p:nvSpPr>
                <p:cNvPr id="101408" name="文本框 30"/>
                <p:cNvSpPr txBox="1">
                  <a:spLocks noChangeArrowheads="1"/>
                </p:cNvSpPr>
                <p:nvPr/>
              </p:nvSpPr>
              <p:spPr bwMode="auto">
                <a:xfrm>
                  <a:off x="9011" y="1651"/>
                  <a:ext cx="811" cy="8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itchFamily="2" charset="-122"/>
                    </a:defRPr>
                  </a:lvl5pPr>
                  <a:lvl6pPr marL="2514600" indent="-228600" fontAlgn="base">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itchFamily="2" charset="-122"/>
                    </a:defRPr>
                  </a:lvl6pPr>
                  <a:lvl7pPr marL="2971800" indent="-228600" fontAlgn="base">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itchFamily="2" charset="-122"/>
                    </a:defRPr>
                  </a:lvl7pPr>
                  <a:lvl8pPr marL="3429000" indent="-228600" fontAlgn="base">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itchFamily="2" charset="-122"/>
                    </a:defRPr>
                  </a:lvl8pPr>
                  <a:lvl9pPr marL="3886200" indent="-228600" fontAlgn="base">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a:ln>
                        <a:noFill/>
                      </a:ln>
                      <a:solidFill>
                        <a:srgbClr val="FF0000"/>
                      </a:solidFill>
                      <a:effectLst/>
                      <a:uLnTx/>
                      <a:uFillTx/>
                      <a:latin typeface="Times New Roman" panose="02020503050405090304" pitchFamily="18" charset="0"/>
                      <a:ea typeface="宋体" pitchFamily="2" charset="-122"/>
                      <a:cs typeface="+mn-cs"/>
                    </a:rPr>
                    <a:t>T</a:t>
                  </a:r>
                  <a:r>
                    <a:rPr kumimoji="1" lang="en-US" altLang="zh-CN" sz="2800" b="0" i="0" u="none" strike="noStrike" kern="1200" cap="none" spc="0" normalizeH="0" baseline="-25000" noProof="0">
                      <a:ln>
                        <a:noFill/>
                      </a:ln>
                      <a:solidFill>
                        <a:srgbClr val="FF0000"/>
                      </a:solidFill>
                      <a:effectLst/>
                      <a:uLnTx/>
                      <a:uFillTx/>
                      <a:latin typeface="Times New Roman" panose="02020503050405090304" pitchFamily="18" charset="0"/>
                      <a:ea typeface="宋体" pitchFamily="2" charset="-122"/>
                      <a:cs typeface="+mn-cs"/>
                    </a:rPr>
                    <a:t>1</a:t>
                  </a:r>
                  <a:endParaRPr kumimoji="1" lang="en-US" altLang="zh-CN" sz="2800" b="0" i="0" u="none" strike="noStrike" kern="1200" cap="none" spc="0" normalizeH="0" baseline="-25000" noProof="0">
                    <a:ln>
                      <a:noFill/>
                    </a:ln>
                    <a:solidFill>
                      <a:srgbClr val="FF0000"/>
                    </a:solidFill>
                    <a:effectLst/>
                    <a:uLnTx/>
                    <a:uFillTx/>
                    <a:latin typeface="Times New Roman" panose="02020503050405090304" pitchFamily="18" charset="0"/>
                    <a:ea typeface="宋体" pitchFamily="2" charset="-122"/>
                    <a:cs typeface="+mn-cs"/>
                  </a:endParaRPr>
                </a:p>
              </p:txBody>
            </p:sp>
          </p:grpSp>
          <p:grpSp>
            <p:nvGrpSpPr>
              <p:cNvPr id="101398" name="组合 31"/>
              <p:cNvGrpSpPr/>
              <p:nvPr/>
            </p:nvGrpSpPr>
            <p:grpSpPr bwMode="auto">
              <a:xfrm>
                <a:off x="12416" y="4395"/>
                <a:ext cx="1134" cy="1134"/>
                <a:chOff x="8789" y="1495"/>
                <a:chExt cx="1134" cy="1134"/>
              </a:xfrm>
            </p:grpSpPr>
            <p:sp>
              <p:nvSpPr>
                <p:cNvPr id="33" name="椭圆 32"/>
                <p:cNvSpPr/>
                <p:nvPr/>
              </p:nvSpPr>
              <p:spPr>
                <a:xfrm>
                  <a:off x="8789" y="1495"/>
                  <a:ext cx="1135" cy="1135"/>
                </a:xfrm>
                <a:prstGeom prst="ellipse">
                  <a:avLst/>
                </a:prstGeom>
                <a:noFill/>
                <a:ln w="28575">
                  <a:solidFill>
                    <a:schemeClr val="bg1">
                      <a:lumMod val="50000"/>
                    </a:schemeClr>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prstClr val="white"/>
                    </a:solidFill>
                    <a:effectLst/>
                    <a:uLnTx/>
                    <a:uFillTx/>
                    <a:latin typeface="Constantia"/>
                    <a:ea typeface="宋体" pitchFamily="2" charset="-122"/>
                    <a:cs typeface="+mn-cs"/>
                  </a:endParaRPr>
                </a:p>
              </p:txBody>
            </p:sp>
            <p:sp>
              <p:nvSpPr>
                <p:cNvPr id="101406" name="文本框 33"/>
                <p:cNvSpPr txBox="1">
                  <a:spLocks noChangeArrowheads="1"/>
                </p:cNvSpPr>
                <p:nvPr/>
              </p:nvSpPr>
              <p:spPr bwMode="auto">
                <a:xfrm>
                  <a:off x="9011" y="1651"/>
                  <a:ext cx="811" cy="8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itchFamily="2" charset="-122"/>
                    </a:defRPr>
                  </a:lvl5pPr>
                  <a:lvl6pPr marL="2514600" indent="-228600" fontAlgn="base">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itchFamily="2" charset="-122"/>
                    </a:defRPr>
                  </a:lvl6pPr>
                  <a:lvl7pPr marL="2971800" indent="-228600" fontAlgn="base">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itchFamily="2" charset="-122"/>
                    </a:defRPr>
                  </a:lvl7pPr>
                  <a:lvl8pPr marL="3429000" indent="-228600" fontAlgn="base">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itchFamily="2" charset="-122"/>
                    </a:defRPr>
                  </a:lvl8pPr>
                  <a:lvl9pPr marL="3886200" indent="-228600" fontAlgn="base">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a:ln>
                        <a:noFill/>
                      </a:ln>
                      <a:solidFill>
                        <a:srgbClr val="FF0000"/>
                      </a:solidFill>
                      <a:effectLst/>
                      <a:uLnTx/>
                      <a:uFillTx/>
                      <a:latin typeface="Times New Roman" panose="02020503050405090304" pitchFamily="18" charset="0"/>
                      <a:ea typeface="宋体" pitchFamily="2" charset="-122"/>
                      <a:cs typeface="+mn-cs"/>
                    </a:rPr>
                    <a:t>T</a:t>
                  </a:r>
                  <a:r>
                    <a:rPr kumimoji="1" lang="en-US" altLang="zh-CN" sz="2800" b="0" i="0" u="none" strike="noStrike" kern="1200" cap="none" spc="0" normalizeH="0" baseline="-25000" noProof="0">
                      <a:ln>
                        <a:noFill/>
                      </a:ln>
                      <a:solidFill>
                        <a:srgbClr val="FF0000"/>
                      </a:solidFill>
                      <a:effectLst/>
                      <a:uLnTx/>
                      <a:uFillTx/>
                      <a:latin typeface="Times New Roman" panose="02020503050405090304" pitchFamily="18" charset="0"/>
                      <a:ea typeface="宋体" pitchFamily="2" charset="-122"/>
                      <a:cs typeface="+mn-cs"/>
                    </a:rPr>
                    <a:t>2</a:t>
                  </a:r>
                  <a:endParaRPr kumimoji="1" lang="en-US" altLang="zh-CN" sz="2800" b="0" i="0" u="none" strike="noStrike" kern="1200" cap="none" spc="0" normalizeH="0" baseline="-25000" noProof="0">
                    <a:ln>
                      <a:noFill/>
                    </a:ln>
                    <a:solidFill>
                      <a:srgbClr val="FF0000"/>
                    </a:solidFill>
                    <a:effectLst/>
                    <a:uLnTx/>
                    <a:uFillTx/>
                    <a:latin typeface="Times New Roman" panose="02020503050405090304" pitchFamily="18" charset="0"/>
                    <a:ea typeface="宋体" pitchFamily="2" charset="-122"/>
                    <a:cs typeface="+mn-cs"/>
                  </a:endParaRPr>
                </a:p>
              </p:txBody>
            </p:sp>
          </p:grpSp>
          <p:sp>
            <p:nvSpPr>
              <p:cNvPr id="35" name="圆角矩形 34"/>
              <p:cNvSpPr/>
              <p:nvPr/>
            </p:nvSpPr>
            <p:spPr>
              <a:xfrm>
                <a:off x="8831" y="3652"/>
                <a:ext cx="5287" cy="4819"/>
              </a:xfrm>
              <a:prstGeom prst="roundRect">
                <a:avLst/>
              </a:prstGeom>
              <a:noFill/>
              <a:ln w="38100">
                <a:solidFill>
                  <a:schemeClr val="bg1">
                    <a:lumMod val="50000"/>
                  </a:schemeClr>
                </a:solidFill>
                <a:prstDash val="dash"/>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prstClr val="white"/>
                  </a:solidFill>
                  <a:effectLst/>
                  <a:uLnTx/>
                  <a:uFillTx/>
                  <a:latin typeface="Constantia"/>
                  <a:ea typeface="宋体" pitchFamily="2" charset="-122"/>
                  <a:cs typeface="+mn-cs"/>
                </a:endParaRPr>
              </a:p>
            </p:txBody>
          </p:sp>
          <p:grpSp>
            <p:nvGrpSpPr>
              <p:cNvPr id="101400" name="组合 35"/>
              <p:cNvGrpSpPr/>
              <p:nvPr/>
            </p:nvGrpSpPr>
            <p:grpSpPr bwMode="auto">
              <a:xfrm>
                <a:off x="10908" y="6619"/>
                <a:ext cx="1134" cy="1134"/>
                <a:chOff x="8789" y="1495"/>
                <a:chExt cx="1134" cy="1134"/>
              </a:xfrm>
            </p:grpSpPr>
            <p:sp>
              <p:nvSpPr>
                <p:cNvPr id="37" name="椭圆 36"/>
                <p:cNvSpPr/>
                <p:nvPr/>
              </p:nvSpPr>
              <p:spPr>
                <a:xfrm>
                  <a:off x="8789" y="1494"/>
                  <a:ext cx="1135" cy="1135"/>
                </a:xfrm>
                <a:prstGeom prst="ellipse">
                  <a:avLst/>
                </a:prstGeom>
                <a:noFill/>
                <a:ln w="28575">
                  <a:solidFill>
                    <a:schemeClr val="bg1">
                      <a:lumMod val="50000"/>
                    </a:schemeClr>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prstClr val="white"/>
                    </a:solidFill>
                    <a:effectLst/>
                    <a:uLnTx/>
                    <a:uFillTx/>
                    <a:latin typeface="Constantia"/>
                    <a:ea typeface="宋体" pitchFamily="2" charset="-122"/>
                    <a:cs typeface="+mn-cs"/>
                  </a:endParaRPr>
                </a:p>
              </p:txBody>
            </p:sp>
            <p:sp>
              <p:nvSpPr>
                <p:cNvPr id="101404" name="文本框 37"/>
                <p:cNvSpPr txBox="1">
                  <a:spLocks noChangeArrowheads="1"/>
                </p:cNvSpPr>
                <p:nvPr/>
              </p:nvSpPr>
              <p:spPr bwMode="auto">
                <a:xfrm>
                  <a:off x="9011" y="1651"/>
                  <a:ext cx="811" cy="8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itchFamily="2" charset="-122"/>
                    </a:defRPr>
                  </a:lvl5pPr>
                  <a:lvl6pPr marL="2514600" indent="-228600" fontAlgn="base">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itchFamily="2" charset="-122"/>
                    </a:defRPr>
                  </a:lvl6pPr>
                  <a:lvl7pPr marL="2971800" indent="-228600" fontAlgn="base">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itchFamily="2" charset="-122"/>
                    </a:defRPr>
                  </a:lvl7pPr>
                  <a:lvl8pPr marL="3429000" indent="-228600" fontAlgn="base">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itchFamily="2" charset="-122"/>
                    </a:defRPr>
                  </a:lvl8pPr>
                  <a:lvl9pPr marL="3886200" indent="-228600" fontAlgn="base">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dirty="0">
                      <a:ln>
                        <a:noFill/>
                      </a:ln>
                      <a:solidFill>
                        <a:srgbClr val="FF0000"/>
                      </a:solidFill>
                      <a:effectLst/>
                      <a:uLnTx/>
                      <a:uFillTx/>
                      <a:latin typeface="Times New Roman" panose="02020503050405090304" pitchFamily="18" charset="0"/>
                      <a:ea typeface="宋体" pitchFamily="2" charset="-122"/>
                      <a:cs typeface="+mn-cs"/>
                    </a:rPr>
                    <a:t>T</a:t>
                  </a:r>
                  <a:r>
                    <a:rPr kumimoji="1" lang="en-US" altLang="zh-CN" sz="2800" b="0" i="0" u="none" strike="noStrike" kern="1200" cap="none" spc="0" normalizeH="0" baseline="-25000" noProof="0" dirty="0">
                      <a:ln>
                        <a:noFill/>
                      </a:ln>
                      <a:solidFill>
                        <a:srgbClr val="FF0000"/>
                      </a:solidFill>
                      <a:effectLst/>
                      <a:uLnTx/>
                      <a:uFillTx/>
                      <a:latin typeface="Times New Roman" panose="02020503050405090304" pitchFamily="18" charset="0"/>
                      <a:ea typeface="宋体" pitchFamily="2" charset="-122"/>
                      <a:cs typeface="+mn-cs"/>
                    </a:rPr>
                    <a:t>3</a:t>
                  </a:r>
                  <a:endParaRPr kumimoji="1" lang="en-US" altLang="zh-CN" sz="2800" b="0" i="0" u="none" strike="noStrike" kern="1200" cap="none" spc="0" normalizeH="0" baseline="-25000" noProof="0" dirty="0">
                    <a:ln>
                      <a:noFill/>
                    </a:ln>
                    <a:solidFill>
                      <a:srgbClr val="FF0000"/>
                    </a:solidFill>
                    <a:effectLst/>
                    <a:uLnTx/>
                    <a:uFillTx/>
                    <a:latin typeface="Times New Roman" panose="02020503050405090304" pitchFamily="18" charset="0"/>
                    <a:ea typeface="宋体" pitchFamily="2" charset="-122"/>
                    <a:cs typeface="+mn-cs"/>
                  </a:endParaRPr>
                </a:p>
              </p:txBody>
            </p:sp>
          </p:grpSp>
          <p:cxnSp>
            <p:nvCxnSpPr>
              <p:cNvPr id="39" name="直接箭头连接符 38"/>
              <p:cNvCxnSpPr>
                <a:stCxn id="33" idx="2"/>
                <a:endCxn id="30" idx="6"/>
              </p:cNvCxnSpPr>
              <p:nvPr/>
            </p:nvCxnSpPr>
            <p:spPr>
              <a:xfrm flipH="1" flipV="1">
                <a:off x="10553" y="4960"/>
                <a:ext cx="1862" cy="2"/>
              </a:xfrm>
              <a:prstGeom prst="straightConnector1">
                <a:avLst/>
              </a:prstGeom>
              <a:ln w="38100">
                <a:solidFill>
                  <a:srgbClr val="FF0000"/>
                </a:solidFill>
                <a:headEnd type="none"/>
                <a:tailEnd type="triangle" w="med" len="med"/>
              </a:ln>
            </p:spPr>
            <p:style>
              <a:lnRef idx="1">
                <a:schemeClr val="accent1"/>
              </a:lnRef>
              <a:fillRef idx="0">
                <a:schemeClr val="accent1"/>
              </a:fillRef>
              <a:effectRef idx="0">
                <a:schemeClr val="accent1"/>
              </a:effectRef>
              <a:fontRef idx="minor">
                <a:schemeClr val="tx1"/>
              </a:fontRef>
            </p:style>
          </p:cxnSp>
          <p:sp>
            <p:nvSpPr>
              <p:cNvPr id="40" name="文本框 39"/>
              <p:cNvSpPr txBox="1"/>
              <p:nvPr/>
            </p:nvSpPr>
            <p:spPr>
              <a:xfrm>
                <a:off x="10111" y="5748"/>
                <a:ext cx="652" cy="823"/>
              </a:xfrm>
              <a:prstGeom prst="rect">
                <a:avLst/>
              </a:prstGeom>
              <a:noFill/>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dirty="0">
                    <a:ln>
                      <a:noFill/>
                    </a:ln>
                    <a:solidFill>
                      <a:prstClr val="black"/>
                    </a:solidFill>
                    <a:effectLst>
                      <a:outerShdw blurRad="38100" dist="19050" dir="2700000" algn="tl" rotWithShape="0">
                        <a:prstClr val="black">
                          <a:alpha val="40000"/>
                        </a:prstClr>
                      </a:outerShdw>
                    </a:effectLst>
                    <a:uLnTx/>
                    <a:uFillTx/>
                    <a:latin typeface="Verdana" panose="020B0804030504040204" pitchFamily="34" charset="0"/>
                    <a:ea typeface="宋体" pitchFamily="2" charset="-122"/>
                    <a:cs typeface="+mn-cs"/>
                  </a:rPr>
                  <a:t>A</a:t>
                </a:r>
                <a:endParaRPr kumimoji="1" lang="en-US" altLang="zh-CN" sz="2800" b="0" i="0" u="none" strike="noStrike" kern="1200" cap="none" spc="0" normalizeH="0" baseline="0" noProof="0" dirty="0">
                  <a:ln>
                    <a:noFill/>
                  </a:ln>
                  <a:solidFill>
                    <a:prstClr val="black"/>
                  </a:solidFill>
                  <a:effectLst>
                    <a:outerShdw blurRad="38100" dist="19050" dir="2700000" algn="tl" rotWithShape="0">
                      <a:prstClr val="black">
                        <a:alpha val="40000"/>
                      </a:prstClr>
                    </a:outerShdw>
                  </a:effectLst>
                  <a:uLnTx/>
                  <a:uFillTx/>
                  <a:latin typeface="Verdana" panose="020B0804030504040204" pitchFamily="34" charset="0"/>
                  <a:ea typeface="宋体" pitchFamily="2" charset="-122"/>
                  <a:cs typeface="+mn-cs"/>
                </a:endParaRPr>
              </a:p>
            </p:txBody>
          </p:sp>
        </p:grpSp>
        <p:cxnSp>
          <p:nvCxnSpPr>
            <p:cNvPr id="41" name="直接箭头连接符 40"/>
            <p:cNvCxnSpPr>
              <a:stCxn id="30" idx="5"/>
              <a:endCxn id="37" idx="1"/>
            </p:cNvCxnSpPr>
            <p:nvPr/>
          </p:nvCxnSpPr>
          <p:spPr>
            <a:xfrm>
              <a:off x="6568919" y="2886188"/>
              <a:ext cx="434934" cy="903569"/>
            </a:xfrm>
            <a:prstGeom prst="straightConnector1">
              <a:avLst/>
            </a:prstGeom>
            <a:ln w="38100">
              <a:solidFill>
                <a:srgbClr val="FF0000"/>
              </a:solidFill>
              <a:headEnd type="none"/>
              <a:tailEnd type="triangle" w="med" len="med"/>
            </a:ln>
          </p:spPr>
          <p:style>
            <a:lnRef idx="1">
              <a:schemeClr val="accent1"/>
            </a:lnRef>
            <a:fillRef idx="0">
              <a:schemeClr val="accent1"/>
            </a:fillRef>
            <a:effectRef idx="0">
              <a:schemeClr val="accent1"/>
            </a:effectRef>
            <a:fontRef idx="minor">
              <a:schemeClr val="tx1"/>
            </a:fontRef>
          </p:style>
        </p:cxnSp>
        <p:sp>
          <p:nvSpPr>
            <p:cNvPr id="42" name="文本框 41"/>
            <p:cNvSpPr txBox="1"/>
            <p:nvPr/>
          </p:nvSpPr>
          <p:spPr>
            <a:xfrm>
              <a:off x="7075284" y="2131891"/>
              <a:ext cx="426997" cy="520862"/>
            </a:xfrm>
            <a:prstGeom prst="rect">
              <a:avLst/>
            </a:prstGeom>
            <a:noFill/>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dirty="0">
                  <a:ln>
                    <a:noFill/>
                  </a:ln>
                  <a:solidFill>
                    <a:prstClr val="black"/>
                  </a:solidFill>
                  <a:effectLst>
                    <a:outerShdw blurRad="38100" dist="19050" dir="2700000" algn="tl" rotWithShape="0">
                      <a:prstClr val="black">
                        <a:alpha val="40000"/>
                      </a:prstClr>
                    </a:outerShdw>
                  </a:effectLst>
                  <a:uLnTx/>
                  <a:uFillTx/>
                  <a:latin typeface="Verdana" panose="020B0804030504040204" pitchFamily="34" charset="0"/>
                  <a:ea typeface="宋体" pitchFamily="2" charset="-122"/>
                  <a:cs typeface="+mn-cs"/>
                </a:rPr>
                <a:t>B</a:t>
              </a:r>
              <a:endParaRPr kumimoji="1" lang="en-US" altLang="zh-CN" sz="2800" b="0" i="0" u="none" strike="noStrike" kern="1200" cap="none" spc="0" normalizeH="0" baseline="0" noProof="0" dirty="0">
                <a:ln>
                  <a:noFill/>
                </a:ln>
                <a:solidFill>
                  <a:prstClr val="black"/>
                </a:solidFill>
                <a:effectLst>
                  <a:outerShdw blurRad="38100" dist="19050" dir="2700000" algn="tl" rotWithShape="0">
                    <a:prstClr val="black">
                      <a:alpha val="40000"/>
                    </a:prstClr>
                  </a:outerShdw>
                </a:effectLst>
                <a:uLnTx/>
                <a:uFillTx/>
                <a:latin typeface="Verdana" panose="020B0804030504040204" pitchFamily="34" charset="0"/>
                <a:ea typeface="宋体" pitchFamily="2" charset="-122"/>
                <a:cs typeface="+mn-cs"/>
              </a:endParaRPr>
            </a:p>
          </p:txBody>
        </p:sp>
        <p:sp>
          <p:nvSpPr>
            <p:cNvPr id="101396" name="文本框 1"/>
            <p:cNvSpPr txBox="1">
              <a:spLocks noChangeArrowheads="1"/>
            </p:cNvSpPr>
            <p:nvPr/>
          </p:nvSpPr>
          <p:spPr bwMode="auto">
            <a:xfrm>
              <a:off x="5754370" y="4193540"/>
              <a:ext cx="1249680"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itchFamily="2" charset="-122"/>
                </a:defRPr>
              </a:lvl5pPr>
              <a:lvl6pPr marL="2514600" indent="-228600" fontAlgn="base">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itchFamily="2" charset="-122"/>
                </a:defRPr>
              </a:lvl6pPr>
              <a:lvl7pPr marL="2971800" indent="-228600" fontAlgn="base">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itchFamily="2" charset="-122"/>
                </a:defRPr>
              </a:lvl7pPr>
              <a:lvl8pPr marL="3429000" indent="-228600" fontAlgn="base">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itchFamily="2" charset="-122"/>
                </a:defRPr>
              </a:lvl8pPr>
              <a:lvl9pPr marL="3886200" indent="-228600" fontAlgn="base">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800" b="0" i="0" u="none" strike="noStrike" kern="1200" cap="none" spc="0" normalizeH="0" baseline="0" noProof="0" dirty="0">
                  <a:ln>
                    <a:noFill/>
                  </a:ln>
                  <a:solidFill>
                    <a:srgbClr val="FF0000"/>
                  </a:solidFill>
                  <a:effectLst/>
                  <a:uLnTx/>
                  <a:uFillTx/>
                  <a:latin typeface="Times New Roman" panose="02020503050405090304" pitchFamily="18" charset="0"/>
                  <a:ea typeface="宋体" pitchFamily="2" charset="-122"/>
                  <a:cs typeface="+mn-cs"/>
                </a:rPr>
                <a:t>无环！</a:t>
              </a:r>
              <a:endParaRPr kumimoji="1" lang="zh-CN" altLang="en-US" sz="2800" b="0" i="0" u="none" strike="noStrike" kern="1200" cap="none" spc="0" normalizeH="0" baseline="0" noProof="0" dirty="0">
                <a:ln>
                  <a:noFill/>
                </a:ln>
                <a:solidFill>
                  <a:srgbClr val="FF0000"/>
                </a:solidFill>
                <a:effectLst/>
                <a:uLnTx/>
                <a:uFillTx/>
                <a:latin typeface="Times New Roman" panose="02020503050405090304" pitchFamily="18" charset="0"/>
                <a:ea typeface="宋体" pitchFamily="2" charset="-122"/>
                <a:cs typeface="+mn-cs"/>
              </a:endParaRPr>
            </a:p>
          </p:txBody>
        </p:sp>
      </p:grpSp>
      <p:sp>
        <p:nvSpPr>
          <p:cNvPr id="101379" name="文本框 3"/>
          <p:cNvSpPr txBox="1">
            <a:spLocks noChangeArrowheads="1"/>
          </p:cNvSpPr>
          <p:nvPr/>
        </p:nvSpPr>
        <p:spPr bwMode="auto">
          <a:xfrm>
            <a:off x="5751982" y="5263102"/>
            <a:ext cx="329565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itchFamily="2" charset="-122"/>
              </a:defRPr>
            </a:lvl5pPr>
            <a:lvl6pPr marL="2514600" indent="-228600" fontAlgn="base">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itchFamily="2" charset="-122"/>
              </a:defRPr>
            </a:lvl6pPr>
            <a:lvl7pPr marL="2971800" indent="-228600" fontAlgn="base">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itchFamily="2" charset="-122"/>
              </a:defRPr>
            </a:lvl7pPr>
            <a:lvl8pPr marL="3429000" indent="-228600" fontAlgn="base">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itchFamily="2" charset="-122"/>
              </a:defRPr>
            </a:lvl8pPr>
            <a:lvl9pPr marL="3886200" indent="-228600" fontAlgn="base">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4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rPr>
              <a:t>串行调度的依赖图一定是有向无环图。</a:t>
            </a:r>
            <a:endParaRPr kumimoji="1" lang="zh-CN" altLang="en-US" sz="24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endParaRPr>
          </a:p>
        </p:txBody>
      </p:sp>
      <p:grpSp>
        <p:nvGrpSpPr>
          <p:cNvPr id="101383" name="组合 23"/>
          <p:cNvGrpSpPr/>
          <p:nvPr/>
        </p:nvGrpSpPr>
        <p:grpSpPr bwMode="auto">
          <a:xfrm>
            <a:off x="142899" y="1293394"/>
            <a:ext cx="5397338" cy="5447974"/>
            <a:chOff x="1134" y="2374"/>
            <a:chExt cx="7500" cy="7434"/>
          </a:xfrm>
        </p:grpSpPr>
        <p:sp>
          <p:nvSpPr>
            <p:cNvPr id="12" name="矩形: 圆角 11"/>
            <p:cNvSpPr/>
            <p:nvPr/>
          </p:nvSpPr>
          <p:spPr>
            <a:xfrm>
              <a:off x="1134" y="2374"/>
              <a:ext cx="7500" cy="7434"/>
            </a:xfrm>
            <a:prstGeom prst="roundRect">
              <a:avLst>
                <a:gd name="adj" fmla="val 9527"/>
              </a:avLst>
            </a:prstGeom>
            <a:noFill/>
            <a:ln w="28575">
              <a:solidFill>
                <a:schemeClr val="tx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tIns="0"/>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3200" b="0" i="0" u="none" strike="noStrike" kern="1200" cap="none" spc="0" normalizeH="0" baseline="0" noProof="0" dirty="0">
                  <a:ln w="0"/>
                  <a:solidFill>
                    <a:srgbClr val="0F6FC6"/>
                  </a:solidFill>
                  <a:effectLst>
                    <a:outerShdw blurRad="38100" dist="25400" dir="5400000" algn="ctr" rotWithShape="0">
                      <a:srgbClr val="6E747A">
                        <a:alpha val="43000"/>
                      </a:srgbClr>
                    </a:outerShdw>
                  </a:effectLst>
                  <a:uLnTx/>
                  <a:uFillTx/>
                  <a:latin typeface="Arial" panose="020B0604020202090204" pitchFamily="34" charset="0"/>
                  <a:ea typeface="宋体" pitchFamily="2" charset="-122"/>
                  <a:cs typeface="Arial" panose="020B0604020202090204" pitchFamily="34" charset="0"/>
                </a:rPr>
                <a:t>S</a:t>
              </a:r>
              <a:endParaRPr kumimoji="1" lang="zh-CN" altLang="en-US" sz="3200" b="0" i="0" u="none" strike="noStrike" kern="1200" cap="none" spc="0" normalizeH="0" baseline="-25000" noProof="0" dirty="0">
                <a:ln w="0"/>
                <a:solidFill>
                  <a:srgbClr val="0F6FC6"/>
                </a:solidFill>
                <a:effectLst>
                  <a:outerShdw blurRad="38100" dist="25400" dir="5400000" algn="ctr" rotWithShape="0">
                    <a:srgbClr val="6E747A">
                      <a:alpha val="43000"/>
                    </a:srgbClr>
                  </a:outerShdw>
                </a:effectLst>
                <a:uLnTx/>
                <a:uFillTx/>
                <a:latin typeface="Arial" panose="020B0604020202090204" pitchFamily="34" charset="0"/>
                <a:ea typeface="宋体" pitchFamily="2" charset="-122"/>
                <a:cs typeface="Arial" panose="020B0604020202090204" pitchFamily="34" charset="0"/>
              </a:endParaRPr>
            </a:p>
          </p:txBody>
        </p:sp>
        <p:sp>
          <p:nvSpPr>
            <p:cNvPr id="13" name="矩形 12"/>
            <p:cNvSpPr/>
            <p:nvPr/>
          </p:nvSpPr>
          <p:spPr>
            <a:xfrm>
              <a:off x="1285" y="3536"/>
              <a:ext cx="2270" cy="5977"/>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en-US" altLang="zh-CN" sz="2200" b="1" i="0" u="none" strike="noStrike" kern="1200" cap="none" spc="0" normalizeH="0" baseline="0" noProof="0" dirty="0">
                <a:ln>
                  <a:noFill/>
                </a:ln>
                <a:solidFill>
                  <a:prstClr val="black"/>
                </a:solidFill>
                <a:effectLst/>
                <a:uLnTx/>
                <a:uFillTx/>
                <a:latin typeface="Arial" panose="020B0604020202090204" pitchFamily="34" charset="0"/>
                <a:ea typeface="宋体" pitchFamily="2" charset="-122"/>
                <a:cs typeface="Arial" panose="020B0604020202090204" pitchFamily="34" charset="0"/>
              </a:endParaRPr>
            </a:p>
            <a:p>
              <a:pPr marL="0" marR="0" lvl="0" indent="0" algn="just" defTabSz="914400" rtl="0" eaLnBrk="1" fontAlgn="base" latinLnBrk="0" hangingPunct="1">
                <a:lnSpc>
                  <a:spcPct val="100000"/>
                </a:lnSpc>
                <a:spcBef>
                  <a:spcPct val="0"/>
                </a:spcBef>
                <a:spcAft>
                  <a:spcPct val="0"/>
                </a:spcAft>
                <a:buClrTx/>
                <a:buSzTx/>
                <a:buFontTx/>
                <a:buNone/>
                <a:defRPr/>
              </a:pPr>
              <a:endParaRPr kumimoji="1" lang="en-US" altLang="zh-CN" sz="2200" b="1" i="0" u="none" strike="noStrike" kern="1200" cap="none" spc="0" normalizeH="0" baseline="0" noProof="0" dirty="0">
                <a:ln>
                  <a:noFill/>
                </a:ln>
                <a:solidFill>
                  <a:prstClr val="black"/>
                </a:solidFill>
                <a:effectLst/>
                <a:uLnTx/>
                <a:uFillTx/>
                <a:latin typeface="Arial" panose="020B0604020202090204" pitchFamily="34" charset="0"/>
                <a:ea typeface="宋体" pitchFamily="2" charset="-122"/>
                <a:cs typeface="Arial" panose="020B0604020202090204" pitchFamily="34" charset="0"/>
              </a:endParaRPr>
            </a:p>
            <a:p>
              <a:pPr marL="0" marR="0" lvl="0" indent="0" algn="just" defTabSz="914400" rtl="0" eaLnBrk="1" fontAlgn="base" latinLnBrk="0" hangingPunct="1">
                <a:lnSpc>
                  <a:spcPct val="100000"/>
                </a:lnSpc>
                <a:spcBef>
                  <a:spcPct val="0"/>
                </a:spcBef>
                <a:spcAft>
                  <a:spcPct val="0"/>
                </a:spcAft>
                <a:buClrTx/>
                <a:buSzTx/>
                <a:buFontTx/>
                <a:buNone/>
                <a:defRPr/>
              </a:pPr>
              <a:endParaRPr kumimoji="1" lang="en-US" altLang="zh-CN" sz="2200" b="1" i="0" u="none" strike="noStrike" kern="1200" cap="none" spc="0" normalizeH="0" baseline="0" noProof="0" dirty="0">
                <a:ln>
                  <a:noFill/>
                </a:ln>
                <a:solidFill>
                  <a:prstClr val="black"/>
                </a:solidFill>
                <a:effectLst/>
                <a:uLnTx/>
                <a:uFillTx/>
                <a:latin typeface="Arial" panose="020B0604020202090204" pitchFamily="34" charset="0"/>
                <a:ea typeface="宋体" pitchFamily="2" charset="-122"/>
                <a:cs typeface="Arial" panose="020B0604020202090204" pitchFamily="34" charset="0"/>
              </a:endParaRPr>
            </a:p>
            <a:p>
              <a:pPr marL="0" marR="0" lvl="0" indent="0" algn="just" defTabSz="914400" rtl="0" eaLnBrk="1" fontAlgn="base" latinLnBrk="0" hangingPunct="1">
                <a:lnSpc>
                  <a:spcPct val="100000"/>
                </a:lnSpc>
                <a:spcBef>
                  <a:spcPct val="0"/>
                </a:spcBef>
                <a:spcAft>
                  <a:spcPct val="0"/>
                </a:spcAft>
                <a:buClrTx/>
                <a:buSzTx/>
                <a:buFontTx/>
                <a:buNone/>
                <a:defRPr/>
              </a:pPr>
              <a:r>
                <a:rPr kumimoji="1" lang="en-US" altLang="zh-CN" sz="2200" b="1" i="0" u="none" strike="noStrike" kern="1200" cap="none" spc="0" normalizeH="0" baseline="0" noProof="0" dirty="0">
                  <a:ln>
                    <a:noFill/>
                  </a:ln>
                  <a:solidFill>
                    <a:prstClr val="black"/>
                  </a:solidFill>
                  <a:effectLst/>
                  <a:uLnTx/>
                  <a:uFillTx/>
                  <a:latin typeface="Arial" panose="020B0604020202090204" pitchFamily="34" charset="0"/>
                  <a:ea typeface="宋体" pitchFamily="2" charset="-122"/>
                  <a:cs typeface="Arial" panose="020B0604020202090204" pitchFamily="34" charset="0"/>
                </a:rPr>
                <a:t>BEGIN</a:t>
              </a:r>
              <a:endParaRPr kumimoji="1" lang="en-US" altLang="zh-CN" sz="2200" b="1" i="0" u="none" strike="noStrike" kern="1200" cap="none" spc="0" normalizeH="0" baseline="0" noProof="0" dirty="0">
                <a:ln>
                  <a:noFill/>
                </a:ln>
                <a:solidFill>
                  <a:prstClr val="black"/>
                </a:solidFill>
                <a:effectLst/>
                <a:uLnTx/>
                <a:uFillTx/>
                <a:latin typeface="Arial" panose="020B0604020202090204" pitchFamily="34" charset="0"/>
                <a:ea typeface="宋体" pitchFamily="2" charset="-122"/>
                <a:cs typeface="Arial" panose="020B0604020202090204" pitchFamily="34" charset="0"/>
              </a:endParaRPr>
            </a:p>
            <a:p>
              <a:pPr marL="0" marR="0" lvl="0" indent="0" algn="just" defTabSz="914400" rtl="0" eaLnBrk="1" fontAlgn="base" latinLnBrk="0" hangingPunct="1">
                <a:lnSpc>
                  <a:spcPct val="100000"/>
                </a:lnSpc>
                <a:spcBef>
                  <a:spcPct val="0"/>
                </a:spcBef>
                <a:spcAft>
                  <a:spcPct val="0"/>
                </a:spcAft>
                <a:buClrTx/>
                <a:buSzTx/>
                <a:buFontTx/>
                <a:buNone/>
                <a:defRPr/>
              </a:pPr>
              <a:r>
                <a:rPr kumimoji="1" lang="en-US" altLang="zh-CN" sz="2200" b="1" i="0" u="none" strike="noStrike" kern="1200" cap="none" spc="0" normalizeH="0" baseline="0" noProof="0" dirty="0">
                  <a:ln>
                    <a:noFill/>
                  </a:ln>
                  <a:solidFill>
                    <a:prstClr val="black"/>
                  </a:solidFill>
                  <a:effectLst/>
                  <a:uLnTx/>
                  <a:uFillTx/>
                  <a:latin typeface="Arial" panose="020B0604020202090204" pitchFamily="34" charset="0"/>
                  <a:ea typeface="宋体" pitchFamily="2" charset="-122"/>
                  <a:cs typeface="Arial" panose="020B0604020202090204" pitchFamily="34" charset="0"/>
                </a:rPr>
                <a:t>R(A)</a:t>
              </a:r>
              <a:endParaRPr kumimoji="1" lang="en-US" altLang="zh-CN" sz="2200" b="1" i="0" u="none" strike="noStrike" kern="1200" cap="none" spc="0" normalizeH="0" baseline="0" noProof="0" dirty="0">
                <a:ln>
                  <a:noFill/>
                </a:ln>
                <a:solidFill>
                  <a:prstClr val="black"/>
                </a:solidFill>
                <a:effectLst/>
                <a:uLnTx/>
                <a:uFillTx/>
                <a:latin typeface="Arial" panose="020B0604020202090204" pitchFamily="34" charset="0"/>
                <a:ea typeface="宋体" pitchFamily="2" charset="-122"/>
                <a:cs typeface="Arial" panose="020B0604020202090204" pitchFamily="34" charset="0"/>
              </a:endParaRPr>
            </a:p>
            <a:p>
              <a:pPr marL="0" marR="0" lvl="0" indent="0" algn="just" defTabSz="914400" rtl="0" eaLnBrk="1" fontAlgn="base" latinLnBrk="0" hangingPunct="1">
                <a:lnSpc>
                  <a:spcPct val="100000"/>
                </a:lnSpc>
                <a:spcBef>
                  <a:spcPct val="0"/>
                </a:spcBef>
                <a:spcAft>
                  <a:spcPct val="0"/>
                </a:spcAft>
                <a:buClrTx/>
                <a:buSzTx/>
                <a:buFontTx/>
                <a:buNone/>
                <a:defRPr/>
              </a:pPr>
              <a:r>
                <a:rPr kumimoji="1" lang="en-US" altLang="zh-CN" sz="2200" b="1" i="0" u="none" strike="noStrike" kern="1200" cap="none" spc="0" normalizeH="0" baseline="0" noProof="0" dirty="0">
                  <a:ln>
                    <a:noFill/>
                  </a:ln>
                  <a:solidFill>
                    <a:prstClr val="black"/>
                  </a:solidFill>
                  <a:effectLst/>
                  <a:uLnTx/>
                  <a:uFillTx/>
                  <a:latin typeface="Arial" panose="020B0604020202090204" pitchFamily="34" charset="0"/>
                  <a:ea typeface="宋体" pitchFamily="2" charset="-122"/>
                  <a:cs typeface="Arial" panose="020B0604020202090204" pitchFamily="34" charset="0"/>
                </a:rPr>
                <a:t>W(A)</a:t>
              </a:r>
              <a:endParaRPr kumimoji="1" lang="en-US" altLang="zh-CN" sz="2200" b="1" i="0" u="none" strike="noStrike" kern="1200" cap="none" spc="0" normalizeH="0" baseline="0" noProof="0" dirty="0">
                <a:ln>
                  <a:noFill/>
                </a:ln>
                <a:solidFill>
                  <a:prstClr val="black"/>
                </a:solidFill>
                <a:effectLst/>
                <a:uLnTx/>
                <a:uFillTx/>
                <a:latin typeface="Arial" panose="020B0604020202090204" pitchFamily="34" charset="0"/>
                <a:ea typeface="宋体" pitchFamily="2" charset="-122"/>
                <a:cs typeface="Arial" panose="020B0604020202090204" pitchFamily="34" charset="0"/>
              </a:endParaRPr>
            </a:p>
            <a:p>
              <a:pPr marL="0" marR="0" lvl="0" indent="0" algn="just" defTabSz="914400" rtl="0" eaLnBrk="1" fontAlgn="base" latinLnBrk="0" hangingPunct="1">
                <a:lnSpc>
                  <a:spcPct val="100000"/>
                </a:lnSpc>
                <a:spcBef>
                  <a:spcPct val="0"/>
                </a:spcBef>
                <a:spcAft>
                  <a:spcPct val="0"/>
                </a:spcAft>
                <a:buClrTx/>
                <a:buSzTx/>
                <a:buFontTx/>
                <a:buNone/>
                <a:defRPr/>
              </a:pPr>
              <a:r>
                <a:rPr kumimoji="1" lang="en-US" altLang="zh-CN" sz="2200" b="1" i="0" u="none" strike="noStrike" kern="1200" cap="none" spc="0" normalizeH="0" baseline="0" noProof="0" dirty="0">
                  <a:ln>
                    <a:noFill/>
                  </a:ln>
                  <a:solidFill>
                    <a:prstClr val="black"/>
                  </a:solidFill>
                  <a:effectLst/>
                  <a:uLnTx/>
                  <a:uFillTx/>
                  <a:latin typeface="Arial" panose="020B0604020202090204" pitchFamily="34" charset="0"/>
                  <a:ea typeface="宋体" pitchFamily="2" charset="-122"/>
                  <a:cs typeface="Arial" panose="020B0604020202090204" pitchFamily="34" charset="0"/>
                </a:rPr>
                <a:t>R(B)</a:t>
              </a:r>
              <a:endParaRPr kumimoji="1" lang="en-US" altLang="zh-CN" sz="2200" b="1" i="0" u="none" strike="noStrike" kern="1200" cap="none" spc="0" normalizeH="0" baseline="0" noProof="0" dirty="0">
                <a:ln>
                  <a:noFill/>
                </a:ln>
                <a:solidFill>
                  <a:prstClr val="black"/>
                </a:solidFill>
                <a:effectLst/>
                <a:uLnTx/>
                <a:uFillTx/>
                <a:latin typeface="Arial" panose="020B0604020202090204" pitchFamily="34" charset="0"/>
                <a:ea typeface="宋体" pitchFamily="2" charset="-122"/>
                <a:cs typeface="Arial" panose="020B0604020202090204" pitchFamily="34" charset="0"/>
              </a:endParaRPr>
            </a:p>
            <a:p>
              <a:pPr marL="0" marR="0" lvl="0" indent="0" algn="just" defTabSz="914400" rtl="0" eaLnBrk="1" fontAlgn="base" latinLnBrk="0" hangingPunct="1">
                <a:lnSpc>
                  <a:spcPct val="100000"/>
                </a:lnSpc>
                <a:spcBef>
                  <a:spcPct val="0"/>
                </a:spcBef>
                <a:spcAft>
                  <a:spcPct val="0"/>
                </a:spcAft>
                <a:buClrTx/>
                <a:buSzTx/>
                <a:buFontTx/>
                <a:buNone/>
                <a:defRPr/>
              </a:pPr>
              <a:r>
                <a:rPr kumimoji="1" lang="en-US" altLang="zh-CN" sz="2200" b="1" i="0" u="none" strike="noStrike" kern="1200" cap="none" spc="0" normalizeH="0" baseline="0" noProof="0" dirty="0">
                  <a:ln>
                    <a:noFill/>
                  </a:ln>
                  <a:solidFill>
                    <a:prstClr val="black"/>
                  </a:solidFill>
                  <a:effectLst/>
                  <a:uLnTx/>
                  <a:uFillTx/>
                  <a:latin typeface="Arial" panose="020B0604020202090204" pitchFamily="34" charset="0"/>
                  <a:ea typeface="宋体" pitchFamily="2" charset="-122"/>
                  <a:cs typeface="Arial" panose="020B0604020202090204" pitchFamily="34" charset="0"/>
                </a:rPr>
                <a:t>W(B)</a:t>
              </a:r>
              <a:endParaRPr kumimoji="1" lang="en-US" altLang="zh-CN" sz="2200" b="1" i="0" u="none" strike="noStrike" kern="1200" cap="none" spc="0" normalizeH="0" baseline="0" noProof="0" dirty="0">
                <a:ln>
                  <a:noFill/>
                </a:ln>
                <a:solidFill>
                  <a:prstClr val="black"/>
                </a:solidFill>
                <a:effectLst/>
                <a:uLnTx/>
                <a:uFillTx/>
                <a:latin typeface="Arial" panose="020B0604020202090204" pitchFamily="34" charset="0"/>
                <a:ea typeface="宋体" pitchFamily="2" charset="-122"/>
                <a:cs typeface="Arial" panose="020B0604020202090204" pitchFamily="34" charset="0"/>
              </a:endParaRPr>
            </a:p>
            <a:p>
              <a:pPr marL="0" marR="0" lvl="0" indent="0" algn="just" defTabSz="914400" rtl="0" eaLnBrk="1" fontAlgn="base" latinLnBrk="0" hangingPunct="1">
                <a:lnSpc>
                  <a:spcPct val="100000"/>
                </a:lnSpc>
                <a:spcBef>
                  <a:spcPct val="0"/>
                </a:spcBef>
                <a:spcAft>
                  <a:spcPct val="0"/>
                </a:spcAft>
                <a:buClrTx/>
                <a:buSzTx/>
                <a:buFontTx/>
                <a:buNone/>
                <a:defRPr/>
              </a:pPr>
              <a:r>
                <a:rPr kumimoji="1" lang="en-US" altLang="zh-CN" sz="2200" b="1" i="0" u="none" strike="noStrike" kern="1200" cap="none" spc="0" normalizeH="0" baseline="0" noProof="0" dirty="0">
                  <a:ln>
                    <a:noFill/>
                  </a:ln>
                  <a:solidFill>
                    <a:prstClr val="black"/>
                  </a:solidFill>
                  <a:effectLst/>
                  <a:uLnTx/>
                  <a:uFillTx/>
                  <a:latin typeface="Arial" panose="020B0604020202090204" pitchFamily="34" charset="0"/>
                  <a:ea typeface="宋体" pitchFamily="2" charset="-122"/>
                  <a:cs typeface="Arial" panose="020B0604020202090204" pitchFamily="34" charset="0"/>
                </a:rPr>
                <a:t>COMMIT</a:t>
              </a:r>
              <a:endParaRPr kumimoji="1" lang="zh-CN" altLang="en-US" sz="2200" b="1" i="0" u="none" strike="noStrike" kern="1200" cap="none" spc="0" normalizeH="0" baseline="0" noProof="0" dirty="0">
                <a:ln>
                  <a:noFill/>
                </a:ln>
                <a:solidFill>
                  <a:prstClr val="black"/>
                </a:solidFill>
                <a:effectLst/>
                <a:uLnTx/>
                <a:uFillTx/>
                <a:latin typeface="Arial" panose="020B0604020202090204" pitchFamily="34" charset="0"/>
                <a:ea typeface="宋体" pitchFamily="2" charset="-122"/>
                <a:cs typeface="Arial" panose="020B0604020202090204" pitchFamily="34" charset="0"/>
              </a:endParaRPr>
            </a:p>
          </p:txBody>
        </p:sp>
        <p:sp>
          <p:nvSpPr>
            <p:cNvPr id="101388" name="文本框 13"/>
            <p:cNvSpPr txBox="1">
              <a:spLocks noChangeArrowheads="1"/>
            </p:cNvSpPr>
            <p:nvPr/>
          </p:nvSpPr>
          <p:spPr bwMode="auto">
            <a:xfrm>
              <a:off x="2085" y="3038"/>
              <a:ext cx="754" cy="5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itchFamily="2" charset="-122"/>
                </a:defRPr>
              </a:lvl5pPr>
              <a:lvl6pPr marL="2514600" indent="-228600" fontAlgn="base">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itchFamily="2" charset="-122"/>
                </a:defRPr>
              </a:lvl6pPr>
              <a:lvl7pPr marL="2971800" indent="-228600" fontAlgn="base">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itchFamily="2" charset="-122"/>
                </a:defRPr>
              </a:lvl7pPr>
              <a:lvl8pPr marL="3429000" indent="-228600" fontAlgn="base">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itchFamily="2" charset="-122"/>
                </a:defRPr>
              </a:lvl8pPr>
              <a:lvl9pPr marL="3886200" indent="-228600" fontAlgn="base">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1800" b="0" i="0" u="none" strike="noStrike" kern="1200" cap="none" spc="0" normalizeH="0" baseline="0" noProof="0" dirty="0">
                  <a:ln>
                    <a:noFill/>
                  </a:ln>
                  <a:solidFill>
                    <a:prstClr val="black"/>
                  </a:solidFill>
                  <a:effectLst/>
                  <a:uLnTx/>
                  <a:uFillTx/>
                  <a:latin typeface="Arial" panose="020B0604020202090204" pitchFamily="34" charset="0"/>
                  <a:ea typeface="宋体" pitchFamily="2" charset="-122"/>
                  <a:cs typeface="Arial" panose="020B0604020202090204" pitchFamily="34" charset="0"/>
                </a:rPr>
                <a:t>T</a:t>
              </a:r>
              <a:r>
                <a:rPr kumimoji="1" lang="en-US" altLang="zh-CN" sz="1800" b="0" i="0" u="none" strike="noStrike" kern="1200" cap="none" spc="0" normalizeH="0" baseline="-25000" noProof="0" dirty="0">
                  <a:ln>
                    <a:noFill/>
                  </a:ln>
                  <a:solidFill>
                    <a:prstClr val="black"/>
                  </a:solidFill>
                  <a:effectLst/>
                  <a:uLnTx/>
                  <a:uFillTx/>
                  <a:latin typeface="Arial" panose="020B0604020202090204" pitchFamily="34" charset="0"/>
                  <a:ea typeface="宋体" pitchFamily="2" charset="-122"/>
                  <a:cs typeface="Arial" panose="020B0604020202090204" pitchFamily="34" charset="0"/>
                </a:rPr>
                <a:t>1</a:t>
              </a:r>
              <a:endParaRPr kumimoji="1" lang="zh-CN" altLang="en-US" sz="1800" b="0" i="0" u="none" strike="noStrike" kern="1200" cap="none" spc="0" normalizeH="0" baseline="-25000" noProof="0" dirty="0">
                <a:ln>
                  <a:noFill/>
                </a:ln>
                <a:solidFill>
                  <a:prstClr val="black"/>
                </a:solidFill>
                <a:effectLst/>
                <a:uLnTx/>
                <a:uFillTx/>
                <a:latin typeface="Arial" panose="020B0604020202090204" pitchFamily="34" charset="0"/>
                <a:ea typeface="宋体" pitchFamily="2" charset="-122"/>
                <a:cs typeface="Arial" panose="020B0604020202090204" pitchFamily="34" charset="0"/>
              </a:endParaRPr>
            </a:p>
          </p:txBody>
        </p:sp>
        <p:sp>
          <p:nvSpPr>
            <p:cNvPr id="101389" name="文本框 14"/>
            <p:cNvSpPr txBox="1">
              <a:spLocks noChangeArrowheads="1"/>
            </p:cNvSpPr>
            <p:nvPr/>
          </p:nvSpPr>
          <p:spPr bwMode="auto">
            <a:xfrm>
              <a:off x="4362" y="3038"/>
              <a:ext cx="737" cy="5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itchFamily="2" charset="-122"/>
                </a:defRPr>
              </a:lvl5pPr>
              <a:lvl6pPr marL="2514600" indent="-228600" fontAlgn="base">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itchFamily="2" charset="-122"/>
                </a:defRPr>
              </a:lvl6pPr>
              <a:lvl7pPr marL="2971800" indent="-228600" fontAlgn="base">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itchFamily="2" charset="-122"/>
                </a:defRPr>
              </a:lvl7pPr>
              <a:lvl8pPr marL="3429000" indent="-228600" fontAlgn="base">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itchFamily="2" charset="-122"/>
                </a:defRPr>
              </a:lvl8pPr>
              <a:lvl9pPr marL="3886200" indent="-228600" fontAlgn="base">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1800" b="0" i="0" u="none" strike="noStrike" kern="1200" cap="none" spc="0" normalizeH="0" baseline="0" noProof="0">
                  <a:ln>
                    <a:noFill/>
                  </a:ln>
                  <a:solidFill>
                    <a:prstClr val="black"/>
                  </a:solidFill>
                  <a:effectLst/>
                  <a:uLnTx/>
                  <a:uFillTx/>
                  <a:latin typeface="Arial" panose="020B0604020202090204" pitchFamily="34" charset="0"/>
                  <a:ea typeface="宋体" pitchFamily="2" charset="-122"/>
                  <a:cs typeface="Arial" panose="020B0604020202090204" pitchFamily="34" charset="0"/>
                </a:rPr>
                <a:t>T</a:t>
              </a:r>
              <a:r>
                <a:rPr kumimoji="1" lang="en-US" altLang="zh-CN" sz="1800" b="0" i="0" u="none" strike="noStrike" kern="1200" cap="none" spc="0" normalizeH="0" baseline="-25000" noProof="0">
                  <a:ln>
                    <a:noFill/>
                  </a:ln>
                  <a:solidFill>
                    <a:prstClr val="black"/>
                  </a:solidFill>
                  <a:effectLst/>
                  <a:uLnTx/>
                  <a:uFillTx/>
                  <a:latin typeface="Arial" panose="020B0604020202090204" pitchFamily="34" charset="0"/>
                  <a:ea typeface="宋体" pitchFamily="2" charset="-122"/>
                  <a:cs typeface="Arial" panose="020B0604020202090204" pitchFamily="34" charset="0"/>
                </a:rPr>
                <a:t>2</a:t>
              </a:r>
              <a:endParaRPr kumimoji="1" lang="zh-CN" altLang="en-US" sz="1800" b="0" i="0" u="none" strike="noStrike" kern="1200" cap="none" spc="0" normalizeH="0" baseline="-25000" noProof="0">
                <a:ln>
                  <a:noFill/>
                </a:ln>
                <a:solidFill>
                  <a:prstClr val="black"/>
                </a:solidFill>
                <a:effectLst/>
                <a:uLnTx/>
                <a:uFillTx/>
                <a:latin typeface="Arial" panose="020B0604020202090204" pitchFamily="34" charset="0"/>
                <a:ea typeface="宋体" pitchFamily="2" charset="-122"/>
                <a:cs typeface="Arial" panose="020B0604020202090204" pitchFamily="34" charset="0"/>
              </a:endParaRPr>
            </a:p>
          </p:txBody>
        </p:sp>
        <p:sp>
          <p:nvSpPr>
            <p:cNvPr id="16" name="矩形 15"/>
            <p:cNvSpPr/>
            <p:nvPr/>
          </p:nvSpPr>
          <p:spPr>
            <a:xfrm>
              <a:off x="3555" y="3536"/>
              <a:ext cx="2267" cy="5977"/>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a:lstStyle/>
            <a:p>
              <a:pPr marL="0" marR="0" lvl="0" indent="0" algn="just" defTabSz="914400" rtl="0" eaLnBrk="1" fontAlgn="base" latinLnBrk="0" hangingPunct="1">
                <a:lnSpc>
                  <a:spcPct val="100000"/>
                </a:lnSpc>
                <a:spcBef>
                  <a:spcPct val="0"/>
                </a:spcBef>
                <a:spcAft>
                  <a:spcPct val="0"/>
                </a:spcAft>
                <a:buClrTx/>
                <a:buSzTx/>
                <a:buFontTx/>
                <a:buNone/>
                <a:defRPr/>
              </a:pPr>
              <a:r>
                <a:rPr kumimoji="1" lang="en-US" altLang="zh-CN" sz="2200" b="1" i="0" u="none" strike="noStrike" kern="1200" cap="none" spc="0" normalizeH="0" baseline="0" noProof="0" dirty="0">
                  <a:ln>
                    <a:noFill/>
                  </a:ln>
                  <a:solidFill>
                    <a:prstClr val="black"/>
                  </a:solidFill>
                  <a:effectLst/>
                  <a:uLnTx/>
                  <a:uFillTx/>
                  <a:latin typeface="Arial" panose="020B0604020202090204" pitchFamily="34" charset="0"/>
                  <a:ea typeface="宋体" pitchFamily="2" charset="-122"/>
                  <a:cs typeface="Arial" panose="020B0604020202090204" pitchFamily="34" charset="0"/>
                </a:rPr>
                <a:t>BEGIN</a:t>
              </a:r>
              <a:endParaRPr kumimoji="1" lang="en-US" altLang="zh-CN" sz="2200" b="1" i="0" u="none" strike="noStrike" kern="1200" cap="none" spc="0" normalizeH="0" baseline="0" noProof="0" dirty="0">
                <a:ln>
                  <a:noFill/>
                </a:ln>
                <a:solidFill>
                  <a:prstClr val="black"/>
                </a:solidFill>
                <a:effectLst/>
                <a:uLnTx/>
                <a:uFillTx/>
                <a:latin typeface="Arial" panose="020B0604020202090204" pitchFamily="34" charset="0"/>
                <a:ea typeface="宋体" pitchFamily="2" charset="-122"/>
                <a:cs typeface="Arial" panose="020B0604020202090204" pitchFamily="34" charset="0"/>
              </a:endParaRPr>
            </a:p>
            <a:p>
              <a:pPr marL="0" marR="0" lvl="0" indent="0" algn="just" defTabSz="914400" rtl="0" eaLnBrk="1" fontAlgn="base" latinLnBrk="0" hangingPunct="1">
                <a:lnSpc>
                  <a:spcPct val="100000"/>
                </a:lnSpc>
                <a:spcBef>
                  <a:spcPct val="0"/>
                </a:spcBef>
                <a:spcAft>
                  <a:spcPct val="0"/>
                </a:spcAft>
                <a:buClrTx/>
                <a:buSzTx/>
                <a:buFontTx/>
                <a:buNone/>
                <a:defRPr/>
              </a:pPr>
              <a:r>
                <a:rPr kumimoji="1" lang="en-US" altLang="zh-CN" sz="2200" b="1" i="0" u="none" strike="noStrike" kern="1200" cap="none" spc="0" normalizeH="0" baseline="0" noProof="0" dirty="0">
                  <a:ln>
                    <a:noFill/>
                  </a:ln>
                  <a:solidFill>
                    <a:prstClr val="black"/>
                  </a:solidFill>
                  <a:effectLst/>
                  <a:uLnTx/>
                  <a:uFillTx/>
                  <a:latin typeface="Arial" panose="020B0604020202090204" pitchFamily="34" charset="0"/>
                  <a:ea typeface="宋体" pitchFamily="2" charset="-122"/>
                  <a:cs typeface="Arial" panose="020B0604020202090204" pitchFamily="34" charset="0"/>
                </a:rPr>
                <a:t>R(B)</a:t>
              </a:r>
              <a:endParaRPr kumimoji="1" lang="en-US" altLang="zh-CN" sz="2200" b="1" i="0" u="none" strike="noStrike" kern="1200" cap="none" spc="0" normalizeH="0" baseline="0" noProof="0" dirty="0">
                <a:ln>
                  <a:noFill/>
                </a:ln>
                <a:solidFill>
                  <a:prstClr val="black"/>
                </a:solidFill>
                <a:effectLst/>
                <a:uLnTx/>
                <a:uFillTx/>
                <a:latin typeface="Arial" panose="020B0604020202090204" pitchFamily="34" charset="0"/>
                <a:ea typeface="宋体" pitchFamily="2" charset="-122"/>
                <a:cs typeface="Arial" panose="020B0604020202090204" pitchFamily="34" charset="0"/>
              </a:endParaRPr>
            </a:p>
            <a:p>
              <a:pPr marL="0" marR="0" lvl="0" indent="0" algn="just" defTabSz="914400" rtl="0" eaLnBrk="1" fontAlgn="base" latinLnBrk="0" hangingPunct="1">
                <a:lnSpc>
                  <a:spcPct val="100000"/>
                </a:lnSpc>
                <a:spcBef>
                  <a:spcPct val="0"/>
                </a:spcBef>
                <a:spcAft>
                  <a:spcPct val="0"/>
                </a:spcAft>
                <a:buClrTx/>
                <a:buSzTx/>
                <a:buFontTx/>
                <a:buNone/>
                <a:defRPr/>
              </a:pPr>
              <a:r>
                <a:rPr kumimoji="1" lang="en-US" altLang="zh-CN" sz="2200" b="1" i="0" u="none" strike="noStrike" kern="1200" cap="none" spc="0" normalizeH="0" baseline="0" noProof="0" dirty="0">
                  <a:ln>
                    <a:noFill/>
                  </a:ln>
                  <a:solidFill>
                    <a:prstClr val="black"/>
                  </a:solidFill>
                  <a:effectLst/>
                  <a:uLnTx/>
                  <a:uFillTx/>
                  <a:latin typeface="Arial" panose="020B0604020202090204" pitchFamily="34" charset="0"/>
                  <a:ea typeface="宋体" pitchFamily="2" charset="-122"/>
                  <a:cs typeface="Arial" panose="020B0604020202090204" pitchFamily="34" charset="0"/>
                </a:rPr>
                <a:t>W(B)</a:t>
              </a:r>
              <a:endParaRPr kumimoji="1" lang="en-US" altLang="zh-CN" sz="2200" b="1" i="0" u="none" strike="noStrike" kern="1200" cap="none" spc="0" normalizeH="0" baseline="0" noProof="0" dirty="0">
                <a:ln>
                  <a:noFill/>
                </a:ln>
                <a:solidFill>
                  <a:prstClr val="black"/>
                </a:solidFill>
                <a:effectLst/>
                <a:uLnTx/>
                <a:uFillTx/>
                <a:latin typeface="Arial" panose="020B0604020202090204" pitchFamily="34" charset="0"/>
                <a:ea typeface="宋体" pitchFamily="2" charset="-122"/>
                <a:cs typeface="Arial" panose="020B0604020202090204" pitchFamily="34" charset="0"/>
              </a:endParaRPr>
            </a:p>
            <a:p>
              <a:pPr marL="0" marR="0" lvl="0" indent="0" algn="just" defTabSz="914400" rtl="0" eaLnBrk="1" fontAlgn="base" latinLnBrk="0" hangingPunct="1">
                <a:lnSpc>
                  <a:spcPct val="100000"/>
                </a:lnSpc>
                <a:spcBef>
                  <a:spcPct val="0"/>
                </a:spcBef>
                <a:spcAft>
                  <a:spcPct val="0"/>
                </a:spcAft>
                <a:buClrTx/>
                <a:buSzTx/>
                <a:buFontTx/>
                <a:buNone/>
                <a:defRPr/>
              </a:pPr>
              <a:r>
                <a:rPr kumimoji="1" lang="en-US" altLang="zh-CN" sz="2200" b="1" i="0" u="none" strike="noStrike" kern="1200" cap="none" spc="0" normalizeH="0" baseline="0" noProof="0" dirty="0">
                  <a:ln>
                    <a:noFill/>
                  </a:ln>
                  <a:solidFill>
                    <a:prstClr val="black"/>
                  </a:solidFill>
                  <a:effectLst/>
                  <a:uLnTx/>
                  <a:uFillTx/>
                  <a:latin typeface="Arial" panose="020B0604020202090204" pitchFamily="34" charset="0"/>
                  <a:ea typeface="宋体" pitchFamily="2" charset="-122"/>
                  <a:cs typeface="Arial" panose="020B0604020202090204" pitchFamily="34" charset="0"/>
                </a:rPr>
                <a:t>COMMIT</a:t>
              </a:r>
              <a:endParaRPr kumimoji="1" lang="zh-CN" altLang="en-US" sz="2200" b="1" i="0" u="none" strike="noStrike" kern="1200" cap="none" spc="0" normalizeH="0" baseline="0" noProof="0" dirty="0">
                <a:ln>
                  <a:noFill/>
                </a:ln>
                <a:solidFill>
                  <a:prstClr val="black"/>
                </a:solidFill>
                <a:effectLst/>
                <a:uLnTx/>
                <a:uFillTx/>
                <a:latin typeface="Arial" panose="020B0604020202090204" pitchFamily="34" charset="0"/>
                <a:ea typeface="宋体" pitchFamily="2" charset="-122"/>
                <a:cs typeface="Arial" panose="020B0604020202090204" pitchFamily="34" charset="0"/>
              </a:endParaRPr>
            </a:p>
          </p:txBody>
        </p:sp>
        <p:sp>
          <p:nvSpPr>
            <p:cNvPr id="101391" name="文本框 16"/>
            <p:cNvSpPr txBox="1">
              <a:spLocks noChangeArrowheads="1"/>
            </p:cNvSpPr>
            <p:nvPr/>
          </p:nvSpPr>
          <p:spPr bwMode="auto">
            <a:xfrm>
              <a:off x="6646" y="3038"/>
              <a:ext cx="737" cy="5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itchFamily="2" charset="-122"/>
                </a:defRPr>
              </a:lvl5pPr>
              <a:lvl6pPr marL="2514600" indent="-228600" fontAlgn="base">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itchFamily="2" charset="-122"/>
                </a:defRPr>
              </a:lvl6pPr>
              <a:lvl7pPr marL="2971800" indent="-228600" fontAlgn="base">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itchFamily="2" charset="-122"/>
                </a:defRPr>
              </a:lvl7pPr>
              <a:lvl8pPr marL="3429000" indent="-228600" fontAlgn="base">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itchFamily="2" charset="-122"/>
                </a:defRPr>
              </a:lvl8pPr>
              <a:lvl9pPr marL="3886200" indent="-228600" fontAlgn="base">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1800" b="0" i="0" u="none" strike="noStrike" kern="1200" cap="none" spc="0" normalizeH="0" baseline="0" noProof="0">
                  <a:ln>
                    <a:noFill/>
                  </a:ln>
                  <a:solidFill>
                    <a:prstClr val="black"/>
                  </a:solidFill>
                  <a:effectLst/>
                  <a:uLnTx/>
                  <a:uFillTx/>
                  <a:latin typeface="Arial" panose="020B0604020202090204" pitchFamily="34" charset="0"/>
                  <a:ea typeface="宋体" pitchFamily="2" charset="-122"/>
                  <a:cs typeface="Arial" panose="020B0604020202090204" pitchFamily="34" charset="0"/>
                </a:rPr>
                <a:t>T</a:t>
              </a:r>
              <a:r>
                <a:rPr kumimoji="1" lang="en-US" altLang="zh-CN" sz="1800" b="0" i="0" u="none" strike="noStrike" kern="1200" cap="none" spc="0" normalizeH="0" baseline="-25000" noProof="0">
                  <a:ln>
                    <a:noFill/>
                  </a:ln>
                  <a:solidFill>
                    <a:prstClr val="black"/>
                  </a:solidFill>
                  <a:effectLst/>
                  <a:uLnTx/>
                  <a:uFillTx/>
                  <a:latin typeface="Arial" panose="020B0604020202090204" pitchFamily="34" charset="0"/>
                  <a:ea typeface="宋体" pitchFamily="2" charset="-122"/>
                  <a:cs typeface="Arial" panose="020B0604020202090204" pitchFamily="34" charset="0"/>
                </a:rPr>
                <a:t>3</a:t>
              </a:r>
              <a:endParaRPr kumimoji="1" lang="zh-CN" altLang="en-US" sz="1800" b="0" i="0" u="none" strike="noStrike" kern="1200" cap="none" spc="0" normalizeH="0" baseline="-25000" noProof="0">
                <a:ln>
                  <a:noFill/>
                </a:ln>
                <a:solidFill>
                  <a:prstClr val="black"/>
                </a:solidFill>
                <a:effectLst/>
                <a:uLnTx/>
                <a:uFillTx/>
                <a:latin typeface="Arial" panose="020B0604020202090204" pitchFamily="34" charset="0"/>
                <a:ea typeface="宋体" pitchFamily="2" charset="-122"/>
                <a:cs typeface="Arial" panose="020B0604020202090204" pitchFamily="34" charset="0"/>
              </a:endParaRPr>
            </a:p>
          </p:txBody>
        </p:sp>
        <p:sp>
          <p:nvSpPr>
            <p:cNvPr id="23" name="矩形 22"/>
            <p:cNvSpPr/>
            <p:nvPr/>
          </p:nvSpPr>
          <p:spPr>
            <a:xfrm>
              <a:off x="5820" y="3536"/>
              <a:ext cx="2577" cy="5977"/>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1" lang="en-US" altLang="zh-CN" sz="2200" b="1" i="0" u="none" strike="noStrike" kern="1200" cap="none" spc="0" normalizeH="0" baseline="0" noProof="0" dirty="0">
                <a:ln>
                  <a:noFill/>
                </a:ln>
                <a:solidFill>
                  <a:prstClr val="black"/>
                </a:solidFill>
                <a:effectLst/>
                <a:uLnTx/>
                <a:uFillTx/>
                <a:latin typeface="Arial" panose="020B0604020202090204" pitchFamily="34" charset="0"/>
                <a:ea typeface="宋体" pitchFamily="2" charset="-122"/>
                <a:cs typeface="Arial" panose="020B0604020202090204" pitchFamily="34" charset="0"/>
              </a:endParaRPr>
            </a:p>
            <a:p>
              <a:pPr marL="0" marR="0" lvl="0" indent="0" algn="just" defTabSz="914400" rtl="0" eaLnBrk="1" fontAlgn="base" latinLnBrk="0" hangingPunct="1">
                <a:lnSpc>
                  <a:spcPct val="100000"/>
                </a:lnSpc>
                <a:spcBef>
                  <a:spcPct val="0"/>
                </a:spcBef>
                <a:spcAft>
                  <a:spcPct val="0"/>
                </a:spcAft>
                <a:buClrTx/>
                <a:buSzTx/>
                <a:buFontTx/>
                <a:buNone/>
                <a:defRPr/>
              </a:pPr>
              <a:endParaRPr kumimoji="1" lang="en-US" altLang="zh-CN" sz="2200" b="1" i="0" u="none" strike="noStrike" kern="1200" cap="none" spc="0" normalizeH="0" baseline="0" noProof="0" dirty="0">
                <a:ln>
                  <a:noFill/>
                </a:ln>
                <a:solidFill>
                  <a:prstClr val="black"/>
                </a:solidFill>
                <a:effectLst/>
                <a:uLnTx/>
                <a:uFillTx/>
                <a:latin typeface="Arial" panose="020B0604020202090204" pitchFamily="34" charset="0"/>
                <a:ea typeface="宋体" pitchFamily="2" charset="-122"/>
                <a:cs typeface="Arial" panose="020B0604020202090204" pitchFamily="34" charset="0"/>
              </a:endParaRPr>
            </a:p>
            <a:p>
              <a:pPr marL="0" marR="0" lvl="0" indent="0" algn="just" defTabSz="914400" rtl="0" eaLnBrk="1" fontAlgn="base" latinLnBrk="0" hangingPunct="1">
                <a:lnSpc>
                  <a:spcPct val="100000"/>
                </a:lnSpc>
                <a:spcBef>
                  <a:spcPct val="0"/>
                </a:spcBef>
                <a:spcAft>
                  <a:spcPct val="0"/>
                </a:spcAft>
                <a:buClrTx/>
                <a:buSzTx/>
                <a:buFontTx/>
                <a:buNone/>
                <a:defRPr/>
              </a:pPr>
              <a:endParaRPr kumimoji="1" lang="en-US" altLang="zh-CN" sz="2200" b="1" i="0" u="none" strike="noStrike" kern="1200" cap="none" spc="0" normalizeH="0" baseline="0" noProof="0" dirty="0">
                <a:ln>
                  <a:noFill/>
                </a:ln>
                <a:solidFill>
                  <a:prstClr val="black"/>
                </a:solidFill>
                <a:effectLst/>
                <a:uLnTx/>
                <a:uFillTx/>
                <a:latin typeface="Arial" panose="020B0604020202090204" pitchFamily="34" charset="0"/>
                <a:ea typeface="宋体" pitchFamily="2" charset="-122"/>
                <a:cs typeface="Arial" panose="020B0604020202090204" pitchFamily="34" charset="0"/>
              </a:endParaRPr>
            </a:p>
            <a:p>
              <a:pPr marL="0" marR="0" lvl="0" indent="0" algn="just" defTabSz="914400" rtl="0" eaLnBrk="1" fontAlgn="base" latinLnBrk="0" hangingPunct="1">
                <a:lnSpc>
                  <a:spcPct val="100000"/>
                </a:lnSpc>
                <a:spcBef>
                  <a:spcPct val="0"/>
                </a:spcBef>
                <a:spcAft>
                  <a:spcPct val="0"/>
                </a:spcAft>
                <a:buClrTx/>
                <a:buSzTx/>
                <a:buFontTx/>
                <a:buNone/>
                <a:defRPr/>
              </a:pPr>
              <a:endParaRPr kumimoji="1" lang="en-US" altLang="zh-CN" sz="2200" b="1" i="0" u="none" strike="noStrike" kern="1200" cap="none" spc="0" normalizeH="0" baseline="0" noProof="0" dirty="0">
                <a:ln>
                  <a:noFill/>
                </a:ln>
                <a:solidFill>
                  <a:prstClr val="black"/>
                </a:solidFill>
                <a:effectLst/>
                <a:uLnTx/>
                <a:uFillTx/>
                <a:latin typeface="Arial" panose="020B0604020202090204" pitchFamily="34" charset="0"/>
                <a:ea typeface="宋体" pitchFamily="2" charset="-122"/>
                <a:cs typeface="Arial" panose="020B0604020202090204" pitchFamily="34" charset="0"/>
              </a:endParaRPr>
            </a:p>
            <a:p>
              <a:pPr marL="0" marR="0" lvl="0" indent="0" algn="just" defTabSz="914400" rtl="0" eaLnBrk="1" fontAlgn="base" latinLnBrk="0" hangingPunct="1">
                <a:lnSpc>
                  <a:spcPct val="100000"/>
                </a:lnSpc>
                <a:spcBef>
                  <a:spcPct val="0"/>
                </a:spcBef>
                <a:spcAft>
                  <a:spcPct val="0"/>
                </a:spcAft>
                <a:buClrTx/>
                <a:buSzTx/>
                <a:buFontTx/>
                <a:buNone/>
                <a:defRPr/>
              </a:pPr>
              <a:endParaRPr kumimoji="1" lang="en-US" altLang="zh-CN" sz="2200" b="1" i="0" u="none" strike="noStrike" kern="1200" cap="none" spc="0" normalizeH="0" baseline="0" noProof="0" dirty="0">
                <a:ln>
                  <a:noFill/>
                </a:ln>
                <a:solidFill>
                  <a:prstClr val="black"/>
                </a:solidFill>
                <a:effectLst/>
                <a:uLnTx/>
                <a:uFillTx/>
                <a:latin typeface="Arial" panose="020B0604020202090204" pitchFamily="34" charset="0"/>
                <a:ea typeface="宋体" pitchFamily="2" charset="-122"/>
                <a:cs typeface="Arial" panose="020B0604020202090204" pitchFamily="34" charset="0"/>
              </a:endParaRPr>
            </a:p>
            <a:p>
              <a:pPr marL="0" marR="0" lvl="0" indent="0" algn="just" defTabSz="914400" rtl="0" eaLnBrk="1" fontAlgn="base" latinLnBrk="0" hangingPunct="1">
                <a:lnSpc>
                  <a:spcPct val="100000"/>
                </a:lnSpc>
                <a:spcBef>
                  <a:spcPct val="0"/>
                </a:spcBef>
                <a:spcAft>
                  <a:spcPct val="0"/>
                </a:spcAft>
                <a:buClrTx/>
                <a:buSzTx/>
                <a:buFontTx/>
                <a:buNone/>
                <a:defRPr/>
              </a:pPr>
              <a:endParaRPr kumimoji="1" lang="en-US" altLang="zh-CN" sz="2200" b="1" i="0" u="none" strike="noStrike" kern="1200" cap="none" spc="0" normalizeH="0" baseline="0" noProof="0" dirty="0">
                <a:ln>
                  <a:noFill/>
                </a:ln>
                <a:solidFill>
                  <a:prstClr val="black"/>
                </a:solidFill>
                <a:effectLst/>
                <a:uLnTx/>
                <a:uFillTx/>
                <a:latin typeface="Arial" panose="020B0604020202090204" pitchFamily="34" charset="0"/>
                <a:ea typeface="宋体" pitchFamily="2" charset="-122"/>
                <a:cs typeface="Arial" panose="020B0604020202090204" pitchFamily="34" charset="0"/>
              </a:endParaRPr>
            </a:p>
            <a:p>
              <a:pPr marL="0" marR="0" lvl="0" indent="0" algn="just" defTabSz="914400" rtl="0" eaLnBrk="1" fontAlgn="base" latinLnBrk="0" hangingPunct="1">
                <a:lnSpc>
                  <a:spcPct val="100000"/>
                </a:lnSpc>
                <a:spcBef>
                  <a:spcPct val="0"/>
                </a:spcBef>
                <a:spcAft>
                  <a:spcPct val="0"/>
                </a:spcAft>
                <a:buClrTx/>
                <a:buSzTx/>
                <a:buFontTx/>
                <a:buNone/>
                <a:defRPr/>
              </a:pPr>
              <a:endParaRPr kumimoji="1" lang="en-US" altLang="zh-CN" sz="2200" b="1" i="0" u="none" strike="noStrike" kern="1200" cap="none" spc="0" normalizeH="0" baseline="0" noProof="0" dirty="0">
                <a:ln>
                  <a:noFill/>
                </a:ln>
                <a:solidFill>
                  <a:prstClr val="black"/>
                </a:solidFill>
                <a:effectLst/>
                <a:uLnTx/>
                <a:uFillTx/>
                <a:latin typeface="Arial" panose="020B0604020202090204" pitchFamily="34" charset="0"/>
                <a:ea typeface="宋体" pitchFamily="2" charset="-122"/>
                <a:cs typeface="Arial" panose="020B0604020202090204" pitchFamily="34" charset="0"/>
              </a:endParaRPr>
            </a:p>
            <a:p>
              <a:pPr marL="0" marR="0" lvl="0" indent="0" algn="just" defTabSz="914400" rtl="0" eaLnBrk="1" fontAlgn="base" latinLnBrk="0" hangingPunct="1">
                <a:lnSpc>
                  <a:spcPct val="100000"/>
                </a:lnSpc>
                <a:spcBef>
                  <a:spcPct val="0"/>
                </a:spcBef>
                <a:spcAft>
                  <a:spcPct val="0"/>
                </a:spcAft>
                <a:buClrTx/>
                <a:buSzTx/>
                <a:buFontTx/>
                <a:buNone/>
                <a:defRPr/>
              </a:pPr>
              <a:endParaRPr kumimoji="1" lang="en-US" altLang="zh-CN" sz="2200" b="1" i="0" u="none" strike="noStrike" kern="1200" cap="none" spc="0" normalizeH="0" baseline="0" noProof="0" dirty="0">
                <a:ln>
                  <a:noFill/>
                </a:ln>
                <a:solidFill>
                  <a:prstClr val="black"/>
                </a:solidFill>
                <a:effectLst/>
                <a:uLnTx/>
                <a:uFillTx/>
                <a:latin typeface="Arial" panose="020B0604020202090204" pitchFamily="34" charset="0"/>
                <a:ea typeface="宋体" pitchFamily="2" charset="-122"/>
                <a:cs typeface="Arial" panose="020B0604020202090204" pitchFamily="34" charset="0"/>
              </a:endParaRPr>
            </a:p>
            <a:p>
              <a:pPr marL="0" marR="0" lvl="0" indent="0" algn="just" defTabSz="914400" rtl="0" eaLnBrk="1" fontAlgn="base" latinLnBrk="0" hangingPunct="1">
                <a:lnSpc>
                  <a:spcPct val="100000"/>
                </a:lnSpc>
                <a:spcBef>
                  <a:spcPct val="0"/>
                </a:spcBef>
                <a:spcAft>
                  <a:spcPct val="0"/>
                </a:spcAft>
                <a:buClrTx/>
                <a:buSzTx/>
                <a:buFontTx/>
                <a:buNone/>
                <a:defRPr/>
              </a:pPr>
              <a:r>
                <a:rPr kumimoji="1" lang="en-US" altLang="zh-CN" sz="2200" b="1" i="0" u="none" strike="noStrike" kern="1200" cap="none" spc="0" normalizeH="0" baseline="0" noProof="0" dirty="0">
                  <a:ln>
                    <a:noFill/>
                  </a:ln>
                  <a:solidFill>
                    <a:prstClr val="black"/>
                  </a:solidFill>
                  <a:effectLst/>
                  <a:uLnTx/>
                  <a:uFillTx/>
                  <a:latin typeface="Arial" panose="020B0604020202090204" pitchFamily="34" charset="0"/>
                  <a:ea typeface="宋体" pitchFamily="2" charset="-122"/>
                  <a:cs typeface="Arial" panose="020B0604020202090204" pitchFamily="34" charset="0"/>
                </a:rPr>
                <a:t>BEGIN</a:t>
              </a:r>
              <a:endParaRPr kumimoji="1" lang="en-US" altLang="zh-CN" sz="2200" b="1" i="0" u="none" strike="noStrike" kern="1200" cap="none" spc="0" normalizeH="0" baseline="0" noProof="0" dirty="0">
                <a:ln>
                  <a:noFill/>
                </a:ln>
                <a:solidFill>
                  <a:prstClr val="black"/>
                </a:solidFill>
                <a:effectLst/>
                <a:uLnTx/>
                <a:uFillTx/>
                <a:latin typeface="Arial" panose="020B0604020202090204" pitchFamily="34" charset="0"/>
                <a:ea typeface="宋体" pitchFamily="2" charset="-122"/>
                <a:cs typeface="Arial" panose="020B0604020202090204" pitchFamily="34" charset="0"/>
              </a:endParaRPr>
            </a:p>
            <a:p>
              <a:pPr marL="0" marR="0" lvl="0" indent="0" algn="just" defTabSz="914400" rtl="0" eaLnBrk="1" fontAlgn="base" latinLnBrk="0" hangingPunct="1">
                <a:lnSpc>
                  <a:spcPct val="100000"/>
                </a:lnSpc>
                <a:spcBef>
                  <a:spcPct val="0"/>
                </a:spcBef>
                <a:spcAft>
                  <a:spcPct val="0"/>
                </a:spcAft>
                <a:buClrTx/>
                <a:buSzTx/>
                <a:buFontTx/>
                <a:buNone/>
                <a:defRPr/>
              </a:pPr>
              <a:r>
                <a:rPr kumimoji="1" lang="en-US" altLang="zh-CN" sz="2200" b="1" i="0" u="none" strike="noStrike" kern="1200" cap="none" spc="0" normalizeH="0" baseline="0" noProof="0" dirty="0">
                  <a:ln>
                    <a:noFill/>
                  </a:ln>
                  <a:solidFill>
                    <a:prstClr val="black"/>
                  </a:solidFill>
                  <a:effectLst/>
                  <a:uLnTx/>
                  <a:uFillTx/>
                  <a:latin typeface="Arial" panose="020B0604020202090204" pitchFamily="34" charset="0"/>
                  <a:ea typeface="宋体" pitchFamily="2" charset="-122"/>
                  <a:cs typeface="Arial" panose="020B0604020202090204" pitchFamily="34" charset="0"/>
                </a:rPr>
                <a:t>R(A)</a:t>
              </a:r>
              <a:endParaRPr kumimoji="1" lang="en-US" altLang="zh-CN" sz="2200" b="1" i="0" u="none" strike="noStrike" kern="1200" cap="none" spc="0" normalizeH="0" baseline="0" noProof="0" dirty="0">
                <a:ln>
                  <a:noFill/>
                </a:ln>
                <a:solidFill>
                  <a:prstClr val="black"/>
                </a:solidFill>
                <a:effectLst/>
                <a:uLnTx/>
                <a:uFillTx/>
                <a:latin typeface="Arial" panose="020B0604020202090204" pitchFamily="34" charset="0"/>
                <a:ea typeface="宋体" pitchFamily="2" charset="-122"/>
                <a:cs typeface="Arial" panose="020B0604020202090204" pitchFamily="34" charset="0"/>
              </a:endParaRPr>
            </a:p>
            <a:p>
              <a:pPr marL="0" marR="0" lvl="0" indent="0" algn="just" defTabSz="914400" rtl="0" eaLnBrk="1" fontAlgn="base" latinLnBrk="0" hangingPunct="1">
                <a:lnSpc>
                  <a:spcPct val="100000"/>
                </a:lnSpc>
                <a:spcBef>
                  <a:spcPct val="0"/>
                </a:spcBef>
                <a:spcAft>
                  <a:spcPct val="0"/>
                </a:spcAft>
                <a:buClrTx/>
                <a:buSzTx/>
                <a:buFontTx/>
                <a:buNone/>
                <a:defRPr/>
              </a:pPr>
              <a:r>
                <a:rPr kumimoji="1" lang="en-US" altLang="zh-CN" sz="2200" b="1" i="0" u="none" strike="noStrike" kern="1200" cap="none" spc="0" normalizeH="0" baseline="0" noProof="0" dirty="0">
                  <a:ln>
                    <a:noFill/>
                  </a:ln>
                  <a:solidFill>
                    <a:prstClr val="black"/>
                  </a:solidFill>
                  <a:effectLst/>
                  <a:uLnTx/>
                  <a:uFillTx/>
                  <a:latin typeface="Arial" panose="020B0604020202090204" pitchFamily="34" charset="0"/>
                  <a:ea typeface="宋体" pitchFamily="2" charset="-122"/>
                  <a:cs typeface="Arial" panose="020B0604020202090204" pitchFamily="34" charset="0"/>
                </a:rPr>
                <a:t>W(A)</a:t>
              </a:r>
              <a:endParaRPr kumimoji="1" lang="en-US" altLang="zh-CN" sz="2200" b="1" i="0" u="none" strike="noStrike" kern="1200" cap="none" spc="0" normalizeH="0" baseline="0" noProof="0" dirty="0">
                <a:ln>
                  <a:noFill/>
                </a:ln>
                <a:solidFill>
                  <a:prstClr val="black"/>
                </a:solidFill>
                <a:effectLst/>
                <a:uLnTx/>
                <a:uFillTx/>
                <a:latin typeface="Arial" panose="020B0604020202090204" pitchFamily="34" charset="0"/>
                <a:ea typeface="宋体" pitchFamily="2" charset="-122"/>
                <a:cs typeface="Arial" panose="020B0604020202090204" pitchFamily="34" charset="0"/>
              </a:endParaRPr>
            </a:p>
            <a:p>
              <a:pPr marL="0" marR="0" lvl="0" indent="0" algn="just" defTabSz="914400" rtl="0" eaLnBrk="1" fontAlgn="base" latinLnBrk="0" hangingPunct="1">
                <a:lnSpc>
                  <a:spcPct val="100000"/>
                </a:lnSpc>
                <a:spcBef>
                  <a:spcPct val="0"/>
                </a:spcBef>
                <a:spcAft>
                  <a:spcPct val="0"/>
                </a:spcAft>
                <a:buClrTx/>
                <a:buSzTx/>
                <a:buFontTx/>
                <a:buNone/>
                <a:defRPr/>
              </a:pPr>
              <a:r>
                <a:rPr kumimoji="1" lang="en-US" altLang="zh-CN" sz="2200" b="1" i="0" u="none" strike="noStrike" kern="1200" cap="none" spc="0" normalizeH="0" baseline="0" noProof="0" dirty="0">
                  <a:ln>
                    <a:noFill/>
                  </a:ln>
                  <a:solidFill>
                    <a:prstClr val="black"/>
                  </a:solidFill>
                  <a:effectLst/>
                  <a:uLnTx/>
                  <a:uFillTx/>
                  <a:latin typeface="Arial" panose="020B0604020202090204" pitchFamily="34" charset="0"/>
                  <a:ea typeface="宋体" pitchFamily="2" charset="-122"/>
                  <a:cs typeface="Arial" panose="020B0604020202090204" pitchFamily="34" charset="0"/>
                </a:rPr>
                <a:t>COMMIT</a:t>
              </a:r>
              <a:endParaRPr kumimoji="1" lang="zh-CN" altLang="en-US" sz="2200" b="1" i="0" u="none" strike="noStrike" kern="1200" cap="none" spc="0" normalizeH="0" baseline="0" noProof="0" dirty="0">
                <a:ln>
                  <a:noFill/>
                </a:ln>
                <a:solidFill>
                  <a:prstClr val="black"/>
                </a:solidFill>
                <a:effectLst/>
                <a:uLnTx/>
                <a:uFillTx/>
                <a:latin typeface="Arial" panose="020B0604020202090204" pitchFamily="34" charset="0"/>
                <a:ea typeface="宋体" pitchFamily="2" charset="-122"/>
                <a:cs typeface="Arial" panose="020B0604020202090204" pitchFamily="34" charset="0"/>
              </a:endParaRPr>
            </a:p>
          </p:txBody>
        </p:sp>
      </p:grpSp>
      <p:sp>
        <p:nvSpPr>
          <p:cNvPr id="2" name="标题 1"/>
          <p:cNvSpPr>
            <a:spLocks noGrp="1"/>
          </p:cNvSpPr>
          <p:nvPr>
            <p:ph type="title"/>
          </p:nvPr>
        </p:nvSpPr>
        <p:spPr>
          <a:xfrm>
            <a:off x="525161" y="490143"/>
            <a:ext cx="8229600" cy="730508"/>
          </a:xfrm>
        </p:spPr>
        <p:txBody>
          <a:bodyPr/>
          <a:lstStyle/>
          <a:p>
            <a:r>
              <a:rPr lang="zh-CN" altLang="en-US" sz="3600" dirty="0"/>
              <a:t>依赖图</a:t>
            </a:r>
            <a:endParaRPr lang="zh-CN" altLang="en-US" sz="3600" dirty="0"/>
          </a:p>
        </p:txBody>
      </p:sp>
      <p:sp>
        <p:nvSpPr>
          <p:cNvPr id="34" name="星形: 十二角 33"/>
          <p:cNvSpPr/>
          <p:nvPr/>
        </p:nvSpPr>
        <p:spPr>
          <a:xfrm>
            <a:off x="168932" y="178581"/>
            <a:ext cx="414700" cy="338336"/>
          </a:xfrm>
          <a:prstGeom prst="star12">
            <a:avLst/>
          </a:prstGeom>
          <a:ln>
            <a:solidFill>
              <a:srgbClr val="FF0000"/>
            </a:solidFill>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prstClr val="black"/>
              </a:solidFill>
              <a:effectLst/>
              <a:uLnTx/>
              <a:uFillTx/>
              <a:latin typeface="Constantia"/>
              <a:ea typeface="宋体" pitchFamily="2" charset="-122"/>
              <a:cs typeface="+mn-cs"/>
            </a:endParaRPr>
          </a:p>
        </p:txBody>
      </p:sp>
      <p:sp>
        <p:nvSpPr>
          <p:cNvPr id="3" name="灯片编号占位符 2"/>
          <p:cNvSpPr>
            <a:spLocks noGrp="1"/>
          </p:cNvSpPr>
          <p:nvPr>
            <p:ph type="sldNum" sz="quarter" idx="10"/>
          </p:nvPr>
        </p:nvSpPr>
        <p:spPr/>
        <p:txBody>
          <a:bodyPr/>
          <a:lstStyle/>
          <a:p>
            <a:pPr>
              <a:defRPr/>
            </a:pPr>
            <a:fld id="{F4F04043-1C08-4BBE-97B7-003515CF2E9C}" type="slidenum">
              <a:rPr lang="en-US" altLang="zh-CN" smtClean="0"/>
            </a:fld>
            <a:endParaRPr lang="en-US" altLang="zh-CN"/>
          </a:p>
        </p:txBody>
      </p:sp>
      <p:sp>
        <p:nvSpPr>
          <p:cNvPr id="36" name="对话气泡: 圆角矩形 35"/>
          <p:cNvSpPr/>
          <p:nvPr/>
        </p:nvSpPr>
        <p:spPr>
          <a:xfrm>
            <a:off x="1098587" y="106005"/>
            <a:ext cx="914400" cy="612648"/>
          </a:xfrm>
          <a:prstGeom prst="wedgeRoundRectCallout">
            <a:avLst>
              <a:gd name="adj1" fmla="val -118890"/>
              <a:gd name="adj2" fmla="val 61051"/>
              <a:gd name="adj3" fmla="val 16667"/>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dirty="0"/>
              <a:t>时序</a:t>
            </a:r>
            <a:endParaRPr lang="zh-CN" altLang="en-US" dirty="0"/>
          </a:p>
        </p:txBody>
      </p:sp>
      <p:sp>
        <p:nvSpPr>
          <p:cNvPr id="4" name="箭头: 下 3"/>
          <p:cNvSpPr/>
          <p:nvPr/>
        </p:nvSpPr>
        <p:spPr>
          <a:xfrm rot="2511931">
            <a:off x="1446577" y="2893467"/>
            <a:ext cx="116757" cy="1662181"/>
          </a:xfrm>
          <a:prstGeom prst="downArrow">
            <a:avLst/>
          </a:prstGeom>
          <a:solidFill>
            <a:srgbClr val="FF0000"/>
          </a:solidFill>
          <a:ln>
            <a:solidFill>
              <a:srgbClr val="FF0000"/>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a:p>
        </p:txBody>
      </p:sp>
      <p:sp>
        <p:nvSpPr>
          <p:cNvPr id="5" name="箭头: 下 4"/>
          <p:cNvSpPr/>
          <p:nvPr/>
        </p:nvSpPr>
        <p:spPr>
          <a:xfrm rot="17720059">
            <a:off x="2212657" y="3258223"/>
            <a:ext cx="122609" cy="2804578"/>
          </a:xfrm>
          <a:prstGeom prst="downArrow">
            <a:avLst/>
          </a:prstGeom>
          <a:solidFill>
            <a:srgbClr val="FF0000"/>
          </a:solidFill>
          <a:ln>
            <a:solidFill>
              <a:srgbClr val="FF0000"/>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a:p>
        </p:txBody>
      </p:sp>
    </p:spTree>
  </p:cSld>
  <p:clrMapOvr>
    <a:masterClrMapping/>
  </p:clrMapOvr>
  <p:transition spd="slow"/>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404664"/>
            <a:ext cx="8229600" cy="422275"/>
          </a:xfrm>
        </p:spPr>
        <p:txBody>
          <a:bodyPr>
            <a:normAutofit fontScale="90000"/>
          </a:bodyPr>
          <a:lstStyle/>
          <a:p>
            <a:r>
              <a:rPr lang="zh-CN" altLang="en-US" sz="3600" dirty="0"/>
              <a:t>依赖图</a:t>
            </a:r>
            <a:r>
              <a:rPr lang="en-US" altLang="zh-CN" sz="3600" dirty="0"/>
              <a:t>——</a:t>
            </a:r>
            <a:r>
              <a:rPr lang="zh-CN" altLang="en-US" sz="3600" dirty="0"/>
              <a:t>练习</a:t>
            </a:r>
            <a:r>
              <a:rPr lang="en-US" altLang="zh-CN" sz="3600" dirty="0"/>
              <a:t>1</a:t>
            </a:r>
            <a:endParaRPr lang="zh-CN" altLang="en-US" sz="3600" dirty="0"/>
          </a:p>
        </p:txBody>
      </p:sp>
      <p:grpSp>
        <p:nvGrpSpPr>
          <p:cNvPr id="102403" name="组合 1"/>
          <p:cNvGrpSpPr/>
          <p:nvPr/>
        </p:nvGrpSpPr>
        <p:grpSpPr bwMode="auto">
          <a:xfrm>
            <a:off x="392906" y="1038410"/>
            <a:ext cx="4764087" cy="5829300"/>
            <a:chOff x="392622" y="849154"/>
            <a:chExt cx="4763983" cy="5828896"/>
          </a:xfrm>
        </p:grpSpPr>
        <p:grpSp>
          <p:nvGrpSpPr>
            <p:cNvPr id="102424" name="组合 26"/>
            <p:cNvGrpSpPr/>
            <p:nvPr/>
          </p:nvGrpSpPr>
          <p:grpSpPr bwMode="auto">
            <a:xfrm>
              <a:off x="392622" y="849154"/>
              <a:ext cx="4763983" cy="5828896"/>
              <a:chOff x="567" y="2663"/>
              <a:chExt cx="4944" cy="7146"/>
            </a:xfrm>
          </p:grpSpPr>
          <p:sp>
            <p:nvSpPr>
              <p:cNvPr id="28" name="矩形: 圆角 27"/>
              <p:cNvSpPr/>
              <p:nvPr/>
            </p:nvSpPr>
            <p:spPr>
              <a:xfrm>
                <a:off x="567" y="2663"/>
                <a:ext cx="4944" cy="7146"/>
              </a:xfrm>
              <a:prstGeom prst="roundRect">
                <a:avLst>
                  <a:gd name="adj" fmla="val 9527"/>
                </a:avLst>
              </a:prstGeom>
              <a:noFill/>
              <a:ln w="28575">
                <a:solidFill>
                  <a:schemeClr val="tx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tIns="0"/>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3200" b="1" i="0" u="none" strike="noStrike" kern="1200" cap="none" spc="0" normalizeH="0" baseline="0" noProof="0" dirty="0">
                    <a:ln w="0"/>
                    <a:solidFill>
                      <a:srgbClr val="0F6FC6"/>
                    </a:solidFill>
                    <a:effectLst>
                      <a:outerShdw blurRad="38100" dist="25400" dir="5400000" algn="ctr" rotWithShape="0">
                        <a:srgbClr val="6E747A">
                          <a:alpha val="43000"/>
                        </a:srgbClr>
                      </a:outerShdw>
                    </a:effectLst>
                    <a:uLnTx/>
                    <a:uFillTx/>
                    <a:latin typeface="Arial" panose="020B0604020202090204" pitchFamily="34" charset="0"/>
                    <a:ea typeface="宋体" pitchFamily="2" charset="-122"/>
                    <a:cs typeface="Arial" panose="020B0604020202090204" pitchFamily="34" charset="0"/>
                  </a:rPr>
                  <a:t>S</a:t>
                </a:r>
                <a:endParaRPr kumimoji="1" lang="zh-CN" altLang="en-US" sz="3200" b="1" i="0" u="none" strike="noStrike" kern="1200" cap="none" spc="0" normalizeH="0" baseline="-25000" noProof="0" dirty="0">
                  <a:ln w="0"/>
                  <a:solidFill>
                    <a:srgbClr val="0F6FC6"/>
                  </a:solidFill>
                  <a:effectLst>
                    <a:outerShdw blurRad="38100" dist="25400" dir="5400000" algn="ctr" rotWithShape="0">
                      <a:srgbClr val="6E747A">
                        <a:alpha val="43000"/>
                      </a:srgbClr>
                    </a:outerShdw>
                  </a:effectLst>
                  <a:uLnTx/>
                  <a:uFillTx/>
                  <a:latin typeface="Arial" panose="020B0604020202090204" pitchFamily="34" charset="0"/>
                  <a:ea typeface="宋体" pitchFamily="2" charset="-122"/>
                  <a:cs typeface="Arial" panose="020B0604020202090204" pitchFamily="34" charset="0"/>
                </a:endParaRPr>
              </a:p>
            </p:txBody>
          </p:sp>
          <p:sp>
            <p:nvSpPr>
              <p:cNvPr id="29" name="矩形 28"/>
              <p:cNvSpPr/>
              <p:nvPr/>
            </p:nvSpPr>
            <p:spPr>
              <a:xfrm>
                <a:off x="859" y="3805"/>
                <a:ext cx="1570" cy="5811"/>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a:lstStyle/>
              <a:p>
                <a:pPr marL="0" marR="0" lvl="0" indent="0" algn="just" defTabSz="914400" rtl="0" eaLnBrk="1" fontAlgn="base" latinLnBrk="0" hangingPunct="1">
                  <a:lnSpc>
                    <a:spcPct val="100000"/>
                  </a:lnSpc>
                  <a:spcBef>
                    <a:spcPct val="0"/>
                  </a:spcBef>
                  <a:spcAft>
                    <a:spcPct val="0"/>
                  </a:spcAft>
                  <a:buClrTx/>
                  <a:buSzTx/>
                  <a:buFontTx/>
                  <a:buNone/>
                  <a:defRPr/>
                </a:pPr>
                <a:r>
                  <a:rPr kumimoji="1" lang="en-US" altLang="zh-CN" sz="1800" b="1" i="0" u="none" strike="noStrike" kern="1200" cap="none" spc="0" normalizeH="0" baseline="0" noProof="0" dirty="0">
                    <a:ln>
                      <a:noFill/>
                    </a:ln>
                    <a:solidFill>
                      <a:prstClr val="black"/>
                    </a:solidFill>
                    <a:effectLst/>
                    <a:uLnTx/>
                    <a:uFillTx/>
                    <a:latin typeface="Arial" panose="020B0604020202090204" pitchFamily="34" charset="0"/>
                    <a:ea typeface="宋体" pitchFamily="2" charset="-122"/>
                    <a:cs typeface="Arial" panose="020B0604020202090204" pitchFamily="34" charset="0"/>
                  </a:rPr>
                  <a:t>BEGIN</a:t>
                </a:r>
                <a:endParaRPr kumimoji="1" lang="en-US" altLang="zh-CN" sz="1800" b="1" i="0" u="none" strike="noStrike" kern="1200" cap="none" spc="0" normalizeH="0" baseline="0" noProof="0" dirty="0">
                  <a:ln>
                    <a:noFill/>
                  </a:ln>
                  <a:solidFill>
                    <a:prstClr val="black"/>
                  </a:solidFill>
                  <a:effectLst/>
                  <a:uLnTx/>
                  <a:uFillTx/>
                  <a:latin typeface="Arial" panose="020B0604020202090204" pitchFamily="34" charset="0"/>
                  <a:ea typeface="宋体" pitchFamily="2" charset="-122"/>
                  <a:cs typeface="Arial" panose="020B0604020202090204" pitchFamily="34" charset="0"/>
                </a:endParaRPr>
              </a:p>
              <a:p>
                <a:pPr marL="0" marR="0" lvl="0" indent="0" algn="just" defTabSz="914400" rtl="0" eaLnBrk="1" fontAlgn="base" latinLnBrk="0" hangingPunct="1">
                  <a:lnSpc>
                    <a:spcPct val="100000"/>
                  </a:lnSpc>
                  <a:spcBef>
                    <a:spcPct val="0"/>
                  </a:spcBef>
                  <a:spcAft>
                    <a:spcPct val="0"/>
                  </a:spcAft>
                  <a:buClrTx/>
                  <a:buSzTx/>
                  <a:buFontTx/>
                  <a:buNone/>
                  <a:defRPr/>
                </a:pPr>
                <a:r>
                  <a:rPr kumimoji="1" lang="en-US" altLang="zh-CN" sz="1800" b="1" i="0" u="none" strike="noStrike" kern="1200" cap="none" spc="0" normalizeH="0" baseline="0" noProof="0" dirty="0">
                    <a:ln>
                      <a:noFill/>
                    </a:ln>
                    <a:solidFill>
                      <a:prstClr val="black"/>
                    </a:solidFill>
                    <a:effectLst/>
                    <a:uLnTx/>
                    <a:uFillTx/>
                    <a:latin typeface="Arial" panose="020B0604020202090204" pitchFamily="34" charset="0"/>
                    <a:ea typeface="宋体" pitchFamily="2" charset="-122"/>
                    <a:cs typeface="Arial" panose="020B0604020202090204" pitchFamily="34" charset="0"/>
                  </a:rPr>
                  <a:t>R(B)</a:t>
                </a:r>
                <a:endParaRPr kumimoji="1" lang="en-US" altLang="zh-CN" sz="1800" b="1" i="0" u="none" strike="noStrike" kern="1200" cap="none" spc="0" normalizeH="0" baseline="0" noProof="0" dirty="0">
                  <a:ln>
                    <a:noFill/>
                  </a:ln>
                  <a:solidFill>
                    <a:prstClr val="black"/>
                  </a:solidFill>
                  <a:effectLst/>
                  <a:uLnTx/>
                  <a:uFillTx/>
                  <a:latin typeface="Arial" panose="020B0604020202090204" pitchFamily="34" charset="0"/>
                  <a:ea typeface="宋体" pitchFamily="2" charset="-122"/>
                  <a:cs typeface="Arial" panose="020B0604020202090204" pitchFamily="34" charset="0"/>
                </a:endParaRPr>
              </a:p>
              <a:p>
                <a:pPr marL="0" marR="0" lvl="0" indent="0" algn="just" defTabSz="914400" rtl="0" eaLnBrk="1" fontAlgn="base" latinLnBrk="0" hangingPunct="1">
                  <a:lnSpc>
                    <a:spcPct val="100000"/>
                  </a:lnSpc>
                  <a:spcBef>
                    <a:spcPct val="0"/>
                  </a:spcBef>
                  <a:spcAft>
                    <a:spcPct val="0"/>
                  </a:spcAft>
                  <a:buClrTx/>
                  <a:buSzTx/>
                  <a:buFontTx/>
                  <a:buNone/>
                  <a:defRPr/>
                </a:pPr>
                <a:endParaRPr kumimoji="1" lang="en-US" altLang="zh-CN" sz="1800" b="1" i="0" u="none" strike="noStrike" kern="1200" cap="none" spc="0" normalizeH="0" baseline="0" noProof="0" dirty="0">
                  <a:ln>
                    <a:noFill/>
                  </a:ln>
                  <a:solidFill>
                    <a:prstClr val="black"/>
                  </a:solidFill>
                  <a:effectLst/>
                  <a:uLnTx/>
                  <a:uFillTx/>
                  <a:latin typeface="Arial" panose="020B0604020202090204" pitchFamily="34" charset="0"/>
                  <a:ea typeface="宋体" pitchFamily="2" charset="-122"/>
                  <a:cs typeface="Arial" panose="020B0604020202090204" pitchFamily="34" charset="0"/>
                </a:endParaRPr>
              </a:p>
              <a:p>
                <a:pPr marL="0" marR="0" lvl="0" indent="0" algn="just" defTabSz="914400" rtl="0" eaLnBrk="1" fontAlgn="base" latinLnBrk="0" hangingPunct="1">
                  <a:lnSpc>
                    <a:spcPct val="100000"/>
                  </a:lnSpc>
                  <a:spcBef>
                    <a:spcPct val="0"/>
                  </a:spcBef>
                  <a:spcAft>
                    <a:spcPct val="0"/>
                  </a:spcAft>
                  <a:buClrTx/>
                  <a:buSzTx/>
                  <a:buFontTx/>
                  <a:buNone/>
                  <a:defRPr/>
                </a:pPr>
                <a:endParaRPr kumimoji="1" lang="en-US" altLang="zh-CN" sz="1800" b="1" i="0" u="none" strike="noStrike" kern="1200" cap="none" spc="0" normalizeH="0" baseline="0" noProof="0" dirty="0">
                  <a:ln>
                    <a:noFill/>
                  </a:ln>
                  <a:solidFill>
                    <a:prstClr val="black"/>
                  </a:solidFill>
                  <a:effectLst/>
                  <a:uLnTx/>
                  <a:uFillTx/>
                  <a:latin typeface="Arial" panose="020B0604020202090204" pitchFamily="34" charset="0"/>
                  <a:ea typeface="宋体" pitchFamily="2" charset="-122"/>
                  <a:cs typeface="Arial" panose="020B0604020202090204" pitchFamily="34" charset="0"/>
                </a:endParaRPr>
              </a:p>
              <a:p>
                <a:pPr marL="0" marR="0" lvl="0" indent="0" algn="just" defTabSz="914400" rtl="0" eaLnBrk="1" fontAlgn="base" latinLnBrk="0" hangingPunct="1">
                  <a:lnSpc>
                    <a:spcPct val="100000"/>
                  </a:lnSpc>
                  <a:spcBef>
                    <a:spcPct val="0"/>
                  </a:spcBef>
                  <a:spcAft>
                    <a:spcPct val="0"/>
                  </a:spcAft>
                  <a:buClrTx/>
                  <a:buSzTx/>
                  <a:buFontTx/>
                  <a:buNone/>
                  <a:defRPr/>
                </a:pPr>
                <a:r>
                  <a:rPr kumimoji="1" lang="en-US" altLang="zh-CN" sz="1800" b="1" i="0" u="none" strike="noStrike" kern="1200" cap="none" spc="0" normalizeH="0" baseline="0" noProof="0" dirty="0">
                    <a:ln>
                      <a:noFill/>
                    </a:ln>
                    <a:solidFill>
                      <a:prstClr val="black"/>
                    </a:solidFill>
                    <a:effectLst/>
                    <a:uLnTx/>
                    <a:uFillTx/>
                    <a:latin typeface="Arial" panose="020B0604020202090204" pitchFamily="34" charset="0"/>
                    <a:ea typeface="宋体" pitchFamily="2" charset="-122"/>
                    <a:cs typeface="Arial" panose="020B0604020202090204" pitchFamily="34" charset="0"/>
                  </a:rPr>
                  <a:t>W(B)</a:t>
                </a:r>
                <a:endParaRPr kumimoji="1" lang="en-US" altLang="zh-CN" sz="1800" b="1" i="0" u="none" strike="noStrike" kern="1200" cap="none" spc="0" normalizeH="0" baseline="0" noProof="0" dirty="0">
                  <a:ln>
                    <a:noFill/>
                  </a:ln>
                  <a:solidFill>
                    <a:prstClr val="black"/>
                  </a:solidFill>
                  <a:effectLst/>
                  <a:uLnTx/>
                  <a:uFillTx/>
                  <a:latin typeface="Arial" panose="020B0604020202090204" pitchFamily="34" charset="0"/>
                  <a:ea typeface="宋体" pitchFamily="2" charset="-122"/>
                  <a:cs typeface="Arial" panose="020B0604020202090204" pitchFamily="34" charset="0"/>
                </a:endParaRPr>
              </a:p>
              <a:p>
                <a:pPr marL="0" marR="0" lvl="0" indent="0" algn="just" defTabSz="914400" rtl="0" eaLnBrk="1" fontAlgn="base" latinLnBrk="0" hangingPunct="1">
                  <a:lnSpc>
                    <a:spcPct val="100000"/>
                  </a:lnSpc>
                  <a:spcBef>
                    <a:spcPct val="0"/>
                  </a:spcBef>
                  <a:spcAft>
                    <a:spcPct val="0"/>
                  </a:spcAft>
                  <a:buClrTx/>
                  <a:buSzTx/>
                  <a:buFontTx/>
                  <a:buNone/>
                  <a:defRPr/>
                </a:pPr>
                <a:endParaRPr kumimoji="1" lang="en-US" altLang="zh-CN" sz="1800" b="1" i="0" u="none" strike="noStrike" kern="1200" cap="none" spc="0" normalizeH="0" baseline="0" noProof="0" dirty="0">
                  <a:ln>
                    <a:noFill/>
                  </a:ln>
                  <a:solidFill>
                    <a:prstClr val="black"/>
                  </a:solidFill>
                  <a:effectLst/>
                  <a:uLnTx/>
                  <a:uFillTx/>
                  <a:latin typeface="Arial" panose="020B0604020202090204" pitchFamily="34" charset="0"/>
                  <a:ea typeface="宋体" pitchFamily="2" charset="-122"/>
                  <a:cs typeface="Arial" panose="020B0604020202090204" pitchFamily="34" charset="0"/>
                </a:endParaRPr>
              </a:p>
              <a:p>
                <a:pPr marL="0" marR="0" lvl="0" indent="0" algn="just" defTabSz="914400" rtl="0" eaLnBrk="1" fontAlgn="base" latinLnBrk="0" hangingPunct="1">
                  <a:lnSpc>
                    <a:spcPct val="100000"/>
                  </a:lnSpc>
                  <a:spcBef>
                    <a:spcPct val="0"/>
                  </a:spcBef>
                  <a:spcAft>
                    <a:spcPct val="0"/>
                  </a:spcAft>
                  <a:buClrTx/>
                  <a:buSzTx/>
                  <a:buFontTx/>
                  <a:buNone/>
                  <a:defRPr/>
                </a:pPr>
                <a:endParaRPr kumimoji="1" lang="en-US" altLang="zh-CN" sz="1800" b="1" i="0" u="none" strike="noStrike" kern="1200" cap="none" spc="0" normalizeH="0" baseline="0" noProof="0" dirty="0">
                  <a:ln>
                    <a:noFill/>
                  </a:ln>
                  <a:solidFill>
                    <a:prstClr val="black"/>
                  </a:solidFill>
                  <a:effectLst/>
                  <a:uLnTx/>
                  <a:uFillTx/>
                  <a:latin typeface="Arial" panose="020B0604020202090204" pitchFamily="34" charset="0"/>
                  <a:ea typeface="宋体" pitchFamily="2" charset="-122"/>
                  <a:cs typeface="Arial" panose="020B0604020202090204" pitchFamily="34" charset="0"/>
                </a:endParaRPr>
              </a:p>
              <a:p>
                <a:pPr marL="0" marR="0" lvl="0" indent="0" algn="just" defTabSz="914400" rtl="0" eaLnBrk="1" fontAlgn="base" latinLnBrk="0" hangingPunct="1">
                  <a:lnSpc>
                    <a:spcPct val="100000"/>
                  </a:lnSpc>
                  <a:spcBef>
                    <a:spcPct val="0"/>
                  </a:spcBef>
                  <a:spcAft>
                    <a:spcPct val="0"/>
                  </a:spcAft>
                  <a:buClrTx/>
                  <a:buSzTx/>
                  <a:buFontTx/>
                  <a:buNone/>
                  <a:defRPr/>
                </a:pPr>
                <a:endParaRPr kumimoji="1" lang="en-US" altLang="zh-CN" sz="1800" b="1" i="0" u="none" strike="noStrike" kern="1200" cap="none" spc="0" normalizeH="0" baseline="0" noProof="0" dirty="0">
                  <a:ln>
                    <a:noFill/>
                  </a:ln>
                  <a:solidFill>
                    <a:prstClr val="black"/>
                  </a:solidFill>
                  <a:effectLst/>
                  <a:uLnTx/>
                  <a:uFillTx/>
                  <a:latin typeface="Arial" panose="020B0604020202090204" pitchFamily="34" charset="0"/>
                  <a:ea typeface="宋体" pitchFamily="2" charset="-122"/>
                  <a:cs typeface="Arial" panose="020B0604020202090204" pitchFamily="34" charset="0"/>
                </a:endParaRPr>
              </a:p>
              <a:p>
                <a:pPr marL="0" marR="0" lvl="0" indent="0" algn="just" defTabSz="914400" rtl="0" eaLnBrk="1" fontAlgn="base" latinLnBrk="0" hangingPunct="1">
                  <a:lnSpc>
                    <a:spcPct val="100000"/>
                  </a:lnSpc>
                  <a:spcBef>
                    <a:spcPct val="0"/>
                  </a:spcBef>
                  <a:spcAft>
                    <a:spcPct val="0"/>
                  </a:spcAft>
                  <a:buClrTx/>
                  <a:buSzTx/>
                  <a:buFontTx/>
                  <a:buNone/>
                  <a:defRPr/>
                </a:pPr>
                <a:endParaRPr kumimoji="1" lang="en-US" altLang="zh-CN" sz="1800" b="1" i="0" u="none" strike="noStrike" kern="1200" cap="none" spc="0" normalizeH="0" baseline="0" noProof="0" dirty="0">
                  <a:ln>
                    <a:noFill/>
                  </a:ln>
                  <a:solidFill>
                    <a:prstClr val="black"/>
                  </a:solidFill>
                  <a:effectLst/>
                  <a:uLnTx/>
                  <a:uFillTx/>
                  <a:latin typeface="Arial" panose="020B0604020202090204" pitchFamily="34" charset="0"/>
                  <a:ea typeface="宋体" pitchFamily="2" charset="-122"/>
                  <a:cs typeface="Arial" panose="020B0604020202090204" pitchFamily="34" charset="0"/>
                </a:endParaRPr>
              </a:p>
              <a:p>
                <a:pPr marL="0" marR="0" lvl="0" indent="0" algn="just" defTabSz="914400" rtl="0" eaLnBrk="1" fontAlgn="base" latinLnBrk="0" hangingPunct="1">
                  <a:lnSpc>
                    <a:spcPct val="100000"/>
                  </a:lnSpc>
                  <a:spcBef>
                    <a:spcPct val="0"/>
                  </a:spcBef>
                  <a:spcAft>
                    <a:spcPct val="0"/>
                  </a:spcAft>
                  <a:buClrTx/>
                  <a:buSzTx/>
                  <a:buFontTx/>
                  <a:buNone/>
                  <a:defRPr/>
                </a:pPr>
                <a:endParaRPr kumimoji="1" lang="en-US" altLang="zh-CN" sz="1800" b="1" i="0" u="none" strike="noStrike" kern="1200" cap="none" spc="0" normalizeH="0" baseline="0" noProof="0" dirty="0">
                  <a:ln>
                    <a:noFill/>
                  </a:ln>
                  <a:solidFill>
                    <a:prstClr val="black"/>
                  </a:solidFill>
                  <a:effectLst/>
                  <a:uLnTx/>
                  <a:uFillTx/>
                  <a:latin typeface="Arial" panose="020B0604020202090204" pitchFamily="34" charset="0"/>
                  <a:ea typeface="宋体" pitchFamily="2" charset="-122"/>
                  <a:cs typeface="Arial" panose="020B0604020202090204" pitchFamily="34" charset="0"/>
                </a:endParaRPr>
              </a:p>
              <a:p>
                <a:pPr marL="0" marR="0" lvl="0" indent="0" algn="just" defTabSz="914400" rtl="0" eaLnBrk="1" fontAlgn="base" latinLnBrk="0" hangingPunct="1">
                  <a:lnSpc>
                    <a:spcPct val="100000"/>
                  </a:lnSpc>
                  <a:spcBef>
                    <a:spcPct val="0"/>
                  </a:spcBef>
                  <a:spcAft>
                    <a:spcPct val="0"/>
                  </a:spcAft>
                  <a:buClrTx/>
                  <a:buSzTx/>
                  <a:buFontTx/>
                  <a:buNone/>
                  <a:defRPr/>
                </a:pPr>
                <a:endParaRPr kumimoji="1" lang="en-US" altLang="zh-CN" sz="1800" b="1" i="0" u="none" strike="noStrike" kern="1200" cap="none" spc="0" normalizeH="0" baseline="0" noProof="0" dirty="0">
                  <a:ln>
                    <a:noFill/>
                  </a:ln>
                  <a:solidFill>
                    <a:prstClr val="black"/>
                  </a:solidFill>
                  <a:effectLst/>
                  <a:uLnTx/>
                  <a:uFillTx/>
                  <a:latin typeface="Arial" panose="020B0604020202090204" pitchFamily="34" charset="0"/>
                  <a:ea typeface="宋体" pitchFamily="2" charset="-122"/>
                  <a:cs typeface="Arial" panose="020B0604020202090204" pitchFamily="34" charset="0"/>
                </a:endParaRPr>
              </a:p>
              <a:p>
                <a:pPr marL="0" marR="0" lvl="0" indent="0" algn="just" defTabSz="914400" rtl="0" eaLnBrk="1" fontAlgn="base" latinLnBrk="0" hangingPunct="1">
                  <a:lnSpc>
                    <a:spcPct val="100000"/>
                  </a:lnSpc>
                  <a:spcBef>
                    <a:spcPct val="0"/>
                  </a:spcBef>
                  <a:spcAft>
                    <a:spcPct val="0"/>
                  </a:spcAft>
                  <a:buClrTx/>
                  <a:buSzTx/>
                  <a:buFontTx/>
                  <a:buNone/>
                  <a:defRPr/>
                </a:pPr>
                <a:endParaRPr kumimoji="1" lang="en-US" altLang="zh-CN" sz="1800" b="1" i="0" u="none" strike="noStrike" kern="1200" cap="none" spc="0" normalizeH="0" baseline="0" noProof="0" dirty="0">
                  <a:ln>
                    <a:noFill/>
                  </a:ln>
                  <a:solidFill>
                    <a:prstClr val="black"/>
                  </a:solidFill>
                  <a:effectLst/>
                  <a:uLnTx/>
                  <a:uFillTx/>
                  <a:latin typeface="Arial" panose="020B0604020202090204" pitchFamily="34" charset="0"/>
                  <a:ea typeface="宋体" pitchFamily="2" charset="-122"/>
                  <a:cs typeface="Arial" panose="020B0604020202090204" pitchFamily="34" charset="0"/>
                </a:endParaRPr>
              </a:p>
              <a:p>
                <a:pPr marL="0" marR="0" lvl="0" indent="0" algn="just" defTabSz="914400" rtl="0" eaLnBrk="1" fontAlgn="base" latinLnBrk="0" hangingPunct="1">
                  <a:lnSpc>
                    <a:spcPct val="100000"/>
                  </a:lnSpc>
                  <a:spcBef>
                    <a:spcPct val="0"/>
                  </a:spcBef>
                  <a:spcAft>
                    <a:spcPct val="0"/>
                  </a:spcAft>
                  <a:buClrTx/>
                  <a:buSzTx/>
                  <a:buFontTx/>
                  <a:buNone/>
                  <a:defRPr/>
                </a:pPr>
                <a:endParaRPr kumimoji="1" lang="en-US" altLang="zh-CN" sz="1800" b="1" i="0" u="none" strike="noStrike" kern="1200" cap="none" spc="0" normalizeH="0" baseline="0" noProof="0" dirty="0">
                  <a:ln>
                    <a:noFill/>
                  </a:ln>
                  <a:solidFill>
                    <a:prstClr val="black"/>
                  </a:solidFill>
                  <a:effectLst/>
                  <a:uLnTx/>
                  <a:uFillTx/>
                  <a:latin typeface="Arial" panose="020B0604020202090204" pitchFamily="34" charset="0"/>
                  <a:ea typeface="宋体" pitchFamily="2" charset="-122"/>
                  <a:cs typeface="Arial" panose="020B0604020202090204" pitchFamily="34" charset="0"/>
                </a:endParaRPr>
              </a:p>
              <a:p>
                <a:pPr marL="0" marR="0" lvl="0" indent="0" algn="just" defTabSz="914400" rtl="0" eaLnBrk="1" fontAlgn="base" latinLnBrk="0" hangingPunct="1">
                  <a:lnSpc>
                    <a:spcPct val="100000"/>
                  </a:lnSpc>
                  <a:spcBef>
                    <a:spcPct val="0"/>
                  </a:spcBef>
                  <a:spcAft>
                    <a:spcPct val="0"/>
                  </a:spcAft>
                  <a:buClrTx/>
                  <a:buSzTx/>
                  <a:buFontTx/>
                  <a:buNone/>
                  <a:defRPr/>
                </a:pPr>
                <a:r>
                  <a:rPr kumimoji="1" lang="en-US" altLang="zh-CN" sz="1800" b="1" i="0" u="none" strike="noStrike" kern="1200" cap="none" spc="0" normalizeH="0" baseline="0" noProof="0" dirty="0">
                    <a:ln>
                      <a:noFill/>
                    </a:ln>
                    <a:solidFill>
                      <a:prstClr val="black"/>
                    </a:solidFill>
                    <a:effectLst/>
                    <a:uLnTx/>
                    <a:uFillTx/>
                    <a:latin typeface="Arial" panose="020B0604020202090204" pitchFamily="34" charset="0"/>
                    <a:ea typeface="宋体" pitchFamily="2" charset="-122"/>
                    <a:cs typeface="Arial" panose="020B0604020202090204" pitchFamily="34" charset="0"/>
                  </a:rPr>
                  <a:t>R(A)</a:t>
                </a:r>
                <a:endParaRPr kumimoji="1" lang="en-US" altLang="zh-CN" sz="1800" b="1" i="0" u="none" strike="noStrike" kern="1200" cap="none" spc="0" normalizeH="0" baseline="0" noProof="0" dirty="0">
                  <a:ln>
                    <a:noFill/>
                  </a:ln>
                  <a:solidFill>
                    <a:prstClr val="black"/>
                  </a:solidFill>
                  <a:effectLst/>
                  <a:uLnTx/>
                  <a:uFillTx/>
                  <a:latin typeface="Arial" panose="020B0604020202090204" pitchFamily="34" charset="0"/>
                  <a:ea typeface="宋体" pitchFamily="2" charset="-122"/>
                  <a:cs typeface="Arial" panose="020B0604020202090204" pitchFamily="34" charset="0"/>
                </a:endParaRPr>
              </a:p>
              <a:p>
                <a:pPr marL="0" marR="0" lvl="0" indent="0" algn="just" defTabSz="914400" rtl="0" eaLnBrk="1" fontAlgn="base" latinLnBrk="0" hangingPunct="1">
                  <a:lnSpc>
                    <a:spcPct val="100000"/>
                  </a:lnSpc>
                  <a:spcBef>
                    <a:spcPct val="0"/>
                  </a:spcBef>
                  <a:spcAft>
                    <a:spcPct val="0"/>
                  </a:spcAft>
                  <a:buClrTx/>
                  <a:buSzTx/>
                  <a:buFontTx/>
                  <a:buNone/>
                  <a:defRPr/>
                </a:pPr>
                <a:r>
                  <a:rPr kumimoji="1" lang="en-US" altLang="zh-CN" sz="1800" b="1" i="0" u="none" strike="noStrike" kern="1200" cap="none" spc="0" normalizeH="0" baseline="0" noProof="0" dirty="0">
                    <a:ln>
                      <a:noFill/>
                    </a:ln>
                    <a:solidFill>
                      <a:prstClr val="black"/>
                    </a:solidFill>
                    <a:effectLst/>
                    <a:uLnTx/>
                    <a:uFillTx/>
                    <a:latin typeface="Arial" panose="020B0604020202090204" pitchFamily="34" charset="0"/>
                    <a:ea typeface="宋体" pitchFamily="2" charset="-122"/>
                    <a:cs typeface="Arial" panose="020B0604020202090204" pitchFamily="34" charset="0"/>
                  </a:rPr>
                  <a:t>W(A)</a:t>
                </a:r>
                <a:endParaRPr kumimoji="1" lang="en-US" altLang="zh-CN" sz="1800" b="1" i="0" u="none" strike="noStrike" kern="1200" cap="none" spc="0" normalizeH="0" baseline="0" noProof="0" dirty="0">
                  <a:ln>
                    <a:noFill/>
                  </a:ln>
                  <a:solidFill>
                    <a:prstClr val="black"/>
                  </a:solidFill>
                  <a:effectLst/>
                  <a:uLnTx/>
                  <a:uFillTx/>
                  <a:latin typeface="Arial" panose="020B0604020202090204" pitchFamily="34" charset="0"/>
                  <a:ea typeface="宋体" pitchFamily="2" charset="-122"/>
                  <a:cs typeface="Arial" panose="020B0604020202090204" pitchFamily="34" charset="0"/>
                </a:endParaRPr>
              </a:p>
              <a:p>
                <a:pPr marL="0" marR="0" lvl="0" indent="0" algn="just" defTabSz="914400" rtl="0" eaLnBrk="1" fontAlgn="base" latinLnBrk="0" hangingPunct="1">
                  <a:lnSpc>
                    <a:spcPct val="100000"/>
                  </a:lnSpc>
                  <a:spcBef>
                    <a:spcPct val="0"/>
                  </a:spcBef>
                  <a:spcAft>
                    <a:spcPct val="0"/>
                  </a:spcAft>
                  <a:buClrTx/>
                  <a:buSzTx/>
                  <a:buFontTx/>
                  <a:buNone/>
                  <a:defRPr/>
                </a:pPr>
                <a:r>
                  <a:rPr kumimoji="1" lang="en-US" altLang="zh-CN" sz="1800" b="1" i="0" u="none" strike="noStrike" kern="1200" cap="none" spc="0" normalizeH="0" baseline="0" noProof="0" dirty="0">
                    <a:ln>
                      <a:noFill/>
                    </a:ln>
                    <a:solidFill>
                      <a:prstClr val="black"/>
                    </a:solidFill>
                    <a:effectLst/>
                    <a:uLnTx/>
                    <a:uFillTx/>
                    <a:latin typeface="Arial" panose="020B0604020202090204" pitchFamily="34" charset="0"/>
                    <a:ea typeface="宋体" pitchFamily="2" charset="-122"/>
                    <a:cs typeface="Arial" panose="020B0604020202090204" pitchFamily="34" charset="0"/>
                  </a:rPr>
                  <a:t>W(C)</a:t>
                </a:r>
                <a:endParaRPr kumimoji="1" lang="en-US" altLang="zh-CN" sz="1800" b="1" i="0" u="none" strike="noStrike" kern="1200" cap="none" spc="0" normalizeH="0" baseline="0" noProof="0" dirty="0">
                  <a:ln>
                    <a:noFill/>
                  </a:ln>
                  <a:solidFill>
                    <a:prstClr val="black"/>
                  </a:solidFill>
                  <a:effectLst/>
                  <a:uLnTx/>
                  <a:uFillTx/>
                  <a:latin typeface="Arial" panose="020B0604020202090204" pitchFamily="34" charset="0"/>
                  <a:ea typeface="宋体" pitchFamily="2" charset="-122"/>
                  <a:cs typeface="Arial" panose="020B0604020202090204" pitchFamily="34" charset="0"/>
                </a:endParaRPr>
              </a:p>
              <a:p>
                <a:pPr marL="0" marR="0" lvl="0" indent="0" algn="just" defTabSz="914400" rtl="0" eaLnBrk="1" fontAlgn="base" latinLnBrk="0" hangingPunct="1">
                  <a:lnSpc>
                    <a:spcPct val="100000"/>
                  </a:lnSpc>
                  <a:spcBef>
                    <a:spcPct val="0"/>
                  </a:spcBef>
                  <a:spcAft>
                    <a:spcPct val="0"/>
                  </a:spcAft>
                  <a:buClrTx/>
                  <a:buSzTx/>
                  <a:buFontTx/>
                  <a:buNone/>
                  <a:defRPr/>
                </a:pPr>
                <a:r>
                  <a:rPr kumimoji="1" lang="en-US" altLang="zh-CN" sz="1800" b="1" i="0" u="none" strike="noStrike" kern="1200" cap="none" spc="0" normalizeH="0" baseline="0" noProof="0" dirty="0">
                    <a:ln>
                      <a:noFill/>
                    </a:ln>
                    <a:solidFill>
                      <a:prstClr val="black"/>
                    </a:solidFill>
                    <a:effectLst/>
                    <a:uLnTx/>
                    <a:uFillTx/>
                    <a:latin typeface="Arial" panose="020B0604020202090204" pitchFamily="34" charset="0"/>
                    <a:ea typeface="宋体" pitchFamily="2" charset="-122"/>
                    <a:cs typeface="Arial" panose="020B0604020202090204" pitchFamily="34" charset="0"/>
                  </a:rPr>
                  <a:t>COMMIT</a:t>
                </a:r>
                <a:endParaRPr kumimoji="1" lang="zh-CN" altLang="en-US" sz="1800" b="1" i="0" u="none" strike="noStrike" kern="1200" cap="none" spc="0" normalizeH="0" baseline="0" noProof="0" dirty="0">
                  <a:ln>
                    <a:noFill/>
                  </a:ln>
                  <a:solidFill>
                    <a:prstClr val="black"/>
                  </a:solidFill>
                  <a:effectLst/>
                  <a:uLnTx/>
                  <a:uFillTx/>
                  <a:latin typeface="Arial" panose="020B0604020202090204" pitchFamily="34" charset="0"/>
                  <a:ea typeface="宋体" pitchFamily="2" charset="-122"/>
                  <a:cs typeface="Arial" panose="020B0604020202090204" pitchFamily="34" charset="0"/>
                </a:endParaRPr>
              </a:p>
            </p:txBody>
          </p:sp>
          <p:sp>
            <p:nvSpPr>
              <p:cNvPr id="102429" name="文本框 29"/>
              <p:cNvSpPr txBox="1">
                <a:spLocks noChangeArrowheads="1"/>
              </p:cNvSpPr>
              <p:nvPr/>
            </p:nvSpPr>
            <p:spPr bwMode="auto">
              <a:xfrm>
                <a:off x="1348" y="3321"/>
                <a:ext cx="426" cy="4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itchFamily="2" charset="-122"/>
                  </a:defRPr>
                </a:lvl5pPr>
                <a:lvl6pPr marL="2514600" indent="-228600" fontAlgn="base">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itchFamily="2" charset="-122"/>
                  </a:defRPr>
                </a:lvl6pPr>
                <a:lvl7pPr marL="2971800" indent="-228600" fontAlgn="base">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itchFamily="2" charset="-122"/>
                  </a:defRPr>
                </a:lvl7pPr>
                <a:lvl8pPr marL="3429000" indent="-228600" fontAlgn="base">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itchFamily="2" charset="-122"/>
                  </a:defRPr>
                </a:lvl8pPr>
                <a:lvl9pPr marL="3886200" indent="-228600" fontAlgn="base">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1800" b="1" i="0" u="none" strike="noStrike" kern="1200" cap="none" spc="0" normalizeH="0" baseline="0" noProof="0">
                    <a:ln>
                      <a:noFill/>
                    </a:ln>
                    <a:solidFill>
                      <a:prstClr val="black"/>
                    </a:solidFill>
                    <a:effectLst/>
                    <a:uLnTx/>
                    <a:uFillTx/>
                    <a:latin typeface="Arial" panose="020B0604020202090204" pitchFamily="34" charset="0"/>
                    <a:ea typeface="宋体" pitchFamily="2" charset="-122"/>
                    <a:cs typeface="Arial" panose="020B0604020202090204" pitchFamily="34" charset="0"/>
                  </a:rPr>
                  <a:t>T</a:t>
                </a:r>
                <a:r>
                  <a:rPr kumimoji="1" lang="en-US" altLang="zh-CN" sz="1800" b="1" i="0" u="none" strike="noStrike" kern="1200" cap="none" spc="0" normalizeH="0" baseline="-25000" noProof="0">
                    <a:ln>
                      <a:noFill/>
                    </a:ln>
                    <a:solidFill>
                      <a:prstClr val="black"/>
                    </a:solidFill>
                    <a:effectLst/>
                    <a:uLnTx/>
                    <a:uFillTx/>
                    <a:latin typeface="Arial" panose="020B0604020202090204" pitchFamily="34" charset="0"/>
                    <a:ea typeface="宋体" pitchFamily="2" charset="-122"/>
                    <a:cs typeface="Arial" panose="020B0604020202090204" pitchFamily="34" charset="0"/>
                  </a:rPr>
                  <a:t>1</a:t>
                </a:r>
                <a:endParaRPr kumimoji="1" lang="zh-CN" altLang="en-US" sz="1800" b="1" i="0" u="none" strike="noStrike" kern="1200" cap="none" spc="0" normalizeH="0" baseline="-25000" noProof="0">
                  <a:ln>
                    <a:noFill/>
                  </a:ln>
                  <a:solidFill>
                    <a:prstClr val="black"/>
                  </a:solidFill>
                  <a:effectLst/>
                  <a:uLnTx/>
                  <a:uFillTx/>
                  <a:latin typeface="Arial" panose="020B0604020202090204" pitchFamily="34" charset="0"/>
                  <a:ea typeface="宋体" pitchFamily="2" charset="-122"/>
                  <a:cs typeface="Arial" panose="020B0604020202090204" pitchFamily="34" charset="0"/>
                </a:endParaRPr>
              </a:p>
            </p:txBody>
          </p:sp>
          <p:sp>
            <p:nvSpPr>
              <p:cNvPr id="102430" name="文本框 30"/>
              <p:cNvSpPr txBox="1">
                <a:spLocks noChangeArrowheads="1"/>
              </p:cNvSpPr>
              <p:nvPr/>
            </p:nvSpPr>
            <p:spPr bwMode="auto">
              <a:xfrm>
                <a:off x="2924" y="3321"/>
                <a:ext cx="652" cy="4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itchFamily="2" charset="-122"/>
                  </a:defRPr>
                </a:lvl5pPr>
                <a:lvl6pPr marL="2514600" indent="-228600" fontAlgn="base">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itchFamily="2" charset="-122"/>
                  </a:defRPr>
                </a:lvl6pPr>
                <a:lvl7pPr marL="2971800" indent="-228600" fontAlgn="base">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itchFamily="2" charset="-122"/>
                  </a:defRPr>
                </a:lvl7pPr>
                <a:lvl8pPr marL="3429000" indent="-228600" fontAlgn="base">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itchFamily="2" charset="-122"/>
                  </a:defRPr>
                </a:lvl8pPr>
                <a:lvl9pPr marL="3886200" indent="-228600" fontAlgn="base">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1800" b="1" i="0" u="none" strike="noStrike" kern="1200" cap="none" spc="0" normalizeH="0" baseline="0" noProof="0">
                    <a:ln>
                      <a:noFill/>
                    </a:ln>
                    <a:solidFill>
                      <a:prstClr val="black"/>
                    </a:solidFill>
                    <a:effectLst/>
                    <a:uLnTx/>
                    <a:uFillTx/>
                    <a:latin typeface="Arial" panose="020B0604020202090204" pitchFamily="34" charset="0"/>
                    <a:ea typeface="宋体" pitchFamily="2" charset="-122"/>
                    <a:cs typeface="Arial" panose="020B0604020202090204" pitchFamily="34" charset="0"/>
                  </a:rPr>
                  <a:t>T</a:t>
                </a:r>
                <a:r>
                  <a:rPr kumimoji="1" lang="en-US" altLang="zh-CN" sz="1800" b="1" i="0" u="none" strike="noStrike" kern="1200" cap="none" spc="0" normalizeH="0" baseline="-25000" noProof="0">
                    <a:ln>
                      <a:noFill/>
                    </a:ln>
                    <a:solidFill>
                      <a:prstClr val="black"/>
                    </a:solidFill>
                    <a:effectLst/>
                    <a:uLnTx/>
                    <a:uFillTx/>
                    <a:latin typeface="Arial" panose="020B0604020202090204" pitchFamily="34" charset="0"/>
                    <a:ea typeface="宋体" pitchFamily="2" charset="-122"/>
                    <a:cs typeface="Arial" panose="020B0604020202090204" pitchFamily="34" charset="0"/>
                  </a:rPr>
                  <a:t>2</a:t>
                </a:r>
                <a:endParaRPr kumimoji="1" lang="zh-CN" altLang="en-US" sz="1800" b="1" i="0" u="none" strike="noStrike" kern="1200" cap="none" spc="0" normalizeH="0" baseline="-25000" noProof="0">
                  <a:ln>
                    <a:noFill/>
                  </a:ln>
                  <a:solidFill>
                    <a:prstClr val="black"/>
                  </a:solidFill>
                  <a:effectLst/>
                  <a:uLnTx/>
                  <a:uFillTx/>
                  <a:latin typeface="Arial" panose="020B0604020202090204" pitchFamily="34" charset="0"/>
                  <a:ea typeface="宋体" pitchFamily="2" charset="-122"/>
                  <a:cs typeface="Arial" panose="020B0604020202090204" pitchFamily="34" charset="0"/>
                </a:endParaRPr>
              </a:p>
            </p:txBody>
          </p:sp>
          <p:sp>
            <p:nvSpPr>
              <p:cNvPr id="32" name="矩形 31"/>
              <p:cNvSpPr/>
              <p:nvPr/>
            </p:nvSpPr>
            <p:spPr>
              <a:xfrm>
                <a:off x="2429" y="3805"/>
                <a:ext cx="1407" cy="5811"/>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a:lstStyle/>
              <a:p>
                <a:pPr marL="0" marR="0" lvl="0" indent="0" algn="just" defTabSz="914400" rtl="0" eaLnBrk="1" fontAlgn="base" latinLnBrk="0" hangingPunct="1">
                  <a:lnSpc>
                    <a:spcPct val="100000"/>
                  </a:lnSpc>
                  <a:spcBef>
                    <a:spcPct val="0"/>
                  </a:spcBef>
                  <a:spcAft>
                    <a:spcPct val="0"/>
                  </a:spcAft>
                  <a:buClrTx/>
                  <a:buSzTx/>
                  <a:buFontTx/>
                  <a:buNone/>
                  <a:defRPr/>
                </a:pPr>
                <a:r>
                  <a:rPr kumimoji="1" lang="en-US" altLang="zh-CN" sz="1800" b="1" i="0" u="none" strike="noStrike" kern="1200" cap="none" spc="0" normalizeH="0" baseline="0" noProof="0" dirty="0">
                    <a:ln>
                      <a:noFill/>
                    </a:ln>
                    <a:solidFill>
                      <a:prstClr val="black"/>
                    </a:solidFill>
                    <a:effectLst/>
                    <a:uLnTx/>
                    <a:uFillTx/>
                    <a:latin typeface="Arial" panose="020B0604020202090204" pitchFamily="34" charset="0"/>
                    <a:ea typeface="宋体" pitchFamily="2" charset="-122"/>
                    <a:cs typeface="Arial" panose="020B0604020202090204" pitchFamily="34" charset="0"/>
                  </a:rPr>
                  <a:t>BEGIN</a:t>
                </a:r>
                <a:endParaRPr kumimoji="1" lang="en-US" altLang="zh-CN" sz="1800" b="1" i="0" u="none" strike="noStrike" kern="1200" cap="none" spc="0" normalizeH="0" baseline="0" noProof="0" dirty="0">
                  <a:ln>
                    <a:noFill/>
                  </a:ln>
                  <a:solidFill>
                    <a:prstClr val="black"/>
                  </a:solidFill>
                  <a:effectLst/>
                  <a:uLnTx/>
                  <a:uFillTx/>
                  <a:latin typeface="Arial" panose="020B0604020202090204" pitchFamily="34" charset="0"/>
                  <a:ea typeface="宋体" pitchFamily="2" charset="-122"/>
                  <a:cs typeface="Arial" panose="020B0604020202090204" pitchFamily="34" charset="0"/>
                </a:endParaRPr>
              </a:p>
              <a:p>
                <a:pPr marL="0" marR="0" lvl="0" indent="0" algn="just" defTabSz="914400" rtl="0" eaLnBrk="1" fontAlgn="base" latinLnBrk="0" hangingPunct="1">
                  <a:lnSpc>
                    <a:spcPct val="100000"/>
                  </a:lnSpc>
                  <a:spcBef>
                    <a:spcPct val="0"/>
                  </a:spcBef>
                  <a:spcAft>
                    <a:spcPct val="0"/>
                  </a:spcAft>
                  <a:buClrTx/>
                  <a:buSzTx/>
                  <a:buFontTx/>
                  <a:buNone/>
                  <a:defRPr/>
                </a:pPr>
                <a:endParaRPr kumimoji="1" lang="en-US" altLang="zh-CN" sz="1800" b="1" i="0" u="none" strike="noStrike" kern="1200" cap="none" spc="0" normalizeH="0" baseline="0" noProof="0" dirty="0">
                  <a:ln>
                    <a:noFill/>
                  </a:ln>
                  <a:solidFill>
                    <a:prstClr val="black"/>
                  </a:solidFill>
                  <a:effectLst/>
                  <a:uLnTx/>
                  <a:uFillTx/>
                  <a:latin typeface="Arial" panose="020B0604020202090204" pitchFamily="34" charset="0"/>
                  <a:ea typeface="宋体" pitchFamily="2" charset="-122"/>
                  <a:cs typeface="Arial" panose="020B0604020202090204" pitchFamily="34" charset="0"/>
                </a:endParaRPr>
              </a:p>
              <a:p>
                <a:pPr marL="0" marR="0" lvl="0" indent="0" algn="just" defTabSz="914400" rtl="0" eaLnBrk="1" fontAlgn="base" latinLnBrk="0" hangingPunct="1">
                  <a:lnSpc>
                    <a:spcPct val="100000"/>
                  </a:lnSpc>
                  <a:spcBef>
                    <a:spcPct val="0"/>
                  </a:spcBef>
                  <a:spcAft>
                    <a:spcPct val="0"/>
                  </a:spcAft>
                  <a:buClrTx/>
                  <a:buSzTx/>
                  <a:buFontTx/>
                  <a:buNone/>
                  <a:defRPr/>
                </a:pPr>
                <a:r>
                  <a:rPr kumimoji="1" lang="en-US" altLang="zh-CN" sz="1800" b="1" i="0" u="none" strike="noStrike" kern="1200" cap="none" spc="0" normalizeH="0" baseline="0" noProof="0" dirty="0">
                    <a:ln>
                      <a:noFill/>
                    </a:ln>
                    <a:solidFill>
                      <a:prstClr val="black"/>
                    </a:solidFill>
                    <a:effectLst/>
                    <a:uLnTx/>
                    <a:uFillTx/>
                    <a:latin typeface="Arial" panose="020B0604020202090204" pitchFamily="34" charset="0"/>
                    <a:ea typeface="宋体" pitchFamily="2" charset="-122"/>
                    <a:cs typeface="Arial" panose="020B0604020202090204" pitchFamily="34" charset="0"/>
                  </a:rPr>
                  <a:t>R(A)</a:t>
                </a:r>
                <a:endParaRPr kumimoji="1" lang="en-US" altLang="zh-CN" sz="1800" b="1" i="0" u="none" strike="noStrike" kern="1200" cap="none" spc="0" normalizeH="0" baseline="0" noProof="0" dirty="0">
                  <a:ln>
                    <a:noFill/>
                  </a:ln>
                  <a:solidFill>
                    <a:prstClr val="black"/>
                  </a:solidFill>
                  <a:effectLst/>
                  <a:uLnTx/>
                  <a:uFillTx/>
                  <a:latin typeface="Arial" panose="020B0604020202090204" pitchFamily="34" charset="0"/>
                  <a:ea typeface="宋体" pitchFamily="2" charset="-122"/>
                  <a:cs typeface="Arial" panose="020B0604020202090204" pitchFamily="34" charset="0"/>
                </a:endParaRPr>
              </a:p>
              <a:p>
                <a:pPr marL="0" marR="0" lvl="0" indent="0" algn="just" defTabSz="914400" rtl="0" eaLnBrk="1" fontAlgn="base" latinLnBrk="0" hangingPunct="1">
                  <a:lnSpc>
                    <a:spcPct val="100000"/>
                  </a:lnSpc>
                  <a:spcBef>
                    <a:spcPct val="0"/>
                  </a:spcBef>
                  <a:spcAft>
                    <a:spcPct val="0"/>
                  </a:spcAft>
                  <a:buClrTx/>
                  <a:buSzTx/>
                  <a:buFontTx/>
                  <a:buNone/>
                  <a:defRPr/>
                </a:pPr>
                <a:r>
                  <a:rPr kumimoji="1" lang="en-US" altLang="zh-CN" sz="1800" b="1" i="0" u="none" strike="noStrike" kern="1200" cap="none" spc="0" normalizeH="0" baseline="0" noProof="0" dirty="0">
                    <a:ln>
                      <a:noFill/>
                    </a:ln>
                    <a:solidFill>
                      <a:prstClr val="black"/>
                    </a:solidFill>
                    <a:effectLst/>
                    <a:uLnTx/>
                    <a:uFillTx/>
                    <a:latin typeface="Arial" panose="020B0604020202090204" pitchFamily="34" charset="0"/>
                    <a:ea typeface="宋体" pitchFamily="2" charset="-122"/>
                    <a:cs typeface="Arial" panose="020B0604020202090204" pitchFamily="34" charset="0"/>
                  </a:rPr>
                  <a:t>W(A)</a:t>
                </a:r>
                <a:endParaRPr kumimoji="1" lang="en-US" altLang="zh-CN" sz="1800" b="1" i="0" u="none" strike="noStrike" kern="1200" cap="none" spc="0" normalizeH="0" baseline="0" noProof="0" dirty="0">
                  <a:ln>
                    <a:noFill/>
                  </a:ln>
                  <a:solidFill>
                    <a:prstClr val="black"/>
                  </a:solidFill>
                  <a:effectLst/>
                  <a:uLnTx/>
                  <a:uFillTx/>
                  <a:latin typeface="Arial" panose="020B0604020202090204" pitchFamily="34" charset="0"/>
                  <a:ea typeface="宋体" pitchFamily="2" charset="-122"/>
                  <a:cs typeface="Arial" panose="020B0604020202090204" pitchFamily="34" charset="0"/>
                </a:endParaRPr>
              </a:p>
              <a:p>
                <a:pPr marL="0" marR="0" lvl="0" indent="0" algn="just" defTabSz="914400" rtl="0" eaLnBrk="1" fontAlgn="base" latinLnBrk="0" hangingPunct="1">
                  <a:lnSpc>
                    <a:spcPct val="100000"/>
                  </a:lnSpc>
                  <a:spcBef>
                    <a:spcPct val="0"/>
                  </a:spcBef>
                  <a:spcAft>
                    <a:spcPct val="0"/>
                  </a:spcAft>
                  <a:buClrTx/>
                  <a:buSzTx/>
                  <a:buFontTx/>
                  <a:buNone/>
                  <a:defRPr/>
                </a:pPr>
                <a:endParaRPr kumimoji="1" lang="en-US" altLang="zh-CN" sz="1800" b="1" i="0" u="none" strike="noStrike" kern="1200" cap="none" spc="0" normalizeH="0" baseline="0" noProof="0" dirty="0">
                  <a:ln>
                    <a:noFill/>
                  </a:ln>
                  <a:solidFill>
                    <a:prstClr val="black"/>
                  </a:solidFill>
                  <a:effectLst/>
                  <a:uLnTx/>
                  <a:uFillTx/>
                  <a:latin typeface="Arial" panose="020B0604020202090204" pitchFamily="34" charset="0"/>
                  <a:ea typeface="宋体" pitchFamily="2" charset="-122"/>
                  <a:cs typeface="Arial" panose="020B0604020202090204" pitchFamily="34" charset="0"/>
                </a:endParaRPr>
              </a:p>
              <a:p>
                <a:pPr marL="0" marR="0" lvl="0" indent="0" algn="just" defTabSz="914400" rtl="0" eaLnBrk="1" fontAlgn="base" latinLnBrk="0" hangingPunct="1">
                  <a:lnSpc>
                    <a:spcPct val="100000"/>
                  </a:lnSpc>
                  <a:spcBef>
                    <a:spcPct val="0"/>
                  </a:spcBef>
                  <a:spcAft>
                    <a:spcPct val="0"/>
                  </a:spcAft>
                  <a:buClrTx/>
                  <a:buSzTx/>
                  <a:buFontTx/>
                  <a:buNone/>
                  <a:defRPr/>
                </a:pPr>
                <a:endParaRPr kumimoji="1" lang="en-US" altLang="zh-CN" sz="1800" b="1" i="0" u="none" strike="noStrike" kern="1200" cap="none" spc="0" normalizeH="0" baseline="0" noProof="0" dirty="0">
                  <a:ln>
                    <a:noFill/>
                  </a:ln>
                  <a:solidFill>
                    <a:prstClr val="black"/>
                  </a:solidFill>
                  <a:effectLst/>
                  <a:uLnTx/>
                  <a:uFillTx/>
                  <a:latin typeface="Arial" panose="020B0604020202090204" pitchFamily="34" charset="0"/>
                  <a:ea typeface="宋体" pitchFamily="2" charset="-122"/>
                  <a:cs typeface="Arial" panose="020B0604020202090204" pitchFamily="34" charset="0"/>
                </a:endParaRPr>
              </a:p>
              <a:p>
                <a:pPr marL="0" marR="0" lvl="0" indent="0" algn="just" defTabSz="914400" rtl="0" eaLnBrk="1" fontAlgn="base" latinLnBrk="0" hangingPunct="1">
                  <a:lnSpc>
                    <a:spcPct val="100000"/>
                  </a:lnSpc>
                  <a:spcBef>
                    <a:spcPct val="0"/>
                  </a:spcBef>
                  <a:spcAft>
                    <a:spcPct val="0"/>
                  </a:spcAft>
                  <a:buClrTx/>
                  <a:buSzTx/>
                  <a:buFontTx/>
                  <a:buNone/>
                  <a:defRPr/>
                </a:pPr>
                <a:endParaRPr kumimoji="1" lang="en-US" altLang="zh-CN" sz="1800" b="1" i="0" u="none" strike="noStrike" kern="1200" cap="none" spc="0" normalizeH="0" baseline="0" noProof="0" dirty="0">
                  <a:ln>
                    <a:noFill/>
                  </a:ln>
                  <a:solidFill>
                    <a:prstClr val="black"/>
                  </a:solidFill>
                  <a:effectLst/>
                  <a:uLnTx/>
                  <a:uFillTx/>
                  <a:latin typeface="Arial" panose="020B0604020202090204" pitchFamily="34" charset="0"/>
                  <a:ea typeface="宋体" pitchFamily="2" charset="-122"/>
                  <a:cs typeface="Arial" panose="020B0604020202090204" pitchFamily="34" charset="0"/>
                </a:endParaRPr>
              </a:p>
              <a:p>
                <a:pPr marL="0" marR="0" lvl="0" indent="0" algn="just" defTabSz="914400" rtl="0" eaLnBrk="1" fontAlgn="base" latinLnBrk="0" hangingPunct="1">
                  <a:lnSpc>
                    <a:spcPct val="100000"/>
                  </a:lnSpc>
                  <a:spcBef>
                    <a:spcPct val="0"/>
                  </a:spcBef>
                  <a:spcAft>
                    <a:spcPct val="0"/>
                  </a:spcAft>
                  <a:buClrTx/>
                  <a:buSzTx/>
                  <a:buFontTx/>
                  <a:buNone/>
                  <a:defRPr/>
                </a:pPr>
                <a:r>
                  <a:rPr kumimoji="1" lang="en-US" altLang="zh-CN" sz="1800" b="1" i="0" u="none" strike="noStrike" kern="1200" cap="none" spc="0" normalizeH="0" baseline="0" noProof="0" dirty="0">
                    <a:ln>
                      <a:noFill/>
                    </a:ln>
                    <a:solidFill>
                      <a:prstClr val="black"/>
                    </a:solidFill>
                    <a:effectLst/>
                    <a:uLnTx/>
                    <a:uFillTx/>
                    <a:latin typeface="Arial" panose="020B0604020202090204" pitchFamily="34" charset="0"/>
                    <a:ea typeface="宋体" pitchFamily="2" charset="-122"/>
                    <a:cs typeface="Arial" panose="020B0604020202090204" pitchFamily="34" charset="0"/>
                  </a:rPr>
                  <a:t>R(C)</a:t>
                </a:r>
                <a:endParaRPr kumimoji="1" lang="en-US" altLang="zh-CN" sz="1800" b="1" i="0" u="none" strike="noStrike" kern="1200" cap="none" spc="0" normalizeH="0" baseline="0" noProof="0" dirty="0">
                  <a:ln>
                    <a:noFill/>
                  </a:ln>
                  <a:solidFill>
                    <a:prstClr val="black"/>
                  </a:solidFill>
                  <a:effectLst/>
                  <a:uLnTx/>
                  <a:uFillTx/>
                  <a:latin typeface="Arial" panose="020B0604020202090204" pitchFamily="34" charset="0"/>
                  <a:ea typeface="宋体" pitchFamily="2" charset="-122"/>
                  <a:cs typeface="Arial" panose="020B0604020202090204" pitchFamily="34" charset="0"/>
                </a:endParaRPr>
              </a:p>
              <a:p>
                <a:pPr marL="0" marR="0" lvl="0" indent="0" algn="just" defTabSz="914400" rtl="0" eaLnBrk="1" fontAlgn="base" latinLnBrk="0" hangingPunct="1">
                  <a:lnSpc>
                    <a:spcPct val="100000"/>
                  </a:lnSpc>
                  <a:spcBef>
                    <a:spcPct val="0"/>
                  </a:spcBef>
                  <a:spcAft>
                    <a:spcPct val="0"/>
                  </a:spcAft>
                  <a:buClrTx/>
                  <a:buSzTx/>
                  <a:buFontTx/>
                  <a:buNone/>
                  <a:defRPr/>
                </a:pPr>
                <a:endParaRPr kumimoji="1" lang="en-US" altLang="zh-CN" sz="1800" b="1" i="0" u="none" strike="noStrike" kern="1200" cap="none" spc="0" normalizeH="0" baseline="0" noProof="0" dirty="0">
                  <a:ln>
                    <a:noFill/>
                  </a:ln>
                  <a:solidFill>
                    <a:prstClr val="black"/>
                  </a:solidFill>
                  <a:effectLst/>
                  <a:uLnTx/>
                  <a:uFillTx/>
                  <a:latin typeface="Arial" panose="020B0604020202090204" pitchFamily="34" charset="0"/>
                  <a:ea typeface="宋体" pitchFamily="2" charset="-122"/>
                  <a:cs typeface="Arial" panose="020B0604020202090204" pitchFamily="34" charset="0"/>
                </a:endParaRPr>
              </a:p>
              <a:p>
                <a:pPr marL="0" marR="0" lvl="0" indent="0" algn="just" defTabSz="914400" rtl="0" eaLnBrk="1" fontAlgn="base" latinLnBrk="0" hangingPunct="1">
                  <a:lnSpc>
                    <a:spcPct val="100000"/>
                  </a:lnSpc>
                  <a:spcBef>
                    <a:spcPct val="0"/>
                  </a:spcBef>
                  <a:spcAft>
                    <a:spcPct val="0"/>
                  </a:spcAft>
                  <a:buClrTx/>
                  <a:buSzTx/>
                  <a:buFontTx/>
                  <a:buNone/>
                  <a:defRPr/>
                </a:pPr>
                <a:endParaRPr kumimoji="1" lang="en-US" altLang="zh-CN" sz="1800" b="1" i="0" u="none" strike="noStrike" kern="1200" cap="none" spc="0" normalizeH="0" baseline="0" noProof="0" dirty="0">
                  <a:ln>
                    <a:noFill/>
                  </a:ln>
                  <a:solidFill>
                    <a:prstClr val="black"/>
                  </a:solidFill>
                  <a:effectLst/>
                  <a:uLnTx/>
                  <a:uFillTx/>
                  <a:latin typeface="Arial" panose="020B0604020202090204" pitchFamily="34" charset="0"/>
                  <a:ea typeface="宋体" pitchFamily="2" charset="-122"/>
                  <a:cs typeface="Arial" panose="020B0604020202090204" pitchFamily="34" charset="0"/>
                </a:endParaRPr>
              </a:p>
              <a:p>
                <a:pPr marL="0" marR="0" lvl="0" indent="0" algn="just" defTabSz="914400" rtl="0" eaLnBrk="1" fontAlgn="base" latinLnBrk="0" hangingPunct="1">
                  <a:lnSpc>
                    <a:spcPct val="100000"/>
                  </a:lnSpc>
                  <a:spcBef>
                    <a:spcPct val="0"/>
                  </a:spcBef>
                  <a:spcAft>
                    <a:spcPct val="0"/>
                  </a:spcAft>
                  <a:buClrTx/>
                  <a:buSzTx/>
                  <a:buFontTx/>
                  <a:buNone/>
                  <a:defRPr/>
                </a:pPr>
                <a:endParaRPr kumimoji="1" lang="en-US" altLang="zh-CN" sz="1800" b="1" i="0" u="none" strike="noStrike" kern="1200" cap="none" spc="0" normalizeH="0" baseline="0" noProof="0" dirty="0">
                  <a:ln>
                    <a:noFill/>
                  </a:ln>
                  <a:solidFill>
                    <a:prstClr val="black"/>
                  </a:solidFill>
                  <a:effectLst/>
                  <a:uLnTx/>
                  <a:uFillTx/>
                  <a:latin typeface="Arial" panose="020B0604020202090204" pitchFamily="34" charset="0"/>
                  <a:ea typeface="宋体" pitchFamily="2" charset="-122"/>
                  <a:cs typeface="Arial" panose="020B0604020202090204" pitchFamily="34" charset="0"/>
                </a:endParaRPr>
              </a:p>
              <a:p>
                <a:pPr marL="0" marR="0" lvl="0" indent="0" algn="just" defTabSz="914400" rtl="0" eaLnBrk="1" fontAlgn="base" latinLnBrk="0" hangingPunct="1">
                  <a:lnSpc>
                    <a:spcPct val="100000"/>
                  </a:lnSpc>
                  <a:spcBef>
                    <a:spcPct val="0"/>
                  </a:spcBef>
                  <a:spcAft>
                    <a:spcPct val="0"/>
                  </a:spcAft>
                  <a:buClrTx/>
                  <a:buSzTx/>
                  <a:buFontTx/>
                  <a:buNone/>
                  <a:defRPr/>
                </a:pPr>
                <a:r>
                  <a:rPr kumimoji="1" lang="en-US" altLang="zh-CN" sz="1800" b="1" i="0" u="none" strike="noStrike" kern="1200" cap="none" spc="0" normalizeH="0" baseline="0" noProof="0" dirty="0">
                    <a:ln>
                      <a:noFill/>
                    </a:ln>
                    <a:solidFill>
                      <a:prstClr val="black"/>
                    </a:solidFill>
                    <a:effectLst/>
                    <a:uLnTx/>
                    <a:uFillTx/>
                    <a:latin typeface="Arial" panose="020B0604020202090204" pitchFamily="34" charset="0"/>
                    <a:ea typeface="宋体" pitchFamily="2" charset="-122"/>
                    <a:cs typeface="Arial" panose="020B0604020202090204" pitchFamily="34" charset="0"/>
                  </a:rPr>
                  <a:t>W(C)</a:t>
                </a:r>
                <a:endParaRPr kumimoji="1" lang="en-US" altLang="zh-CN" sz="1800" b="1" i="0" u="none" strike="noStrike" kern="1200" cap="none" spc="0" normalizeH="0" baseline="0" noProof="0" dirty="0">
                  <a:ln>
                    <a:noFill/>
                  </a:ln>
                  <a:solidFill>
                    <a:prstClr val="black"/>
                  </a:solidFill>
                  <a:effectLst/>
                  <a:uLnTx/>
                  <a:uFillTx/>
                  <a:latin typeface="Arial" panose="020B0604020202090204" pitchFamily="34" charset="0"/>
                  <a:ea typeface="宋体" pitchFamily="2" charset="-122"/>
                  <a:cs typeface="Arial" panose="020B0604020202090204" pitchFamily="34" charset="0"/>
                </a:endParaRPr>
              </a:p>
              <a:p>
                <a:pPr marL="0" marR="0" lvl="0" indent="0" algn="just" defTabSz="914400" rtl="0" eaLnBrk="1" fontAlgn="base" latinLnBrk="0" hangingPunct="1">
                  <a:lnSpc>
                    <a:spcPct val="100000"/>
                  </a:lnSpc>
                  <a:spcBef>
                    <a:spcPct val="0"/>
                  </a:spcBef>
                  <a:spcAft>
                    <a:spcPct val="0"/>
                  </a:spcAft>
                  <a:buClrTx/>
                  <a:buSzTx/>
                  <a:buFontTx/>
                  <a:buNone/>
                  <a:defRPr/>
                </a:pPr>
                <a:r>
                  <a:rPr kumimoji="1" lang="en-US" altLang="zh-CN" sz="1800" b="1" i="0" u="none" strike="noStrike" kern="1200" cap="none" spc="0" normalizeH="0" baseline="0" noProof="0" dirty="0">
                    <a:ln>
                      <a:noFill/>
                    </a:ln>
                    <a:solidFill>
                      <a:prstClr val="black"/>
                    </a:solidFill>
                    <a:effectLst/>
                    <a:uLnTx/>
                    <a:uFillTx/>
                    <a:latin typeface="Arial" panose="020B0604020202090204" pitchFamily="34" charset="0"/>
                    <a:ea typeface="宋体" pitchFamily="2" charset="-122"/>
                    <a:cs typeface="Arial" panose="020B0604020202090204" pitchFamily="34" charset="0"/>
                  </a:rPr>
                  <a:t>COMMIT</a:t>
                </a:r>
                <a:endParaRPr kumimoji="1" lang="zh-CN" altLang="en-US" sz="1800" b="1" i="0" u="none" strike="noStrike" kern="1200" cap="none" spc="0" normalizeH="0" baseline="0" noProof="0" dirty="0">
                  <a:ln>
                    <a:noFill/>
                  </a:ln>
                  <a:solidFill>
                    <a:prstClr val="black"/>
                  </a:solidFill>
                  <a:effectLst/>
                  <a:uLnTx/>
                  <a:uFillTx/>
                  <a:latin typeface="Arial" panose="020B0604020202090204" pitchFamily="34" charset="0"/>
                  <a:ea typeface="宋体" pitchFamily="2" charset="-122"/>
                  <a:cs typeface="Arial" panose="020B0604020202090204" pitchFamily="34" charset="0"/>
                </a:endParaRPr>
              </a:p>
            </p:txBody>
          </p:sp>
        </p:grpSp>
        <p:sp>
          <p:nvSpPr>
            <p:cNvPr id="33" name="矩形 32"/>
            <p:cNvSpPr/>
            <p:nvPr/>
          </p:nvSpPr>
          <p:spPr>
            <a:xfrm>
              <a:off x="3542153" y="1780951"/>
              <a:ext cx="1355695" cy="4739946"/>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a:lstStyle/>
            <a:p>
              <a:pPr marL="0" marR="0" lvl="0" indent="0" algn="just" defTabSz="914400" rtl="0" eaLnBrk="1" fontAlgn="base" latinLnBrk="0" hangingPunct="1">
                <a:lnSpc>
                  <a:spcPct val="100000"/>
                </a:lnSpc>
                <a:spcBef>
                  <a:spcPct val="0"/>
                </a:spcBef>
                <a:spcAft>
                  <a:spcPct val="0"/>
                </a:spcAft>
                <a:buClrTx/>
                <a:buSzTx/>
                <a:buFontTx/>
                <a:buNone/>
                <a:defRPr/>
              </a:pPr>
              <a:r>
                <a:rPr kumimoji="1" lang="en-US" altLang="zh-CN" sz="1800" b="1" i="0" u="none" strike="noStrike" kern="1200" cap="none" spc="0" normalizeH="0" baseline="0" noProof="0" dirty="0">
                  <a:ln>
                    <a:noFill/>
                  </a:ln>
                  <a:solidFill>
                    <a:prstClr val="black"/>
                  </a:solidFill>
                  <a:effectLst/>
                  <a:uLnTx/>
                  <a:uFillTx/>
                  <a:latin typeface="Arial" panose="020B0604020202090204" pitchFamily="34" charset="0"/>
                  <a:ea typeface="宋体" pitchFamily="2" charset="-122"/>
                  <a:cs typeface="Arial" panose="020B0604020202090204" pitchFamily="34" charset="0"/>
                </a:rPr>
                <a:t>BEGIN</a:t>
              </a:r>
              <a:endParaRPr kumimoji="1" lang="en-US" altLang="zh-CN" sz="1800" b="1" i="0" u="none" strike="noStrike" kern="1200" cap="none" spc="0" normalizeH="0" baseline="0" noProof="0" dirty="0">
                <a:ln>
                  <a:noFill/>
                </a:ln>
                <a:solidFill>
                  <a:prstClr val="black"/>
                </a:solidFill>
                <a:effectLst/>
                <a:uLnTx/>
                <a:uFillTx/>
                <a:latin typeface="Arial" panose="020B0604020202090204" pitchFamily="34" charset="0"/>
                <a:ea typeface="宋体" pitchFamily="2" charset="-122"/>
                <a:cs typeface="Arial" panose="020B0604020202090204" pitchFamily="34" charset="0"/>
              </a:endParaRPr>
            </a:p>
            <a:p>
              <a:pPr marL="0" marR="0" lvl="0" indent="0" algn="just" defTabSz="914400" rtl="0" eaLnBrk="1" fontAlgn="base" latinLnBrk="0" hangingPunct="1">
                <a:lnSpc>
                  <a:spcPct val="100000"/>
                </a:lnSpc>
                <a:spcBef>
                  <a:spcPct val="0"/>
                </a:spcBef>
                <a:spcAft>
                  <a:spcPct val="0"/>
                </a:spcAft>
                <a:buClrTx/>
                <a:buSzTx/>
                <a:buFontTx/>
                <a:buNone/>
                <a:defRPr/>
              </a:pPr>
              <a:endParaRPr kumimoji="1" lang="en-US" altLang="zh-CN" sz="1800" b="1" i="0" u="none" strike="noStrike" kern="1200" cap="none" spc="0" normalizeH="0" baseline="0" noProof="0" dirty="0">
                <a:ln>
                  <a:noFill/>
                </a:ln>
                <a:solidFill>
                  <a:prstClr val="black"/>
                </a:solidFill>
                <a:effectLst/>
                <a:uLnTx/>
                <a:uFillTx/>
                <a:latin typeface="Arial" panose="020B0604020202090204" pitchFamily="34" charset="0"/>
                <a:ea typeface="宋体" pitchFamily="2" charset="-122"/>
                <a:cs typeface="Arial" panose="020B0604020202090204" pitchFamily="34" charset="0"/>
              </a:endParaRPr>
            </a:p>
            <a:p>
              <a:pPr marL="0" marR="0" lvl="0" indent="0" algn="just" defTabSz="914400" rtl="0" eaLnBrk="1" fontAlgn="base" latinLnBrk="0" hangingPunct="1">
                <a:lnSpc>
                  <a:spcPct val="100000"/>
                </a:lnSpc>
                <a:spcBef>
                  <a:spcPct val="0"/>
                </a:spcBef>
                <a:spcAft>
                  <a:spcPct val="0"/>
                </a:spcAft>
                <a:buClrTx/>
                <a:buSzTx/>
                <a:buFontTx/>
                <a:buNone/>
                <a:defRPr/>
              </a:pPr>
              <a:endParaRPr kumimoji="1" lang="en-US" altLang="zh-CN" sz="1800" b="1" i="0" u="none" strike="noStrike" kern="1200" cap="none" spc="0" normalizeH="0" baseline="0" noProof="0" dirty="0">
                <a:ln>
                  <a:noFill/>
                </a:ln>
                <a:solidFill>
                  <a:prstClr val="black"/>
                </a:solidFill>
                <a:effectLst/>
                <a:uLnTx/>
                <a:uFillTx/>
                <a:latin typeface="Arial" panose="020B0604020202090204" pitchFamily="34" charset="0"/>
                <a:ea typeface="宋体" pitchFamily="2" charset="-122"/>
                <a:cs typeface="Arial" panose="020B0604020202090204" pitchFamily="34" charset="0"/>
              </a:endParaRPr>
            </a:p>
            <a:p>
              <a:pPr marL="0" marR="0" lvl="0" indent="0" algn="just" defTabSz="914400" rtl="0" eaLnBrk="1" fontAlgn="base" latinLnBrk="0" hangingPunct="1">
                <a:lnSpc>
                  <a:spcPct val="100000"/>
                </a:lnSpc>
                <a:spcBef>
                  <a:spcPct val="0"/>
                </a:spcBef>
                <a:spcAft>
                  <a:spcPct val="0"/>
                </a:spcAft>
                <a:buClrTx/>
                <a:buSzTx/>
                <a:buFontTx/>
                <a:buNone/>
                <a:defRPr/>
              </a:pPr>
              <a:endParaRPr kumimoji="1" lang="en-US" altLang="zh-CN" sz="1800" b="1" i="0" u="none" strike="noStrike" kern="1200" cap="none" spc="0" normalizeH="0" baseline="0" noProof="0" dirty="0">
                <a:ln>
                  <a:noFill/>
                </a:ln>
                <a:solidFill>
                  <a:prstClr val="black"/>
                </a:solidFill>
                <a:effectLst/>
                <a:uLnTx/>
                <a:uFillTx/>
                <a:latin typeface="Arial" panose="020B0604020202090204" pitchFamily="34" charset="0"/>
                <a:ea typeface="宋体" pitchFamily="2" charset="-122"/>
                <a:cs typeface="Arial" panose="020B0604020202090204" pitchFamily="34" charset="0"/>
              </a:endParaRPr>
            </a:p>
            <a:p>
              <a:pPr marL="0" marR="0" lvl="0" indent="0" algn="just" defTabSz="914400" rtl="0" eaLnBrk="1" fontAlgn="base" latinLnBrk="0" hangingPunct="1">
                <a:lnSpc>
                  <a:spcPct val="100000"/>
                </a:lnSpc>
                <a:spcBef>
                  <a:spcPct val="0"/>
                </a:spcBef>
                <a:spcAft>
                  <a:spcPct val="0"/>
                </a:spcAft>
                <a:buClrTx/>
                <a:buSzTx/>
                <a:buFontTx/>
                <a:buNone/>
                <a:defRPr/>
              </a:pPr>
              <a:endParaRPr kumimoji="1" lang="en-US" altLang="zh-CN" sz="1800" b="1" i="0" u="none" strike="noStrike" kern="1200" cap="none" spc="0" normalizeH="0" baseline="0" noProof="0" dirty="0">
                <a:ln>
                  <a:noFill/>
                </a:ln>
                <a:solidFill>
                  <a:prstClr val="black"/>
                </a:solidFill>
                <a:effectLst/>
                <a:uLnTx/>
                <a:uFillTx/>
                <a:latin typeface="Arial" panose="020B0604020202090204" pitchFamily="34" charset="0"/>
                <a:ea typeface="宋体" pitchFamily="2" charset="-122"/>
                <a:cs typeface="Arial" panose="020B0604020202090204" pitchFamily="34" charset="0"/>
              </a:endParaRPr>
            </a:p>
            <a:p>
              <a:pPr marL="0" marR="0" lvl="0" indent="0" algn="just" defTabSz="914400" rtl="0" eaLnBrk="1" fontAlgn="base" latinLnBrk="0" hangingPunct="1">
                <a:lnSpc>
                  <a:spcPct val="100000"/>
                </a:lnSpc>
                <a:spcBef>
                  <a:spcPct val="0"/>
                </a:spcBef>
                <a:spcAft>
                  <a:spcPct val="0"/>
                </a:spcAft>
                <a:buClrTx/>
                <a:buSzTx/>
                <a:buFontTx/>
                <a:buNone/>
                <a:defRPr/>
              </a:pPr>
              <a:r>
                <a:rPr kumimoji="1" lang="en-US" altLang="zh-CN" sz="1800" b="1" i="0" u="none" strike="noStrike" kern="1200" cap="none" spc="0" normalizeH="0" baseline="0" noProof="0" dirty="0">
                  <a:ln>
                    <a:noFill/>
                  </a:ln>
                  <a:solidFill>
                    <a:prstClr val="black"/>
                  </a:solidFill>
                  <a:effectLst/>
                  <a:uLnTx/>
                  <a:uFillTx/>
                  <a:latin typeface="Arial" panose="020B0604020202090204" pitchFamily="34" charset="0"/>
                  <a:ea typeface="宋体" pitchFamily="2" charset="-122"/>
                  <a:cs typeface="Arial" panose="020B0604020202090204" pitchFamily="34" charset="0"/>
                </a:rPr>
                <a:t>R(C)</a:t>
              </a:r>
              <a:endParaRPr kumimoji="1" lang="en-US" altLang="zh-CN" sz="1800" b="1" i="0" u="none" strike="noStrike" kern="1200" cap="none" spc="0" normalizeH="0" baseline="0" noProof="0" dirty="0">
                <a:ln>
                  <a:noFill/>
                </a:ln>
                <a:solidFill>
                  <a:prstClr val="black"/>
                </a:solidFill>
                <a:effectLst/>
                <a:uLnTx/>
                <a:uFillTx/>
                <a:latin typeface="Arial" panose="020B0604020202090204" pitchFamily="34" charset="0"/>
                <a:ea typeface="宋体" pitchFamily="2" charset="-122"/>
                <a:cs typeface="Arial" panose="020B0604020202090204" pitchFamily="34" charset="0"/>
              </a:endParaRPr>
            </a:p>
            <a:p>
              <a:pPr marL="0" marR="0" lvl="0" indent="0" algn="just" defTabSz="914400" rtl="0" eaLnBrk="1" fontAlgn="base" latinLnBrk="0" hangingPunct="1">
                <a:lnSpc>
                  <a:spcPct val="100000"/>
                </a:lnSpc>
                <a:spcBef>
                  <a:spcPct val="0"/>
                </a:spcBef>
                <a:spcAft>
                  <a:spcPct val="0"/>
                </a:spcAft>
                <a:buClrTx/>
                <a:buSzTx/>
                <a:buFontTx/>
                <a:buNone/>
                <a:defRPr/>
              </a:pPr>
              <a:r>
                <a:rPr kumimoji="1" lang="en-US" altLang="zh-CN" sz="1800" b="1" i="0" u="none" strike="noStrike" kern="1200" cap="none" spc="0" normalizeH="0" baseline="0" noProof="0" dirty="0">
                  <a:ln>
                    <a:noFill/>
                  </a:ln>
                  <a:solidFill>
                    <a:prstClr val="black"/>
                  </a:solidFill>
                  <a:effectLst/>
                  <a:uLnTx/>
                  <a:uFillTx/>
                  <a:latin typeface="Arial" panose="020B0604020202090204" pitchFamily="34" charset="0"/>
                  <a:ea typeface="宋体" pitchFamily="2" charset="-122"/>
                  <a:cs typeface="Arial" panose="020B0604020202090204" pitchFamily="34" charset="0"/>
                </a:rPr>
                <a:t>W(C)</a:t>
              </a:r>
              <a:endParaRPr kumimoji="1" lang="en-US" altLang="zh-CN" sz="1800" b="1" i="0" u="none" strike="noStrike" kern="1200" cap="none" spc="0" normalizeH="0" baseline="0" noProof="0" dirty="0">
                <a:ln>
                  <a:noFill/>
                </a:ln>
                <a:solidFill>
                  <a:prstClr val="black"/>
                </a:solidFill>
                <a:effectLst/>
                <a:uLnTx/>
                <a:uFillTx/>
                <a:latin typeface="Arial" panose="020B0604020202090204" pitchFamily="34" charset="0"/>
                <a:ea typeface="宋体" pitchFamily="2" charset="-122"/>
                <a:cs typeface="Arial" panose="020B0604020202090204" pitchFamily="34" charset="0"/>
              </a:endParaRPr>
            </a:p>
            <a:p>
              <a:pPr marL="0" marR="0" lvl="0" indent="0" algn="just" defTabSz="914400" rtl="0" eaLnBrk="1" fontAlgn="base" latinLnBrk="0" hangingPunct="1">
                <a:lnSpc>
                  <a:spcPct val="100000"/>
                </a:lnSpc>
                <a:spcBef>
                  <a:spcPct val="0"/>
                </a:spcBef>
                <a:spcAft>
                  <a:spcPct val="0"/>
                </a:spcAft>
                <a:buClrTx/>
                <a:buSzTx/>
                <a:buFontTx/>
                <a:buNone/>
                <a:defRPr/>
              </a:pPr>
              <a:endParaRPr kumimoji="1" lang="en-US" altLang="zh-CN" sz="1800" b="1" i="0" u="none" strike="noStrike" kern="1200" cap="none" spc="0" normalizeH="0" baseline="0" noProof="0" dirty="0">
                <a:ln>
                  <a:noFill/>
                </a:ln>
                <a:solidFill>
                  <a:prstClr val="black"/>
                </a:solidFill>
                <a:effectLst/>
                <a:uLnTx/>
                <a:uFillTx/>
                <a:latin typeface="Arial" panose="020B0604020202090204" pitchFamily="34" charset="0"/>
                <a:ea typeface="宋体" pitchFamily="2" charset="-122"/>
                <a:cs typeface="Arial" panose="020B0604020202090204" pitchFamily="34" charset="0"/>
              </a:endParaRPr>
            </a:p>
            <a:p>
              <a:pPr marL="0" marR="0" lvl="0" indent="0" algn="just" defTabSz="914400" rtl="0" eaLnBrk="1" fontAlgn="base" latinLnBrk="0" hangingPunct="1">
                <a:lnSpc>
                  <a:spcPct val="100000"/>
                </a:lnSpc>
                <a:spcBef>
                  <a:spcPct val="0"/>
                </a:spcBef>
                <a:spcAft>
                  <a:spcPct val="0"/>
                </a:spcAft>
                <a:buClrTx/>
                <a:buSzTx/>
                <a:buFontTx/>
                <a:buNone/>
                <a:defRPr/>
              </a:pPr>
              <a:r>
                <a:rPr kumimoji="1" lang="en-US" altLang="zh-CN" sz="1800" b="1" i="0" u="none" strike="noStrike" kern="1200" cap="none" spc="0" normalizeH="0" baseline="0" noProof="0" dirty="0">
                  <a:ln>
                    <a:noFill/>
                  </a:ln>
                  <a:solidFill>
                    <a:prstClr val="black"/>
                  </a:solidFill>
                  <a:effectLst/>
                  <a:uLnTx/>
                  <a:uFillTx/>
                  <a:latin typeface="Arial" panose="020B0604020202090204" pitchFamily="34" charset="0"/>
                  <a:ea typeface="宋体" pitchFamily="2" charset="-122"/>
                  <a:cs typeface="Arial" panose="020B0604020202090204" pitchFamily="34" charset="0"/>
                </a:rPr>
                <a:t>R(B)</a:t>
              </a:r>
              <a:endParaRPr kumimoji="1" lang="en-US" altLang="zh-CN" sz="1800" b="1" i="0" u="none" strike="noStrike" kern="1200" cap="none" spc="0" normalizeH="0" baseline="0" noProof="0" dirty="0">
                <a:ln>
                  <a:noFill/>
                </a:ln>
                <a:solidFill>
                  <a:prstClr val="black"/>
                </a:solidFill>
                <a:effectLst/>
                <a:uLnTx/>
                <a:uFillTx/>
                <a:latin typeface="Arial" panose="020B0604020202090204" pitchFamily="34" charset="0"/>
                <a:ea typeface="宋体" pitchFamily="2" charset="-122"/>
                <a:cs typeface="Arial" panose="020B0604020202090204" pitchFamily="34" charset="0"/>
              </a:endParaRPr>
            </a:p>
            <a:p>
              <a:pPr marL="0" marR="0" lvl="0" indent="0" algn="just" defTabSz="914400" rtl="0" eaLnBrk="1" fontAlgn="base" latinLnBrk="0" hangingPunct="1">
                <a:lnSpc>
                  <a:spcPct val="100000"/>
                </a:lnSpc>
                <a:spcBef>
                  <a:spcPct val="0"/>
                </a:spcBef>
                <a:spcAft>
                  <a:spcPct val="0"/>
                </a:spcAft>
                <a:buClrTx/>
                <a:buSzTx/>
                <a:buFontTx/>
                <a:buNone/>
                <a:defRPr/>
              </a:pPr>
              <a:r>
                <a:rPr kumimoji="1" lang="en-US" altLang="zh-CN" sz="1800" b="1" i="0" u="none" strike="noStrike" kern="1200" cap="none" spc="0" normalizeH="0" baseline="0" noProof="0" dirty="0">
                  <a:ln>
                    <a:noFill/>
                  </a:ln>
                  <a:solidFill>
                    <a:prstClr val="black"/>
                  </a:solidFill>
                  <a:effectLst/>
                  <a:uLnTx/>
                  <a:uFillTx/>
                  <a:latin typeface="Arial" panose="020B0604020202090204" pitchFamily="34" charset="0"/>
                  <a:ea typeface="宋体" pitchFamily="2" charset="-122"/>
                  <a:cs typeface="Arial" panose="020B0604020202090204" pitchFamily="34" charset="0"/>
                </a:rPr>
                <a:t>W(B)</a:t>
              </a:r>
              <a:endParaRPr kumimoji="1" lang="en-US" altLang="zh-CN" sz="1800" b="1" i="0" u="none" strike="noStrike" kern="1200" cap="none" spc="0" normalizeH="0" baseline="0" noProof="0" dirty="0">
                <a:ln>
                  <a:noFill/>
                </a:ln>
                <a:solidFill>
                  <a:prstClr val="black"/>
                </a:solidFill>
                <a:effectLst/>
                <a:uLnTx/>
                <a:uFillTx/>
                <a:latin typeface="Arial" panose="020B0604020202090204" pitchFamily="34" charset="0"/>
                <a:ea typeface="宋体" pitchFamily="2" charset="-122"/>
                <a:cs typeface="Arial" panose="020B0604020202090204" pitchFamily="34" charset="0"/>
              </a:endParaRPr>
            </a:p>
            <a:p>
              <a:pPr marL="0" marR="0" lvl="0" indent="0" algn="just" defTabSz="914400" rtl="0" eaLnBrk="1" fontAlgn="base" latinLnBrk="0" hangingPunct="1">
                <a:lnSpc>
                  <a:spcPct val="100000"/>
                </a:lnSpc>
                <a:spcBef>
                  <a:spcPct val="0"/>
                </a:spcBef>
                <a:spcAft>
                  <a:spcPct val="0"/>
                </a:spcAft>
                <a:buClrTx/>
                <a:buSzTx/>
                <a:buFontTx/>
                <a:buNone/>
                <a:defRPr/>
              </a:pPr>
              <a:r>
                <a:rPr kumimoji="1" lang="en-US" altLang="zh-CN" sz="1800" b="1" i="0" u="none" strike="noStrike" kern="1200" cap="none" spc="0" normalizeH="0" baseline="0" noProof="0" dirty="0">
                  <a:ln>
                    <a:noFill/>
                  </a:ln>
                  <a:solidFill>
                    <a:prstClr val="black"/>
                  </a:solidFill>
                  <a:effectLst/>
                  <a:uLnTx/>
                  <a:uFillTx/>
                  <a:latin typeface="Arial" panose="020B0604020202090204" pitchFamily="34" charset="0"/>
                  <a:ea typeface="宋体" pitchFamily="2" charset="-122"/>
                  <a:cs typeface="Arial" panose="020B0604020202090204" pitchFamily="34" charset="0"/>
                </a:rPr>
                <a:t>COMMIT</a:t>
              </a:r>
              <a:endParaRPr kumimoji="1" lang="zh-CN" altLang="en-US" sz="1800" b="1" i="0" u="none" strike="noStrike" kern="1200" cap="none" spc="0" normalizeH="0" baseline="0" noProof="0" dirty="0">
                <a:ln>
                  <a:noFill/>
                </a:ln>
                <a:solidFill>
                  <a:prstClr val="black"/>
                </a:solidFill>
                <a:effectLst/>
                <a:uLnTx/>
                <a:uFillTx/>
                <a:latin typeface="Arial" panose="020B0604020202090204" pitchFamily="34" charset="0"/>
                <a:ea typeface="宋体" pitchFamily="2" charset="-122"/>
                <a:cs typeface="Arial" panose="020B0604020202090204" pitchFamily="34" charset="0"/>
              </a:endParaRPr>
            </a:p>
          </p:txBody>
        </p:sp>
        <p:sp>
          <p:nvSpPr>
            <p:cNvPr id="102426" name="文本框 33"/>
            <p:cNvSpPr txBox="1">
              <a:spLocks noChangeArrowheads="1"/>
            </p:cNvSpPr>
            <p:nvPr/>
          </p:nvSpPr>
          <p:spPr bwMode="auto">
            <a:xfrm>
              <a:off x="4019570" y="1438575"/>
              <a:ext cx="62826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itchFamily="2" charset="-122"/>
                </a:defRPr>
              </a:lvl5pPr>
              <a:lvl6pPr marL="2514600" indent="-228600" fontAlgn="base">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itchFamily="2" charset="-122"/>
                </a:defRPr>
              </a:lvl6pPr>
              <a:lvl7pPr marL="2971800" indent="-228600" fontAlgn="base">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itchFamily="2" charset="-122"/>
                </a:defRPr>
              </a:lvl7pPr>
              <a:lvl8pPr marL="3429000" indent="-228600" fontAlgn="base">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itchFamily="2" charset="-122"/>
                </a:defRPr>
              </a:lvl8pPr>
              <a:lvl9pPr marL="3886200" indent="-228600" fontAlgn="base">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1800" b="1" i="0" u="none" strike="noStrike" kern="1200" cap="none" spc="0" normalizeH="0" baseline="0" noProof="0">
                  <a:ln>
                    <a:noFill/>
                  </a:ln>
                  <a:solidFill>
                    <a:prstClr val="black"/>
                  </a:solidFill>
                  <a:effectLst/>
                  <a:uLnTx/>
                  <a:uFillTx/>
                  <a:latin typeface="Arial" panose="020B0604020202090204" pitchFamily="34" charset="0"/>
                  <a:ea typeface="宋体" pitchFamily="2" charset="-122"/>
                  <a:cs typeface="Arial" panose="020B0604020202090204" pitchFamily="34" charset="0"/>
                </a:rPr>
                <a:t>T</a:t>
              </a:r>
              <a:r>
                <a:rPr kumimoji="1" lang="en-US" altLang="zh-CN" sz="1800" b="1" i="0" u="none" strike="noStrike" kern="1200" cap="none" spc="0" normalizeH="0" baseline="-25000" noProof="0">
                  <a:ln>
                    <a:noFill/>
                  </a:ln>
                  <a:solidFill>
                    <a:prstClr val="black"/>
                  </a:solidFill>
                  <a:effectLst/>
                  <a:uLnTx/>
                  <a:uFillTx/>
                  <a:latin typeface="Arial" panose="020B0604020202090204" pitchFamily="34" charset="0"/>
                  <a:ea typeface="宋体" pitchFamily="2" charset="-122"/>
                  <a:cs typeface="Arial" panose="020B0604020202090204" pitchFamily="34" charset="0"/>
                </a:rPr>
                <a:t>3</a:t>
              </a:r>
              <a:endParaRPr kumimoji="1" lang="zh-CN" altLang="en-US" sz="1800" b="1" i="0" u="none" strike="noStrike" kern="1200" cap="none" spc="0" normalizeH="0" baseline="-25000" noProof="0">
                <a:ln>
                  <a:noFill/>
                </a:ln>
                <a:solidFill>
                  <a:prstClr val="black"/>
                </a:solidFill>
                <a:effectLst/>
                <a:uLnTx/>
                <a:uFillTx/>
                <a:latin typeface="Arial" panose="020B0604020202090204" pitchFamily="34" charset="0"/>
                <a:ea typeface="宋体" pitchFamily="2" charset="-122"/>
                <a:cs typeface="Arial" panose="020B0604020202090204" pitchFamily="34" charset="0"/>
              </a:endParaRPr>
            </a:p>
          </p:txBody>
        </p:sp>
      </p:grpSp>
      <p:grpSp>
        <p:nvGrpSpPr>
          <p:cNvPr id="102404" name="组合 4"/>
          <p:cNvGrpSpPr/>
          <p:nvPr/>
        </p:nvGrpSpPr>
        <p:grpSpPr bwMode="auto">
          <a:xfrm>
            <a:off x="5559425" y="1385888"/>
            <a:ext cx="3357563" cy="3481387"/>
            <a:chOff x="5560133" y="1385877"/>
            <a:chExt cx="3357245" cy="3482096"/>
          </a:xfrm>
        </p:grpSpPr>
        <p:sp>
          <p:nvSpPr>
            <p:cNvPr id="14" name="圆角矩形 34"/>
            <p:cNvSpPr/>
            <p:nvPr/>
          </p:nvSpPr>
          <p:spPr>
            <a:xfrm>
              <a:off x="5560133" y="1385877"/>
              <a:ext cx="3357245" cy="3482096"/>
            </a:xfrm>
            <a:prstGeom prst="roundRect">
              <a:avLst/>
            </a:prstGeom>
            <a:noFill/>
            <a:ln w="38100">
              <a:solidFill>
                <a:schemeClr val="bg1">
                  <a:lumMod val="50000"/>
                </a:schemeClr>
              </a:solidFill>
              <a:prstDash val="dash"/>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prstClr val="white"/>
                </a:solidFill>
                <a:effectLst/>
                <a:uLnTx/>
                <a:uFillTx/>
                <a:latin typeface="Constantia"/>
                <a:ea typeface="宋体" pitchFamily="2" charset="-122"/>
                <a:cs typeface="+mn-cs"/>
              </a:endParaRPr>
            </a:p>
          </p:txBody>
        </p:sp>
        <p:grpSp>
          <p:nvGrpSpPr>
            <p:cNvPr id="102407" name="组合 14"/>
            <p:cNvGrpSpPr/>
            <p:nvPr/>
          </p:nvGrpSpPr>
          <p:grpSpPr bwMode="auto">
            <a:xfrm>
              <a:off x="6950783" y="3952937"/>
              <a:ext cx="720090" cy="720090"/>
              <a:chOff x="8902" y="1906"/>
              <a:chExt cx="1134" cy="1134"/>
            </a:xfrm>
          </p:grpSpPr>
          <p:sp>
            <p:nvSpPr>
              <p:cNvPr id="18" name="椭圆 17"/>
              <p:cNvSpPr/>
              <p:nvPr/>
            </p:nvSpPr>
            <p:spPr>
              <a:xfrm>
                <a:off x="8902" y="1907"/>
                <a:ext cx="1135" cy="1133"/>
              </a:xfrm>
              <a:prstGeom prst="ellipse">
                <a:avLst/>
              </a:prstGeom>
              <a:noFill/>
              <a:ln w="28575">
                <a:solidFill>
                  <a:schemeClr val="bg1">
                    <a:lumMod val="50000"/>
                  </a:schemeClr>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prstClr val="white"/>
                  </a:solidFill>
                  <a:effectLst/>
                  <a:uLnTx/>
                  <a:uFillTx/>
                  <a:latin typeface="Constantia"/>
                  <a:ea typeface="宋体" pitchFamily="2" charset="-122"/>
                  <a:cs typeface="+mn-cs"/>
                </a:endParaRPr>
              </a:p>
            </p:txBody>
          </p:sp>
          <p:sp>
            <p:nvSpPr>
              <p:cNvPr id="102423" name="文本框 18"/>
              <p:cNvSpPr txBox="1">
                <a:spLocks noChangeArrowheads="1"/>
              </p:cNvSpPr>
              <p:nvPr/>
            </p:nvSpPr>
            <p:spPr bwMode="auto">
              <a:xfrm>
                <a:off x="9109" y="1999"/>
                <a:ext cx="758" cy="8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itchFamily="2" charset="-122"/>
                  </a:defRPr>
                </a:lvl5pPr>
                <a:lvl6pPr marL="2514600" indent="-228600" fontAlgn="base">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itchFamily="2" charset="-122"/>
                  </a:defRPr>
                </a:lvl6pPr>
                <a:lvl7pPr marL="2971800" indent="-228600" fontAlgn="base">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itchFamily="2" charset="-122"/>
                  </a:defRPr>
                </a:lvl7pPr>
                <a:lvl8pPr marL="3429000" indent="-228600" fontAlgn="base">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itchFamily="2" charset="-122"/>
                  </a:defRPr>
                </a:lvl8pPr>
                <a:lvl9pPr marL="3886200" indent="-228600" fontAlgn="base">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a:ln>
                      <a:noFill/>
                    </a:ln>
                    <a:solidFill>
                      <a:srgbClr val="FF0000"/>
                    </a:solidFill>
                    <a:effectLst/>
                    <a:uLnTx/>
                    <a:uFillTx/>
                    <a:latin typeface="Times New Roman" panose="02020503050405090304" pitchFamily="18" charset="0"/>
                    <a:ea typeface="宋体" pitchFamily="2" charset="-122"/>
                    <a:cs typeface="+mn-cs"/>
                  </a:rPr>
                  <a:t>T</a:t>
                </a:r>
                <a:r>
                  <a:rPr kumimoji="1" lang="en-US" altLang="zh-CN" sz="2800" b="0" i="0" u="none" strike="noStrike" kern="1200" cap="none" spc="0" normalizeH="0" baseline="-25000" noProof="0">
                    <a:ln>
                      <a:noFill/>
                    </a:ln>
                    <a:solidFill>
                      <a:srgbClr val="FF0000"/>
                    </a:solidFill>
                    <a:effectLst/>
                    <a:uLnTx/>
                    <a:uFillTx/>
                    <a:latin typeface="Times New Roman" panose="02020503050405090304" pitchFamily="18" charset="0"/>
                    <a:ea typeface="宋体" pitchFamily="2" charset="-122"/>
                    <a:cs typeface="+mn-cs"/>
                  </a:rPr>
                  <a:t>2</a:t>
                </a:r>
                <a:endParaRPr kumimoji="1" lang="en-US" altLang="zh-CN" sz="2800" b="0" i="0" u="none" strike="noStrike" kern="1200" cap="none" spc="0" normalizeH="0" baseline="-25000" noProof="0">
                  <a:ln>
                    <a:noFill/>
                  </a:ln>
                  <a:solidFill>
                    <a:srgbClr val="FF0000"/>
                  </a:solidFill>
                  <a:effectLst/>
                  <a:uLnTx/>
                  <a:uFillTx/>
                  <a:latin typeface="Times New Roman" panose="02020503050405090304" pitchFamily="18" charset="0"/>
                  <a:ea typeface="宋体" pitchFamily="2" charset="-122"/>
                  <a:cs typeface="+mn-cs"/>
                </a:endParaRPr>
              </a:p>
            </p:txBody>
          </p:sp>
        </p:grpSp>
        <p:cxnSp>
          <p:nvCxnSpPr>
            <p:cNvPr id="24" name="直接箭头连接符 23"/>
            <p:cNvCxnSpPr>
              <a:stCxn id="39" idx="4"/>
              <a:endCxn id="18" idx="7"/>
            </p:cNvCxnSpPr>
            <p:nvPr/>
          </p:nvCxnSpPr>
          <p:spPr>
            <a:xfrm flipH="1">
              <a:off x="7564956" y="2992754"/>
              <a:ext cx="546048" cy="1065429"/>
            </a:xfrm>
            <a:prstGeom prst="straightConnector1">
              <a:avLst/>
            </a:prstGeom>
            <a:ln w="38100">
              <a:solidFill>
                <a:srgbClr val="FF0000"/>
              </a:solidFill>
              <a:headEnd type="none"/>
              <a:tailEnd type="triangle" w="med" len="med"/>
            </a:ln>
          </p:spPr>
          <p:style>
            <a:lnRef idx="1">
              <a:schemeClr val="accent1"/>
            </a:lnRef>
            <a:fillRef idx="0">
              <a:schemeClr val="accent1"/>
            </a:fillRef>
            <a:effectRef idx="0">
              <a:schemeClr val="accent1"/>
            </a:effectRef>
            <a:fontRef idx="minor">
              <a:schemeClr val="tx1"/>
            </a:fontRef>
          </p:style>
        </p:cxnSp>
        <p:grpSp>
          <p:nvGrpSpPr>
            <p:cNvPr id="102409" name="组合 34"/>
            <p:cNvGrpSpPr/>
            <p:nvPr/>
          </p:nvGrpSpPr>
          <p:grpSpPr bwMode="auto">
            <a:xfrm>
              <a:off x="6005269" y="2271620"/>
              <a:ext cx="720090" cy="720090"/>
              <a:chOff x="8789" y="1495"/>
              <a:chExt cx="1134" cy="1134"/>
            </a:xfrm>
          </p:grpSpPr>
          <p:sp>
            <p:nvSpPr>
              <p:cNvPr id="36" name="椭圆 35"/>
              <p:cNvSpPr/>
              <p:nvPr/>
            </p:nvSpPr>
            <p:spPr>
              <a:xfrm>
                <a:off x="8788" y="1495"/>
                <a:ext cx="1135" cy="1133"/>
              </a:xfrm>
              <a:prstGeom prst="ellipse">
                <a:avLst/>
              </a:prstGeom>
              <a:noFill/>
              <a:ln w="28575">
                <a:solidFill>
                  <a:schemeClr val="bg1">
                    <a:lumMod val="50000"/>
                  </a:schemeClr>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prstClr val="white"/>
                  </a:solidFill>
                  <a:effectLst/>
                  <a:uLnTx/>
                  <a:uFillTx/>
                  <a:latin typeface="Constantia"/>
                  <a:ea typeface="宋体" pitchFamily="2" charset="-122"/>
                  <a:cs typeface="+mn-cs"/>
                </a:endParaRPr>
              </a:p>
            </p:txBody>
          </p:sp>
          <p:sp>
            <p:nvSpPr>
              <p:cNvPr id="102421" name="文本框 36"/>
              <p:cNvSpPr txBox="1">
                <a:spLocks noChangeArrowheads="1"/>
              </p:cNvSpPr>
              <p:nvPr/>
            </p:nvSpPr>
            <p:spPr bwMode="auto">
              <a:xfrm>
                <a:off x="9011" y="1651"/>
                <a:ext cx="811" cy="8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itchFamily="2" charset="-122"/>
                  </a:defRPr>
                </a:lvl5pPr>
                <a:lvl6pPr marL="2514600" indent="-228600" fontAlgn="base">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itchFamily="2" charset="-122"/>
                  </a:defRPr>
                </a:lvl6pPr>
                <a:lvl7pPr marL="2971800" indent="-228600" fontAlgn="base">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itchFamily="2" charset="-122"/>
                  </a:defRPr>
                </a:lvl7pPr>
                <a:lvl8pPr marL="3429000" indent="-228600" fontAlgn="base">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itchFamily="2" charset="-122"/>
                  </a:defRPr>
                </a:lvl8pPr>
                <a:lvl9pPr marL="3886200" indent="-228600" fontAlgn="base">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a:ln>
                      <a:noFill/>
                    </a:ln>
                    <a:solidFill>
                      <a:srgbClr val="FF0000"/>
                    </a:solidFill>
                    <a:effectLst/>
                    <a:uLnTx/>
                    <a:uFillTx/>
                    <a:latin typeface="Times New Roman" panose="02020503050405090304" pitchFamily="18" charset="0"/>
                    <a:ea typeface="宋体" pitchFamily="2" charset="-122"/>
                    <a:cs typeface="+mn-cs"/>
                  </a:rPr>
                  <a:t>T</a:t>
                </a:r>
                <a:r>
                  <a:rPr kumimoji="1" lang="en-US" altLang="zh-CN" sz="2800" b="0" i="0" u="none" strike="noStrike" kern="1200" cap="none" spc="0" normalizeH="0" baseline="-25000" noProof="0">
                    <a:ln>
                      <a:noFill/>
                    </a:ln>
                    <a:solidFill>
                      <a:srgbClr val="FF0000"/>
                    </a:solidFill>
                    <a:effectLst/>
                    <a:uLnTx/>
                    <a:uFillTx/>
                    <a:latin typeface="Times New Roman" panose="02020503050405090304" pitchFamily="18" charset="0"/>
                    <a:ea typeface="宋体" pitchFamily="2" charset="-122"/>
                    <a:cs typeface="+mn-cs"/>
                  </a:rPr>
                  <a:t>1</a:t>
                </a:r>
                <a:endParaRPr kumimoji="1" lang="en-US" altLang="zh-CN" sz="2800" b="0" i="0" u="none" strike="noStrike" kern="1200" cap="none" spc="0" normalizeH="0" baseline="-25000" noProof="0">
                  <a:ln>
                    <a:noFill/>
                  </a:ln>
                  <a:solidFill>
                    <a:srgbClr val="FF0000"/>
                  </a:solidFill>
                  <a:effectLst/>
                  <a:uLnTx/>
                  <a:uFillTx/>
                  <a:latin typeface="Times New Roman" panose="02020503050405090304" pitchFamily="18" charset="0"/>
                  <a:ea typeface="宋体" pitchFamily="2" charset="-122"/>
                  <a:cs typeface="+mn-cs"/>
                </a:endParaRPr>
              </a:p>
            </p:txBody>
          </p:sp>
        </p:grpSp>
        <p:grpSp>
          <p:nvGrpSpPr>
            <p:cNvPr id="102410" name="组合 37"/>
            <p:cNvGrpSpPr/>
            <p:nvPr/>
          </p:nvGrpSpPr>
          <p:grpSpPr bwMode="auto">
            <a:xfrm>
              <a:off x="7750884" y="2272255"/>
              <a:ext cx="720090" cy="720090"/>
              <a:chOff x="8789" y="1495"/>
              <a:chExt cx="1134" cy="1134"/>
            </a:xfrm>
          </p:grpSpPr>
          <p:sp>
            <p:nvSpPr>
              <p:cNvPr id="39" name="椭圆 38"/>
              <p:cNvSpPr/>
              <p:nvPr/>
            </p:nvSpPr>
            <p:spPr>
              <a:xfrm>
                <a:off x="8789" y="1494"/>
                <a:ext cx="1135" cy="1135"/>
              </a:xfrm>
              <a:prstGeom prst="ellipse">
                <a:avLst/>
              </a:prstGeom>
              <a:noFill/>
              <a:ln w="28575">
                <a:solidFill>
                  <a:schemeClr val="bg1">
                    <a:lumMod val="50000"/>
                  </a:schemeClr>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prstClr val="white"/>
                  </a:solidFill>
                  <a:effectLst/>
                  <a:uLnTx/>
                  <a:uFillTx/>
                  <a:latin typeface="Constantia"/>
                  <a:ea typeface="宋体" pitchFamily="2" charset="-122"/>
                  <a:cs typeface="+mn-cs"/>
                </a:endParaRPr>
              </a:p>
            </p:txBody>
          </p:sp>
          <p:sp>
            <p:nvSpPr>
              <p:cNvPr id="102419" name="文本框 39"/>
              <p:cNvSpPr txBox="1">
                <a:spLocks noChangeArrowheads="1"/>
              </p:cNvSpPr>
              <p:nvPr/>
            </p:nvSpPr>
            <p:spPr bwMode="auto">
              <a:xfrm>
                <a:off x="9011" y="1651"/>
                <a:ext cx="758" cy="8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itchFamily="2" charset="-122"/>
                  </a:defRPr>
                </a:lvl5pPr>
                <a:lvl6pPr marL="2514600" indent="-228600" fontAlgn="base">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itchFamily="2" charset="-122"/>
                  </a:defRPr>
                </a:lvl6pPr>
                <a:lvl7pPr marL="2971800" indent="-228600" fontAlgn="base">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itchFamily="2" charset="-122"/>
                  </a:defRPr>
                </a:lvl7pPr>
                <a:lvl8pPr marL="3429000" indent="-228600" fontAlgn="base">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itchFamily="2" charset="-122"/>
                  </a:defRPr>
                </a:lvl8pPr>
                <a:lvl9pPr marL="3886200" indent="-228600" fontAlgn="base">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a:ln>
                      <a:noFill/>
                    </a:ln>
                    <a:solidFill>
                      <a:srgbClr val="FF0000"/>
                    </a:solidFill>
                    <a:effectLst/>
                    <a:uLnTx/>
                    <a:uFillTx/>
                    <a:latin typeface="Times New Roman" panose="02020503050405090304" pitchFamily="18" charset="0"/>
                    <a:ea typeface="宋体" pitchFamily="2" charset="-122"/>
                    <a:cs typeface="+mn-cs"/>
                  </a:rPr>
                  <a:t>T</a:t>
                </a:r>
                <a:r>
                  <a:rPr kumimoji="1" lang="en-US" altLang="zh-CN" sz="2800" b="0" i="0" u="none" strike="noStrike" kern="1200" cap="none" spc="0" normalizeH="0" baseline="-25000" noProof="0">
                    <a:ln>
                      <a:noFill/>
                    </a:ln>
                    <a:solidFill>
                      <a:srgbClr val="FF0000"/>
                    </a:solidFill>
                    <a:effectLst/>
                    <a:uLnTx/>
                    <a:uFillTx/>
                    <a:latin typeface="Times New Roman" panose="02020503050405090304" pitchFamily="18" charset="0"/>
                    <a:ea typeface="宋体" pitchFamily="2" charset="-122"/>
                    <a:cs typeface="+mn-cs"/>
                  </a:rPr>
                  <a:t>3</a:t>
                </a:r>
                <a:endParaRPr kumimoji="1" lang="en-US" altLang="zh-CN" sz="2800" b="0" i="0" u="none" strike="noStrike" kern="1200" cap="none" spc="0" normalizeH="0" baseline="-25000" noProof="0">
                  <a:ln>
                    <a:noFill/>
                  </a:ln>
                  <a:solidFill>
                    <a:srgbClr val="FF0000"/>
                  </a:solidFill>
                  <a:effectLst/>
                  <a:uLnTx/>
                  <a:uFillTx/>
                  <a:latin typeface="Times New Roman" panose="02020503050405090304" pitchFamily="18" charset="0"/>
                  <a:ea typeface="宋体" pitchFamily="2" charset="-122"/>
                  <a:cs typeface="+mn-cs"/>
                </a:endParaRPr>
              </a:p>
            </p:txBody>
          </p:sp>
        </p:grpSp>
        <p:cxnSp>
          <p:nvCxnSpPr>
            <p:cNvPr id="41" name="曲线连接符 18"/>
            <p:cNvCxnSpPr>
              <a:stCxn id="36" idx="7"/>
              <a:endCxn id="39" idx="1"/>
            </p:cNvCxnSpPr>
            <p:nvPr/>
          </p:nvCxnSpPr>
          <p:spPr>
            <a:xfrm rot="16200000" flipH="1">
              <a:off x="7237168" y="1758405"/>
              <a:ext cx="3176" cy="1236546"/>
            </a:xfrm>
            <a:prstGeom prst="curvedConnector3">
              <a:avLst>
                <a:gd name="adj1" fmla="val -9180000"/>
              </a:avLst>
            </a:prstGeom>
            <a:ln w="38100">
              <a:solidFill>
                <a:srgbClr val="FF0000"/>
              </a:solidFill>
              <a:headEnd type="none"/>
              <a:tailEnd type="triangle" w="med" len="med"/>
            </a:ln>
          </p:spPr>
          <p:style>
            <a:lnRef idx="1">
              <a:schemeClr val="accent1"/>
            </a:lnRef>
            <a:fillRef idx="0">
              <a:schemeClr val="accent1"/>
            </a:fillRef>
            <a:effectRef idx="0">
              <a:schemeClr val="accent1"/>
            </a:effectRef>
            <a:fontRef idx="minor">
              <a:schemeClr val="tx1"/>
            </a:fontRef>
          </p:style>
        </p:cxnSp>
        <p:cxnSp>
          <p:nvCxnSpPr>
            <p:cNvPr id="42" name="曲线连接符 3"/>
            <p:cNvCxnSpPr>
              <a:stCxn id="39" idx="3"/>
              <a:endCxn id="36" idx="5"/>
            </p:cNvCxnSpPr>
            <p:nvPr/>
          </p:nvCxnSpPr>
          <p:spPr>
            <a:xfrm rot="5400000" flipH="1">
              <a:off x="7237168" y="2268097"/>
              <a:ext cx="3176" cy="1236546"/>
            </a:xfrm>
            <a:prstGeom prst="curvedConnector3">
              <a:avLst>
                <a:gd name="adj1" fmla="val -10560000"/>
              </a:avLst>
            </a:prstGeom>
            <a:ln w="38100">
              <a:solidFill>
                <a:srgbClr val="FF0000"/>
              </a:solidFill>
              <a:headEnd type="none"/>
              <a:tailEnd type="triangle" w="med" len="med"/>
            </a:ln>
          </p:spPr>
          <p:style>
            <a:lnRef idx="1">
              <a:schemeClr val="accent1"/>
            </a:lnRef>
            <a:fillRef idx="0">
              <a:schemeClr val="accent1"/>
            </a:fillRef>
            <a:effectRef idx="0">
              <a:schemeClr val="accent1"/>
            </a:effectRef>
            <a:fontRef idx="minor">
              <a:schemeClr val="tx1"/>
            </a:fontRef>
          </p:style>
        </p:cxnSp>
        <p:cxnSp>
          <p:nvCxnSpPr>
            <p:cNvPr id="43" name="直接箭头连接符 42"/>
            <p:cNvCxnSpPr>
              <a:stCxn id="18" idx="1"/>
              <a:endCxn id="36" idx="4"/>
            </p:cNvCxnSpPr>
            <p:nvPr/>
          </p:nvCxnSpPr>
          <p:spPr>
            <a:xfrm flipH="1" flipV="1">
              <a:off x="6364920" y="2991166"/>
              <a:ext cx="692084" cy="1067017"/>
            </a:xfrm>
            <a:prstGeom prst="straightConnector1">
              <a:avLst/>
            </a:prstGeom>
            <a:ln w="38100">
              <a:solidFill>
                <a:srgbClr val="FF0000"/>
              </a:solidFill>
              <a:headEnd type="none"/>
              <a:tailEnd type="triangle" w="med" len="med"/>
            </a:ln>
          </p:spPr>
          <p:style>
            <a:lnRef idx="1">
              <a:schemeClr val="accent1"/>
            </a:lnRef>
            <a:fillRef idx="0">
              <a:schemeClr val="accent1"/>
            </a:fillRef>
            <a:effectRef idx="0">
              <a:schemeClr val="accent1"/>
            </a:effectRef>
            <a:fontRef idx="minor">
              <a:schemeClr val="tx1"/>
            </a:fontRef>
          </p:style>
        </p:cxnSp>
        <p:sp>
          <p:nvSpPr>
            <p:cNvPr id="44" name="文本框 43"/>
            <p:cNvSpPr txBox="1"/>
            <p:nvPr/>
          </p:nvSpPr>
          <p:spPr>
            <a:xfrm>
              <a:off x="7025257" y="1633577"/>
              <a:ext cx="426997" cy="522393"/>
            </a:xfrm>
            <a:prstGeom prst="rect">
              <a:avLst/>
            </a:prstGeom>
            <a:noFill/>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dirty="0">
                  <a:ln>
                    <a:noFill/>
                  </a:ln>
                  <a:solidFill>
                    <a:prstClr val="black"/>
                  </a:solidFill>
                  <a:effectLst>
                    <a:outerShdw blurRad="38100" dist="19050" dir="2700000" algn="tl" rotWithShape="0">
                      <a:prstClr val="black">
                        <a:alpha val="40000"/>
                      </a:prstClr>
                    </a:outerShdw>
                  </a:effectLst>
                  <a:uLnTx/>
                  <a:uFillTx/>
                  <a:latin typeface="Verdana" panose="020B0804030504040204" pitchFamily="34" charset="0"/>
                  <a:ea typeface="宋体" pitchFamily="2" charset="-122"/>
                  <a:cs typeface="+mn-cs"/>
                </a:rPr>
                <a:t>B</a:t>
              </a:r>
              <a:endParaRPr kumimoji="1" lang="en-US" altLang="zh-CN" sz="2800" b="0" i="0" u="none" strike="noStrike" kern="1200" cap="none" spc="0" normalizeH="0" baseline="0" noProof="0" dirty="0">
                <a:ln>
                  <a:noFill/>
                </a:ln>
                <a:solidFill>
                  <a:prstClr val="black"/>
                </a:solidFill>
                <a:effectLst>
                  <a:outerShdw blurRad="38100" dist="19050" dir="2700000" algn="tl" rotWithShape="0">
                    <a:prstClr val="black">
                      <a:alpha val="40000"/>
                    </a:prstClr>
                  </a:outerShdw>
                </a:effectLst>
                <a:uLnTx/>
                <a:uFillTx/>
                <a:latin typeface="Verdana" panose="020B0804030504040204" pitchFamily="34" charset="0"/>
                <a:ea typeface="宋体" pitchFamily="2" charset="-122"/>
                <a:cs typeface="+mn-cs"/>
              </a:endParaRPr>
            </a:p>
          </p:txBody>
        </p:sp>
        <p:sp>
          <p:nvSpPr>
            <p:cNvPr id="45" name="文本框 38"/>
            <p:cNvSpPr txBox="1"/>
            <p:nvPr/>
          </p:nvSpPr>
          <p:spPr>
            <a:xfrm>
              <a:off x="7071290" y="3181705"/>
              <a:ext cx="374615" cy="523982"/>
            </a:xfrm>
            <a:prstGeom prst="rect">
              <a:avLst/>
            </a:prstGeom>
            <a:noFill/>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dirty="0">
                  <a:ln>
                    <a:noFill/>
                  </a:ln>
                  <a:solidFill>
                    <a:prstClr val="black"/>
                  </a:solidFill>
                  <a:effectLst>
                    <a:outerShdw blurRad="38100" dist="19050" dir="2700000" algn="tl" rotWithShape="0">
                      <a:prstClr val="black">
                        <a:alpha val="40000"/>
                      </a:prstClr>
                    </a:outerShdw>
                  </a:effectLst>
                  <a:uLnTx/>
                  <a:uFillTx/>
                  <a:latin typeface="Constantia"/>
                  <a:ea typeface="宋体" pitchFamily="2" charset="-122"/>
                  <a:cs typeface="+mn-cs"/>
                </a:rPr>
                <a:t>C</a:t>
              </a:r>
              <a:endParaRPr kumimoji="1" lang="en-US" altLang="zh-CN" sz="2800" b="0" i="0" u="none" strike="noStrike" kern="1200" cap="none" spc="0" normalizeH="0" baseline="0" noProof="0" dirty="0">
                <a:ln>
                  <a:noFill/>
                </a:ln>
                <a:solidFill>
                  <a:prstClr val="black"/>
                </a:solidFill>
                <a:effectLst>
                  <a:outerShdw blurRad="38100" dist="19050" dir="2700000" algn="tl" rotWithShape="0">
                    <a:prstClr val="black">
                      <a:alpha val="40000"/>
                    </a:prstClr>
                  </a:outerShdw>
                </a:effectLst>
                <a:uLnTx/>
                <a:uFillTx/>
                <a:latin typeface="Constantia"/>
                <a:ea typeface="宋体" pitchFamily="2" charset="-122"/>
                <a:cs typeface="+mn-cs"/>
              </a:endParaRPr>
            </a:p>
          </p:txBody>
        </p:sp>
        <p:sp>
          <p:nvSpPr>
            <p:cNvPr id="46" name="文本框 38"/>
            <p:cNvSpPr txBox="1"/>
            <p:nvPr/>
          </p:nvSpPr>
          <p:spPr>
            <a:xfrm>
              <a:off x="6063323" y="3369068"/>
              <a:ext cx="676211" cy="522394"/>
            </a:xfrm>
            <a:prstGeom prst="rect">
              <a:avLst/>
            </a:prstGeom>
            <a:noFill/>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dirty="0">
                  <a:ln>
                    <a:noFill/>
                  </a:ln>
                  <a:solidFill>
                    <a:prstClr val="black"/>
                  </a:solidFill>
                  <a:effectLst>
                    <a:outerShdw blurRad="38100" dist="19050" dir="2700000" algn="tl" rotWithShape="0">
                      <a:prstClr val="black">
                        <a:alpha val="40000"/>
                      </a:prstClr>
                    </a:outerShdw>
                  </a:effectLst>
                  <a:uLnTx/>
                  <a:uFillTx/>
                  <a:latin typeface="Constantia"/>
                  <a:ea typeface="宋体" pitchFamily="2" charset="-122"/>
                  <a:cs typeface="+mn-cs"/>
                </a:rPr>
                <a:t>A,C</a:t>
              </a:r>
              <a:endParaRPr kumimoji="1" lang="en-US" altLang="zh-CN" sz="2800" b="0" i="0" u="none" strike="noStrike" kern="1200" cap="none" spc="0" normalizeH="0" baseline="0" noProof="0" dirty="0">
                <a:ln>
                  <a:noFill/>
                </a:ln>
                <a:solidFill>
                  <a:prstClr val="black"/>
                </a:solidFill>
                <a:effectLst>
                  <a:outerShdw blurRad="38100" dist="19050" dir="2700000" algn="tl" rotWithShape="0">
                    <a:prstClr val="black">
                      <a:alpha val="40000"/>
                    </a:prstClr>
                  </a:outerShdw>
                </a:effectLst>
                <a:uLnTx/>
                <a:uFillTx/>
                <a:latin typeface="Constantia"/>
                <a:ea typeface="宋体" pitchFamily="2" charset="-122"/>
                <a:cs typeface="+mn-cs"/>
              </a:endParaRPr>
            </a:p>
          </p:txBody>
        </p:sp>
        <p:sp>
          <p:nvSpPr>
            <p:cNvPr id="47" name="文本框 38"/>
            <p:cNvSpPr txBox="1"/>
            <p:nvPr/>
          </p:nvSpPr>
          <p:spPr>
            <a:xfrm>
              <a:off x="7841155" y="3430993"/>
              <a:ext cx="376201" cy="523982"/>
            </a:xfrm>
            <a:prstGeom prst="rect">
              <a:avLst/>
            </a:prstGeom>
            <a:noFill/>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dirty="0">
                  <a:ln>
                    <a:noFill/>
                  </a:ln>
                  <a:solidFill>
                    <a:prstClr val="black"/>
                  </a:solidFill>
                  <a:effectLst>
                    <a:outerShdw blurRad="38100" dist="19050" dir="2700000" algn="tl" rotWithShape="0">
                      <a:prstClr val="black">
                        <a:alpha val="40000"/>
                      </a:prstClr>
                    </a:outerShdw>
                  </a:effectLst>
                  <a:uLnTx/>
                  <a:uFillTx/>
                  <a:latin typeface="Constantia"/>
                  <a:ea typeface="宋体" pitchFamily="2" charset="-122"/>
                  <a:cs typeface="+mn-cs"/>
                </a:rPr>
                <a:t>C</a:t>
              </a:r>
              <a:endParaRPr kumimoji="1" lang="en-US" altLang="zh-CN" sz="2800" b="0" i="0" u="none" strike="noStrike" kern="1200" cap="none" spc="0" normalizeH="0" baseline="0" noProof="0" dirty="0">
                <a:ln>
                  <a:noFill/>
                </a:ln>
                <a:solidFill>
                  <a:prstClr val="black"/>
                </a:solidFill>
                <a:effectLst>
                  <a:outerShdw blurRad="38100" dist="19050" dir="2700000" algn="tl" rotWithShape="0">
                    <a:prstClr val="black">
                      <a:alpha val="40000"/>
                    </a:prstClr>
                  </a:outerShdw>
                </a:effectLst>
                <a:uLnTx/>
                <a:uFillTx/>
                <a:latin typeface="Constantia"/>
                <a:ea typeface="宋体" pitchFamily="2" charset="-122"/>
                <a:cs typeface="+mn-cs"/>
              </a:endParaRPr>
            </a:p>
          </p:txBody>
        </p:sp>
      </p:grpSp>
      <p:sp>
        <p:nvSpPr>
          <p:cNvPr id="34" name="星形: 十二角 33"/>
          <p:cNvSpPr/>
          <p:nvPr/>
        </p:nvSpPr>
        <p:spPr>
          <a:xfrm>
            <a:off x="168932" y="178581"/>
            <a:ext cx="414700" cy="338336"/>
          </a:xfrm>
          <a:prstGeom prst="star12">
            <a:avLst/>
          </a:prstGeom>
          <a:ln>
            <a:solidFill>
              <a:srgbClr val="FF0000"/>
            </a:solidFill>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prstClr val="black"/>
              </a:solidFill>
              <a:effectLst/>
              <a:uLnTx/>
              <a:uFillTx/>
              <a:latin typeface="Constantia"/>
              <a:ea typeface="宋体" pitchFamily="2" charset="-122"/>
              <a:cs typeface="+mn-cs"/>
            </a:endParaRPr>
          </a:p>
        </p:txBody>
      </p:sp>
      <p:sp>
        <p:nvSpPr>
          <p:cNvPr id="3" name="灯片编号占位符 2"/>
          <p:cNvSpPr>
            <a:spLocks noGrp="1"/>
          </p:cNvSpPr>
          <p:nvPr>
            <p:ph type="sldNum" sz="quarter" idx="10"/>
          </p:nvPr>
        </p:nvSpPr>
        <p:spPr/>
        <p:txBody>
          <a:bodyPr/>
          <a:lstStyle/>
          <a:p>
            <a:pPr>
              <a:defRPr/>
            </a:pPr>
            <a:fld id="{F4F04043-1C08-4BBE-97B7-003515CF2E9C}" type="slidenum">
              <a:rPr lang="en-US" altLang="zh-CN" smtClean="0"/>
            </a:fld>
            <a:endParaRPr lang="en-US" altLang="zh-CN"/>
          </a:p>
        </p:txBody>
      </p:sp>
      <p:cxnSp>
        <p:nvCxnSpPr>
          <p:cNvPr id="5" name="直接箭头连接符 4"/>
          <p:cNvCxnSpPr>
            <a:endCxn id="33" idx="1"/>
          </p:cNvCxnSpPr>
          <p:nvPr/>
        </p:nvCxnSpPr>
        <p:spPr>
          <a:xfrm>
            <a:off x="1331640" y="3284984"/>
            <a:ext cx="2210866" cy="1055426"/>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7" name="直接箭头连接符 6"/>
          <p:cNvCxnSpPr/>
          <p:nvPr/>
        </p:nvCxnSpPr>
        <p:spPr>
          <a:xfrm flipH="1">
            <a:off x="1331640" y="3789040"/>
            <a:ext cx="2304256" cy="2448272"/>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9" name="直接箭头连接符 8"/>
          <p:cNvCxnSpPr/>
          <p:nvPr/>
        </p:nvCxnSpPr>
        <p:spPr>
          <a:xfrm flipH="1">
            <a:off x="2771800" y="3789040"/>
            <a:ext cx="770706" cy="26861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1" name="直接箭头连接符 10"/>
          <p:cNvCxnSpPr/>
          <p:nvPr/>
        </p:nvCxnSpPr>
        <p:spPr>
          <a:xfrm flipH="1">
            <a:off x="1259632" y="2990759"/>
            <a:ext cx="1008112" cy="2598481"/>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3" name="直接箭头连接符 12"/>
          <p:cNvCxnSpPr/>
          <p:nvPr/>
        </p:nvCxnSpPr>
        <p:spPr>
          <a:xfrm flipH="1">
            <a:off x="1331640" y="4057650"/>
            <a:ext cx="855507" cy="2107654"/>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6" name="直接箭头连接符 15"/>
          <p:cNvCxnSpPr/>
          <p:nvPr/>
        </p:nvCxnSpPr>
        <p:spPr>
          <a:xfrm flipH="1">
            <a:off x="2843808" y="3890963"/>
            <a:ext cx="792088" cy="1266229"/>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ransition spd="slow"/>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3426" name="组合 1"/>
          <p:cNvGrpSpPr/>
          <p:nvPr/>
        </p:nvGrpSpPr>
        <p:grpSpPr bwMode="auto">
          <a:xfrm>
            <a:off x="877888" y="258763"/>
            <a:ext cx="3871912" cy="6340475"/>
            <a:chOff x="2190008" y="337718"/>
            <a:chExt cx="4763983" cy="6340331"/>
          </a:xfrm>
        </p:grpSpPr>
        <p:grpSp>
          <p:nvGrpSpPr>
            <p:cNvPr id="103447" name="组合 26"/>
            <p:cNvGrpSpPr/>
            <p:nvPr/>
          </p:nvGrpSpPr>
          <p:grpSpPr bwMode="auto">
            <a:xfrm>
              <a:off x="2190008" y="337718"/>
              <a:ext cx="4763983" cy="6340331"/>
              <a:chOff x="567" y="2036"/>
              <a:chExt cx="4944" cy="7773"/>
            </a:xfrm>
          </p:grpSpPr>
          <p:sp>
            <p:nvSpPr>
              <p:cNvPr id="28" name="矩形: 圆角 27"/>
              <p:cNvSpPr/>
              <p:nvPr/>
            </p:nvSpPr>
            <p:spPr>
              <a:xfrm>
                <a:off x="567" y="2036"/>
                <a:ext cx="4944" cy="7773"/>
              </a:xfrm>
              <a:prstGeom prst="roundRect">
                <a:avLst>
                  <a:gd name="adj" fmla="val 5025"/>
                </a:avLst>
              </a:prstGeom>
              <a:noFill/>
              <a:ln w="28575">
                <a:solidFill>
                  <a:schemeClr val="tx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tIns="0"/>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3200" b="1" i="0" u="none" strike="noStrike" kern="1200" cap="none" spc="0" normalizeH="0" baseline="-25000" noProof="0" dirty="0">
                    <a:ln w="0"/>
                    <a:solidFill>
                      <a:srgbClr val="0F6FC6"/>
                    </a:solidFill>
                    <a:effectLst>
                      <a:outerShdw blurRad="38100" dist="25400" dir="5400000" algn="ctr" rotWithShape="0">
                        <a:srgbClr val="6E747A">
                          <a:alpha val="43000"/>
                        </a:srgbClr>
                      </a:outerShdw>
                    </a:effectLst>
                    <a:uLnTx/>
                    <a:uFillTx/>
                    <a:latin typeface="Arial" panose="020B0604020202090204" pitchFamily="34" charset="0"/>
                    <a:ea typeface="宋体" pitchFamily="2" charset="-122"/>
                    <a:cs typeface="Arial" panose="020B0604020202090204" pitchFamily="34" charset="0"/>
                  </a:rPr>
                  <a:t>S</a:t>
                </a:r>
                <a:endParaRPr kumimoji="1" lang="zh-CN" altLang="en-US" sz="3200" b="1" i="0" u="none" strike="noStrike" kern="1200" cap="none" spc="0" normalizeH="0" baseline="-25000" noProof="0" dirty="0">
                  <a:ln w="0"/>
                  <a:solidFill>
                    <a:srgbClr val="0F6FC6"/>
                  </a:solidFill>
                  <a:effectLst>
                    <a:outerShdw blurRad="38100" dist="25400" dir="5400000" algn="ctr" rotWithShape="0">
                      <a:srgbClr val="6E747A">
                        <a:alpha val="43000"/>
                      </a:srgbClr>
                    </a:outerShdw>
                  </a:effectLst>
                  <a:uLnTx/>
                  <a:uFillTx/>
                  <a:latin typeface="Arial" panose="020B0604020202090204" pitchFamily="34" charset="0"/>
                  <a:ea typeface="宋体" pitchFamily="2" charset="-122"/>
                  <a:cs typeface="Arial" panose="020B0604020202090204" pitchFamily="34" charset="0"/>
                </a:endParaRPr>
              </a:p>
            </p:txBody>
          </p:sp>
          <p:sp>
            <p:nvSpPr>
              <p:cNvPr id="29" name="矩形 28"/>
              <p:cNvSpPr/>
              <p:nvPr/>
            </p:nvSpPr>
            <p:spPr>
              <a:xfrm>
                <a:off x="859" y="3097"/>
                <a:ext cx="1571" cy="6520"/>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a:lstStyle/>
              <a:p>
                <a:pPr marL="0" marR="0" lvl="0" indent="0" algn="just" defTabSz="914400" rtl="0" eaLnBrk="1" fontAlgn="base" latinLnBrk="0" hangingPunct="1">
                  <a:lnSpc>
                    <a:spcPct val="100000"/>
                  </a:lnSpc>
                  <a:spcBef>
                    <a:spcPct val="0"/>
                  </a:spcBef>
                  <a:spcAft>
                    <a:spcPct val="0"/>
                  </a:spcAft>
                  <a:buClrTx/>
                  <a:buSzTx/>
                  <a:buFontTx/>
                  <a:buNone/>
                  <a:defRPr/>
                </a:pPr>
                <a:r>
                  <a:rPr kumimoji="1" lang="en-US" altLang="zh-CN" sz="1400" b="1" i="0" u="none" strike="noStrike" kern="1200" cap="none" spc="0" normalizeH="0" baseline="0" noProof="0" dirty="0">
                    <a:ln>
                      <a:noFill/>
                    </a:ln>
                    <a:solidFill>
                      <a:prstClr val="black"/>
                    </a:solidFill>
                    <a:effectLst/>
                    <a:uLnTx/>
                    <a:uFillTx/>
                    <a:latin typeface="Arial" panose="020B0604020202090204" pitchFamily="34" charset="0"/>
                    <a:ea typeface="宋体" pitchFamily="2" charset="-122"/>
                    <a:cs typeface="Arial" panose="020B0604020202090204" pitchFamily="34" charset="0"/>
                  </a:rPr>
                  <a:t>BEGIN</a:t>
                </a:r>
                <a:endParaRPr kumimoji="1" lang="en-US" altLang="zh-CN" sz="1400" b="1" i="0" u="none" strike="noStrike" kern="1200" cap="none" spc="0" normalizeH="0" baseline="0" noProof="0" dirty="0">
                  <a:ln>
                    <a:noFill/>
                  </a:ln>
                  <a:solidFill>
                    <a:prstClr val="black"/>
                  </a:solidFill>
                  <a:effectLst/>
                  <a:uLnTx/>
                  <a:uFillTx/>
                  <a:latin typeface="Arial" panose="020B0604020202090204" pitchFamily="34" charset="0"/>
                  <a:ea typeface="宋体" pitchFamily="2" charset="-122"/>
                  <a:cs typeface="Arial" panose="020B0604020202090204" pitchFamily="34" charset="0"/>
                </a:endParaRPr>
              </a:p>
              <a:p>
                <a:pPr marL="0" marR="0" lvl="0" indent="0" algn="just" defTabSz="914400" rtl="0" eaLnBrk="1" fontAlgn="base" latinLnBrk="0" hangingPunct="1">
                  <a:lnSpc>
                    <a:spcPct val="100000"/>
                  </a:lnSpc>
                  <a:spcBef>
                    <a:spcPct val="0"/>
                  </a:spcBef>
                  <a:spcAft>
                    <a:spcPct val="0"/>
                  </a:spcAft>
                  <a:buClrTx/>
                  <a:buSzTx/>
                  <a:buFontTx/>
                  <a:buNone/>
                  <a:defRPr/>
                </a:pPr>
                <a:r>
                  <a:rPr kumimoji="1" lang="en-US" altLang="zh-CN" sz="1400" b="1" i="0" u="none" strike="noStrike" kern="1200" cap="none" spc="0" normalizeH="0" baseline="0" noProof="0" dirty="0">
                    <a:ln>
                      <a:noFill/>
                    </a:ln>
                    <a:solidFill>
                      <a:prstClr val="black"/>
                    </a:solidFill>
                    <a:effectLst/>
                    <a:uLnTx/>
                    <a:uFillTx/>
                    <a:latin typeface="Arial" panose="020B0604020202090204" pitchFamily="34" charset="0"/>
                    <a:ea typeface="宋体" pitchFamily="2" charset="-122"/>
                    <a:cs typeface="Arial" panose="020B0604020202090204" pitchFamily="34" charset="0"/>
                  </a:rPr>
                  <a:t>R(A)</a:t>
                </a:r>
                <a:endParaRPr kumimoji="1" lang="en-US" altLang="zh-CN" sz="1400" b="1" i="0" u="none" strike="noStrike" kern="1200" cap="none" spc="0" normalizeH="0" baseline="0" noProof="0" dirty="0">
                  <a:ln>
                    <a:noFill/>
                  </a:ln>
                  <a:solidFill>
                    <a:prstClr val="black"/>
                  </a:solidFill>
                  <a:effectLst/>
                  <a:uLnTx/>
                  <a:uFillTx/>
                  <a:latin typeface="Arial" panose="020B0604020202090204" pitchFamily="34" charset="0"/>
                  <a:ea typeface="宋体" pitchFamily="2" charset="-122"/>
                  <a:cs typeface="Arial" panose="020B0604020202090204" pitchFamily="34" charset="0"/>
                </a:endParaRPr>
              </a:p>
              <a:p>
                <a:pPr marL="0" marR="0" lvl="0" indent="0" algn="just" defTabSz="914400" rtl="0" eaLnBrk="1" fontAlgn="base" latinLnBrk="0" hangingPunct="1">
                  <a:lnSpc>
                    <a:spcPct val="100000"/>
                  </a:lnSpc>
                  <a:spcBef>
                    <a:spcPct val="0"/>
                  </a:spcBef>
                  <a:spcAft>
                    <a:spcPct val="0"/>
                  </a:spcAft>
                  <a:buClrTx/>
                  <a:buSzTx/>
                  <a:buFontTx/>
                  <a:buNone/>
                  <a:defRPr/>
                </a:pPr>
                <a:r>
                  <a:rPr kumimoji="1" lang="en-US" altLang="zh-CN" sz="1400" b="1" i="0" u="none" strike="noStrike" kern="1200" cap="none" spc="0" normalizeH="0" baseline="0" noProof="0" dirty="0">
                    <a:ln>
                      <a:noFill/>
                    </a:ln>
                    <a:solidFill>
                      <a:prstClr val="black"/>
                    </a:solidFill>
                    <a:effectLst/>
                    <a:uLnTx/>
                    <a:uFillTx/>
                    <a:latin typeface="Arial" panose="020B0604020202090204" pitchFamily="34" charset="0"/>
                    <a:ea typeface="宋体" pitchFamily="2" charset="-122"/>
                    <a:cs typeface="Arial" panose="020B0604020202090204" pitchFamily="34" charset="0"/>
                  </a:rPr>
                  <a:t>A=A-10</a:t>
                </a:r>
                <a:endParaRPr kumimoji="1" lang="en-US" altLang="zh-CN" sz="1400" b="1" i="0" u="none" strike="noStrike" kern="1200" cap="none" spc="0" normalizeH="0" baseline="0" noProof="0" dirty="0">
                  <a:ln>
                    <a:noFill/>
                  </a:ln>
                  <a:solidFill>
                    <a:prstClr val="black"/>
                  </a:solidFill>
                  <a:effectLst/>
                  <a:uLnTx/>
                  <a:uFillTx/>
                  <a:latin typeface="Arial" panose="020B0604020202090204" pitchFamily="34" charset="0"/>
                  <a:ea typeface="宋体" pitchFamily="2" charset="-122"/>
                  <a:cs typeface="Arial" panose="020B0604020202090204" pitchFamily="34" charset="0"/>
                </a:endParaRPr>
              </a:p>
              <a:p>
                <a:pPr marL="0" marR="0" lvl="0" indent="0" algn="just" defTabSz="914400" rtl="0" eaLnBrk="1" fontAlgn="base" latinLnBrk="0" hangingPunct="1">
                  <a:lnSpc>
                    <a:spcPct val="100000"/>
                  </a:lnSpc>
                  <a:spcBef>
                    <a:spcPct val="0"/>
                  </a:spcBef>
                  <a:spcAft>
                    <a:spcPct val="0"/>
                  </a:spcAft>
                  <a:buClrTx/>
                  <a:buSzTx/>
                  <a:buFontTx/>
                  <a:buNone/>
                  <a:defRPr/>
                </a:pPr>
                <a:endParaRPr kumimoji="1" lang="en-US" altLang="zh-CN" sz="1400" b="1" i="0" u="none" strike="noStrike" kern="1200" cap="none" spc="0" normalizeH="0" baseline="0" noProof="0" dirty="0">
                  <a:ln>
                    <a:noFill/>
                  </a:ln>
                  <a:solidFill>
                    <a:prstClr val="black"/>
                  </a:solidFill>
                  <a:effectLst/>
                  <a:uLnTx/>
                  <a:uFillTx/>
                  <a:latin typeface="Arial" panose="020B0604020202090204" pitchFamily="34" charset="0"/>
                  <a:ea typeface="宋体" pitchFamily="2" charset="-122"/>
                  <a:cs typeface="Arial" panose="020B0604020202090204" pitchFamily="34" charset="0"/>
                </a:endParaRPr>
              </a:p>
              <a:p>
                <a:pPr marL="0" marR="0" lvl="0" indent="0" algn="just" defTabSz="914400" rtl="0" eaLnBrk="1" fontAlgn="base" latinLnBrk="0" hangingPunct="1">
                  <a:lnSpc>
                    <a:spcPct val="100000"/>
                  </a:lnSpc>
                  <a:spcBef>
                    <a:spcPct val="0"/>
                  </a:spcBef>
                  <a:spcAft>
                    <a:spcPct val="0"/>
                  </a:spcAft>
                  <a:buClrTx/>
                  <a:buSzTx/>
                  <a:buFontTx/>
                  <a:buNone/>
                  <a:defRPr/>
                </a:pPr>
                <a:endParaRPr kumimoji="1" lang="en-US" altLang="zh-CN" sz="1400" b="1" i="0" u="none" strike="noStrike" kern="1200" cap="none" spc="0" normalizeH="0" baseline="0" noProof="0" dirty="0">
                  <a:ln>
                    <a:noFill/>
                  </a:ln>
                  <a:solidFill>
                    <a:prstClr val="black"/>
                  </a:solidFill>
                  <a:effectLst/>
                  <a:uLnTx/>
                  <a:uFillTx/>
                  <a:latin typeface="Arial" panose="020B0604020202090204" pitchFamily="34" charset="0"/>
                  <a:ea typeface="宋体" pitchFamily="2" charset="-122"/>
                  <a:cs typeface="Arial" panose="020B0604020202090204" pitchFamily="34" charset="0"/>
                </a:endParaRPr>
              </a:p>
              <a:p>
                <a:pPr marL="0" marR="0" lvl="0" indent="0" algn="just" defTabSz="914400" rtl="0" eaLnBrk="1" fontAlgn="base" latinLnBrk="0" hangingPunct="1">
                  <a:lnSpc>
                    <a:spcPct val="100000"/>
                  </a:lnSpc>
                  <a:spcBef>
                    <a:spcPct val="0"/>
                  </a:spcBef>
                  <a:spcAft>
                    <a:spcPct val="0"/>
                  </a:spcAft>
                  <a:buClrTx/>
                  <a:buSzTx/>
                  <a:buFontTx/>
                  <a:buNone/>
                  <a:defRPr/>
                </a:pPr>
                <a:endParaRPr kumimoji="1" lang="en-US" altLang="zh-CN" sz="1400" b="1" i="0" u="none" strike="noStrike" kern="1200" cap="none" spc="0" normalizeH="0" baseline="0" noProof="0" dirty="0">
                  <a:ln>
                    <a:noFill/>
                  </a:ln>
                  <a:solidFill>
                    <a:prstClr val="black"/>
                  </a:solidFill>
                  <a:effectLst/>
                  <a:uLnTx/>
                  <a:uFillTx/>
                  <a:latin typeface="Arial" panose="020B0604020202090204" pitchFamily="34" charset="0"/>
                  <a:ea typeface="宋体" pitchFamily="2" charset="-122"/>
                  <a:cs typeface="Arial" panose="020B0604020202090204" pitchFamily="34" charset="0"/>
                </a:endParaRPr>
              </a:p>
              <a:p>
                <a:pPr marL="0" marR="0" lvl="0" indent="0" algn="just" defTabSz="914400" rtl="0" eaLnBrk="1" fontAlgn="base" latinLnBrk="0" hangingPunct="1">
                  <a:lnSpc>
                    <a:spcPct val="100000"/>
                  </a:lnSpc>
                  <a:spcBef>
                    <a:spcPct val="0"/>
                  </a:spcBef>
                  <a:spcAft>
                    <a:spcPct val="0"/>
                  </a:spcAft>
                  <a:buClrTx/>
                  <a:buSzTx/>
                  <a:buFontTx/>
                  <a:buNone/>
                  <a:defRPr/>
                </a:pPr>
                <a:endParaRPr kumimoji="1" lang="en-US" altLang="zh-CN" sz="1400" b="1" i="0" u="none" strike="noStrike" kern="1200" cap="none" spc="0" normalizeH="0" baseline="0" noProof="0" dirty="0">
                  <a:ln>
                    <a:noFill/>
                  </a:ln>
                  <a:solidFill>
                    <a:prstClr val="black"/>
                  </a:solidFill>
                  <a:effectLst/>
                  <a:uLnTx/>
                  <a:uFillTx/>
                  <a:latin typeface="Arial" panose="020B0604020202090204" pitchFamily="34" charset="0"/>
                  <a:ea typeface="宋体" pitchFamily="2" charset="-122"/>
                  <a:cs typeface="Arial" panose="020B0604020202090204" pitchFamily="34" charset="0"/>
                </a:endParaRPr>
              </a:p>
              <a:p>
                <a:pPr marL="0" marR="0" lvl="0" indent="0" algn="just" defTabSz="914400" rtl="0" eaLnBrk="1" fontAlgn="base" latinLnBrk="0" hangingPunct="1">
                  <a:lnSpc>
                    <a:spcPct val="100000"/>
                  </a:lnSpc>
                  <a:spcBef>
                    <a:spcPct val="0"/>
                  </a:spcBef>
                  <a:spcAft>
                    <a:spcPct val="0"/>
                  </a:spcAft>
                  <a:buClrTx/>
                  <a:buSzTx/>
                  <a:buFontTx/>
                  <a:buNone/>
                  <a:defRPr/>
                </a:pPr>
                <a:endParaRPr kumimoji="1" lang="en-US" altLang="zh-CN" sz="1400" b="1" i="0" u="none" strike="noStrike" kern="1200" cap="none" spc="0" normalizeH="0" baseline="0" noProof="0" dirty="0">
                  <a:ln>
                    <a:noFill/>
                  </a:ln>
                  <a:solidFill>
                    <a:prstClr val="black"/>
                  </a:solidFill>
                  <a:effectLst/>
                  <a:uLnTx/>
                  <a:uFillTx/>
                  <a:latin typeface="Arial" panose="020B0604020202090204" pitchFamily="34" charset="0"/>
                  <a:ea typeface="宋体" pitchFamily="2" charset="-122"/>
                  <a:cs typeface="Arial" panose="020B0604020202090204" pitchFamily="34" charset="0"/>
                </a:endParaRPr>
              </a:p>
              <a:p>
                <a:pPr marL="0" marR="0" lvl="0" indent="0" algn="just" defTabSz="914400" rtl="0" eaLnBrk="1" fontAlgn="base" latinLnBrk="0" hangingPunct="1">
                  <a:lnSpc>
                    <a:spcPct val="100000"/>
                  </a:lnSpc>
                  <a:spcBef>
                    <a:spcPct val="0"/>
                  </a:spcBef>
                  <a:spcAft>
                    <a:spcPct val="0"/>
                  </a:spcAft>
                  <a:buClrTx/>
                  <a:buSzTx/>
                  <a:buFontTx/>
                  <a:buNone/>
                  <a:defRPr/>
                </a:pPr>
                <a:r>
                  <a:rPr kumimoji="1" lang="en-US" altLang="zh-CN" sz="1400" b="1" i="0" u="none" strike="noStrike" kern="1200" cap="none" spc="0" normalizeH="0" baseline="0" noProof="0" dirty="0">
                    <a:ln>
                      <a:noFill/>
                    </a:ln>
                    <a:solidFill>
                      <a:prstClr val="black"/>
                    </a:solidFill>
                    <a:effectLst/>
                    <a:uLnTx/>
                    <a:uFillTx/>
                    <a:latin typeface="Arial" panose="020B0604020202090204" pitchFamily="34" charset="0"/>
                    <a:ea typeface="宋体" pitchFamily="2" charset="-122"/>
                    <a:cs typeface="Arial" panose="020B0604020202090204" pitchFamily="34" charset="0"/>
                  </a:rPr>
                  <a:t>W(A)</a:t>
                </a:r>
                <a:endParaRPr kumimoji="1" lang="en-US" altLang="zh-CN" sz="1400" b="1" i="0" u="none" strike="noStrike" kern="1200" cap="none" spc="0" normalizeH="0" baseline="0" noProof="0" dirty="0">
                  <a:ln>
                    <a:noFill/>
                  </a:ln>
                  <a:solidFill>
                    <a:prstClr val="black"/>
                  </a:solidFill>
                  <a:effectLst/>
                  <a:uLnTx/>
                  <a:uFillTx/>
                  <a:latin typeface="Arial" panose="020B0604020202090204" pitchFamily="34" charset="0"/>
                  <a:ea typeface="宋体" pitchFamily="2" charset="-122"/>
                  <a:cs typeface="Arial" panose="020B0604020202090204" pitchFamily="34" charset="0"/>
                </a:endParaRPr>
              </a:p>
              <a:p>
                <a:pPr marL="0" marR="0" lvl="0" indent="0" algn="just" defTabSz="914400" rtl="0" eaLnBrk="1" fontAlgn="base" latinLnBrk="0" hangingPunct="1">
                  <a:lnSpc>
                    <a:spcPct val="100000"/>
                  </a:lnSpc>
                  <a:spcBef>
                    <a:spcPct val="0"/>
                  </a:spcBef>
                  <a:spcAft>
                    <a:spcPct val="0"/>
                  </a:spcAft>
                  <a:buClrTx/>
                  <a:buSzTx/>
                  <a:buFontTx/>
                  <a:buNone/>
                  <a:defRPr/>
                </a:pPr>
                <a:r>
                  <a:rPr kumimoji="1" lang="en-US" altLang="zh-CN" sz="1400" b="1" i="0" u="none" strike="noStrike" kern="1200" cap="none" spc="0" normalizeH="0" baseline="0" noProof="0" dirty="0">
                    <a:ln>
                      <a:noFill/>
                    </a:ln>
                    <a:solidFill>
                      <a:prstClr val="black"/>
                    </a:solidFill>
                    <a:effectLst/>
                    <a:uLnTx/>
                    <a:uFillTx/>
                    <a:latin typeface="Arial" panose="020B0604020202090204" pitchFamily="34" charset="0"/>
                    <a:ea typeface="宋体" pitchFamily="2" charset="-122"/>
                    <a:cs typeface="Arial" panose="020B0604020202090204" pitchFamily="34" charset="0"/>
                  </a:rPr>
                  <a:t>R(B)</a:t>
                </a:r>
                <a:endParaRPr kumimoji="1" lang="en-US" altLang="zh-CN" sz="1400" b="1" i="0" u="none" strike="noStrike" kern="1200" cap="none" spc="0" normalizeH="0" baseline="0" noProof="0" dirty="0">
                  <a:ln>
                    <a:noFill/>
                  </a:ln>
                  <a:solidFill>
                    <a:prstClr val="black"/>
                  </a:solidFill>
                  <a:effectLst/>
                  <a:uLnTx/>
                  <a:uFillTx/>
                  <a:latin typeface="Arial" panose="020B0604020202090204" pitchFamily="34" charset="0"/>
                  <a:ea typeface="宋体" pitchFamily="2" charset="-122"/>
                  <a:cs typeface="Arial" panose="020B0604020202090204" pitchFamily="34" charset="0"/>
                </a:endParaRPr>
              </a:p>
              <a:p>
                <a:pPr marL="0" marR="0" lvl="0" indent="0" algn="just" defTabSz="914400" rtl="0" eaLnBrk="1" fontAlgn="base" latinLnBrk="0" hangingPunct="1">
                  <a:lnSpc>
                    <a:spcPct val="100000"/>
                  </a:lnSpc>
                  <a:spcBef>
                    <a:spcPct val="0"/>
                  </a:spcBef>
                  <a:spcAft>
                    <a:spcPct val="0"/>
                  </a:spcAft>
                  <a:buClrTx/>
                  <a:buSzTx/>
                  <a:buFontTx/>
                  <a:buNone/>
                  <a:defRPr/>
                </a:pPr>
                <a:r>
                  <a:rPr kumimoji="1" lang="en-US" altLang="zh-CN" sz="1400" b="1" i="0" u="none" strike="noStrike" kern="1200" cap="none" spc="0" normalizeH="0" baseline="0" noProof="0" dirty="0">
                    <a:ln>
                      <a:noFill/>
                    </a:ln>
                    <a:solidFill>
                      <a:prstClr val="black"/>
                    </a:solidFill>
                    <a:effectLst/>
                    <a:uLnTx/>
                    <a:uFillTx/>
                    <a:latin typeface="Arial" panose="020B0604020202090204" pitchFamily="34" charset="0"/>
                    <a:ea typeface="宋体" pitchFamily="2" charset="-122"/>
                    <a:cs typeface="Arial" panose="020B0604020202090204" pitchFamily="34" charset="0"/>
                  </a:rPr>
                  <a:t>B=B+10</a:t>
                </a:r>
                <a:endParaRPr kumimoji="1" lang="en-US" altLang="zh-CN" sz="1400" b="1" i="0" u="none" strike="noStrike" kern="1200" cap="none" spc="0" normalizeH="0" baseline="0" noProof="0" dirty="0">
                  <a:ln>
                    <a:noFill/>
                  </a:ln>
                  <a:solidFill>
                    <a:prstClr val="black"/>
                  </a:solidFill>
                  <a:effectLst/>
                  <a:uLnTx/>
                  <a:uFillTx/>
                  <a:latin typeface="Arial" panose="020B0604020202090204" pitchFamily="34" charset="0"/>
                  <a:ea typeface="宋体" pitchFamily="2" charset="-122"/>
                  <a:cs typeface="Arial" panose="020B0604020202090204" pitchFamily="34" charset="0"/>
                </a:endParaRPr>
              </a:p>
              <a:p>
                <a:pPr marL="0" marR="0" lvl="0" indent="0" algn="just" defTabSz="914400" rtl="0" eaLnBrk="1" fontAlgn="base" latinLnBrk="0" hangingPunct="1">
                  <a:lnSpc>
                    <a:spcPct val="100000"/>
                  </a:lnSpc>
                  <a:spcBef>
                    <a:spcPct val="0"/>
                  </a:spcBef>
                  <a:spcAft>
                    <a:spcPct val="0"/>
                  </a:spcAft>
                  <a:buClrTx/>
                  <a:buSzTx/>
                  <a:buFontTx/>
                  <a:buNone/>
                  <a:defRPr/>
                </a:pPr>
                <a:endParaRPr kumimoji="1" lang="en-US" altLang="zh-CN" sz="1400" b="1" i="0" u="none" strike="noStrike" kern="1200" cap="none" spc="0" normalizeH="0" baseline="0" noProof="0" dirty="0">
                  <a:ln>
                    <a:noFill/>
                  </a:ln>
                  <a:solidFill>
                    <a:prstClr val="black"/>
                  </a:solidFill>
                  <a:effectLst/>
                  <a:uLnTx/>
                  <a:uFillTx/>
                  <a:latin typeface="Arial" panose="020B0604020202090204" pitchFamily="34" charset="0"/>
                  <a:ea typeface="宋体" pitchFamily="2" charset="-122"/>
                  <a:cs typeface="Arial" panose="020B0604020202090204" pitchFamily="34" charset="0"/>
                </a:endParaRPr>
              </a:p>
              <a:p>
                <a:pPr marL="0" marR="0" lvl="0" indent="0" algn="just" defTabSz="914400" rtl="0" eaLnBrk="1" fontAlgn="base" latinLnBrk="0" hangingPunct="1">
                  <a:lnSpc>
                    <a:spcPct val="100000"/>
                  </a:lnSpc>
                  <a:spcBef>
                    <a:spcPct val="0"/>
                  </a:spcBef>
                  <a:spcAft>
                    <a:spcPct val="0"/>
                  </a:spcAft>
                  <a:buClrTx/>
                  <a:buSzTx/>
                  <a:buFontTx/>
                  <a:buNone/>
                  <a:defRPr/>
                </a:pPr>
                <a:endParaRPr kumimoji="1" lang="en-US" altLang="zh-CN" sz="1400" b="1" i="0" u="none" strike="noStrike" kern="1200" cap="none" spc="0" normalizeH="0" baseline="0" noProof="0" dirty="0">
                  <a:ln>
                    <a:noFill/>
                  </a:ln>
                  <a:solidFill>
                    <a:prstClr val="black"/>
                  </a:solidFill>
                  <a:effectLst/>
                  <a:uLnTx/>
                  <a:uFillTx/>
                  <a:latin typeface="Arial" panose="020B0604020202090204" pitchFamily="34" charset="0"/>
                  <a:ea typeface="宋体" pitchFamily="2" charset="-122"/>
                  <a:cs typeface="Arial" panose="020B0604020202090204" pitchFamily="34" charset="0"/>
                </a:endParaRPr>
              </a:p>
              <a:p>
                <a:pPr marL="0" marR="0" lvl="0" indent="0" algn="just" defTabSz="914400" rtl="0" eaLnBrk="1" fontAlgn="base" latinLnBrk="0" hangingPunct="1">
                  <a:lnSpc>
                    <a:spcPct val="100000"/>
                  </a:lnSpc>
                  <a:spcBef>
                    <a:spcPct val="0"/>
                  </a:spcBef>
                  <a:spcAft>
                    <a:spcPct val="0"/>
                  </a:spcAft>
                  <a:buClrTx/>
                  <a:buSzTx/>
                  <a:buFontTx/>
                  <a:buNone/>
                  <a:defRPr/>
                </a:pPr>
                <a:endParaRPr kumimoji="1" lang="en-US" altLang="zh-CN" sz="1400" b="1" i="0" u="none" strike="noStrike" kern="1200" cap="none" spc="0" normalizeH="0" baseline="0" noProof="0" dirty="0">
                  <a:ln>
                    <a:noFill/>
                  </a:ln>
                  <a:solidFill>
                    <a:prstClr val="black"/>
                  </a:solidFill>
                  <a:effectLst/>
                  <a:uLnTx/>
                  <a:uFillTx/>
                  <a:latin typeface="Arial" panose="020B0604020202090204" pitchFamily="34" charset="0"/>
                  <a:ea typeface="宋体" pitchFamily="2" charset="-122"/>
                  <a:cs typeface="Arial" panose="020B0604020202090204" pitchFamily="34" charset="0"/>
                </a:endParaRPr>
              </a:p>
              <a:p>
                <a:pPr marL="0" marR="0" lvl="0" indent="0" algn="just" defTabSz="914400" rtl="0" eaLnBrk="1" fontAlgn="base" latinLnBrk="0" hangingPunct="1">
                  <a:lnSpc>
                    <a:spcPct val="100000"/>
                  </a:lnSpc>
                  <a:spcBef>
                    <a:spcPct val="0"/>
                  </a:spcBef>
                  <a:spcAft>
                    <a:spcPct val="0"/>
                  </a:spcAft>
                  <a:buClrTx/>
                  <a:buSzTx/>
                  <a:buFontTx/>
                  <a:buNone/>
                  <a:defRPr/>
                </a:pPr>
                <a:r>
                  <a:rPr kumimoji="1" lang="en-US" altLang="zh-CN" sz="1400" b="1" i="0" u="none" strike="noStrike" kern="1200" cap="none" spc="0" normalizeH="0" baseline="0" noProof="0" dirty="0">
                    <a:ln>
                      <a:noFill/>
                    </a:ln>
                    <a:solidFill>
                      <a:prstClr val="black"/>
                    </a:solidFill>
                    <a:effectLst/>
                    <a:uLnTx/>
                    <a:uFillTx/>
                    <a:latin typeface="Arial" panose="020B0604020202090204" pitchFamily="34" charset="0"/>
                    <a:ea typeface="宋体" pitchFamily="2" charset="-122"/>
                    <a:cs typeface="Arial" panose="020B0604020202090204" pitchFamily="34" charset="0"/>
                  </a:rPr>
                  <a:t>W(B)</a:t>
                </a:r>
                <a:endParaRPr kumimoji="1" lang="en-US" altLang="zh-CN" sz="1400" b="1" i="0" u="none" strike="noStrike" kern="1200" cap="none" spc="0" normalizeH="0" baseline="0" noProof="0" dirty="0">
                  <a:ln>
                    <a:noFill/>
                  </a:ln>
                  <a:solidFill>
                    <a:prstClr val="black"/>
                  </a:solidFill>
                  <a:effectLst/>
                  <a:uLnTx/>
                  <a:uFillTx/>
                  <a:latin typeface="Arial" panose="020B0604020202090204" pitchFamily="34" charset="0"/>
                  <a:ea typeface="宋体" pitchFamily="2" charset="-122"/>
                  <a:cs typeface="Arial" panose="020B0604020202090204" pitchFamily="34" charset="0"/>
                </a:endParaRPr>
              </a:p>
              <a:p>
                <a:pPr marL="0" marR="0" lvl="0" indent="0" algn="just" defTabSz="914400" rtl="0" eaLnBrk="1" fontAlgn="base" latinLnBrk="0" hangingPunct="1">
                  <a:lnSpc>
                    <a:spcPct val="100000"/>
                  </a:lnSpc>
                  <a:spcBef>
                    <a:spcPct val="0"/>
                  </a:spcBef>
                  <a:spcAft>
                    <a:spcPct val="0"/>
                  </a:spcAft>
                  <a:buClrTx/>
                  <a:buSzTx/>
                  <a:buFontTx/>
                  <a:buNone/>
                  <a:defRPr/>
                </a:pPr>
                <a:r>
                  <a:rPr kumimoji="1" lang="en-US" altLang="zh-CN" sz="1400" b="1" i="0" u="none" strike="noStrike" kern="1200" cap="none" spc="0" normalizeH="0" baseline="0" noProof="0" dirty="0">
                    <a:ln>
                      <a:noFill/>
                    </a:ln>
                    <a:solidFill>
                      <a:prstClr val="black"/>
                    </a:solidFill>
                    <a:effectLst/>
                    <a:uLnTx/>
                    <a:uFillTx/>
                    <a:latin typeface="Arial" panose="020B0604020202090204" pitchFamily="34" charset="0"/>
                    <a:ea typeface="宋体" pitchFamily="2" charset="-122"/>
                    <a:cs typeface="Arial" panose="020B0604020202090204" pitchFamily="34" charset="0"/>
                  </a:rPr>
                  <a:t>COMMIT</a:t>
                </a:r>
                <a:endParaRPr kumimoji="1" lang="zh-CN" altLang="en-US" sz="1400" b="1" i="0" u="none" strike="noStrike" kern="1200" cap="none" spc="0" normalizeH="0" baseline="0" noProof="0" dirty="0">
                  <a:ln>
                    <a:noFill/>
                  </a:ln>
                  <a:solidFill>
                    <a:prstClr val="black"/>
                  </a:solidFill>
                  <a:effectLst/>
                  <a:uLnTx/>
                  <a:uFillTx/>
                  <a:latin typeface="Arial" panose="020B0604020202090204" pitchFamily="34" charset="0"/>
                  <a:ea typeface="宋体" pitchFamily="2" charset="-122"/>
                  <a:cs typeface="Arial" panose="020B0604020202090204" pitchFamily="34" charset="0"/>
                </a:endParaRPr>
              </a:p>
            </p:txBody>
          </p:sp>
          <p:sp>
            <p:nvSpPr>
              <p:cNvPr id="103452" name="文本框 29"/>
              <p:cNvSpPr txBox="1">
                <a:spLocks noChangeArrowheads="1"/>
              </p:cNvSpPr>
              <p:nvPr/>
            </p:nvSpPr>
            <p:spPr bwMode="auto">
              <a:xfrm>
                <a:off x="1336" y="2603"/>
                <a:ext cx="524" cy="4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itchFamily="2" charset="-122"/>
                  </a:defRPr>
                </a:lvl5pPr>
                <a:lvl6pPr marL="2514600" indent="-228600" fontAlgn="base">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itchFamily="2" charset="-122"/>
                  </a:defRPr>
                </a:lvl6pPr>
                <a:lvl7pPr marL="2971800" indent="-228600" fontAlgn="base">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itchFamily="2" charset="-122"/>
                  </a:defRPr>
                </a:lvl7pPr>
                <a:lvl8pPr marL="3429000" indent="-228600" fontAlgn="base">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itchFamily="2" charset="-122"/>
                  </a:defRPr>
                </a:lvl8pPr>
                <a:lvl9pPr marL="3886200" indent="-228600" fontAlgn="base">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1800" b="1" i="0" u="none" strike="noStrike" kern="1200" cap="none" spc="0" normalizeH="0" baseline="0" noProof="0" dirty="0">
                    <a:ln>
                      <a:noFill/>
                    </a:ln>
                    <a:solidFill>
                      <a:prstClr val="black"/>
                    </a:solidFill>
                    <a:effectLst/>
                    <a:uLnTx/>
                    <a:uFillTx/>
                    <a:latin typeface="Arial" panose="020B0604020202090204" pitchFamily="34" charset="0"/>
                    <a:ea typeface="宋体" pitchFamily="2" charset="-122"/>
                    <a:cs typeface="Arial" panose="020B0604020202090204" pitchFamily="34" charset="0"/>
                  </a:rPr>
                  <a:t>T</a:t>
                </a:r>
                <a:r>
                  <a:rPr kumimoji="1" lang="en-US" altLang="zh-CN" sz="1800" b="1" i="0" u="none" strike="noStrike" kern="1200" cap="none" spc="0" normalizeH="0" baseline="-25000" noProof="0" dirty="0">
                    <a:ln>
                      <a:noFill/>
                    </a:ln>
                    <a:solidFill>
                      <a:prstClr val="black"/>
                    </a:solidFill>
                    <a:effectLst/>
                    <a:uLnTx/>
                    <a:uFillTx/>
                    <a:latin typeface="Arial" panose="020B0604020202090204" pitchFamily="34" charset="0"/>
                    <a:ea typeface="宋体" pitchFamily="2" charset="-122"/>
                    <a:cs typeface="Arial" panose="020B0604020202090204" pitchFamily="34" charset="0"/>
                  </a:rPr>
                  <a:t>1</a:t>
                </a:r>
                <a:endParaRPr kumimoji="1" lang="zh-CN" altLang="en-US" sz="1800" b="1" i="0" u="none" strike="noStrike" kern="1200" cap="none" spc="0" normalizeH="0" baseline="-25000" noProof="0" dirty="0">
                  <a:ln>
                    <a:noFill/>
                  </a:ln>
                  <a:solidFill>
                    <a:prstClr val="black"/>
                  </a:solidFill>
                  <a:effectLst/>
                  <a:uLnTx/>
                  <a:uFillTx/>
                  <a:latin typeface="Arial" panose="020B0604020202090204" pitchFamily="34" charset="0"/>
                  <a:ea typeface="宋体" pitchFamily="2" charset="-122"/>
                  <a:cs typeface="Arial" panose="020B0604020202090204" pitchFamily="34" charset="0"/>
                </a:endParaRPr>
              </a:p>
            </p:txBody>
          </p:sp>
          <p:sp>
            <p:nvSpPr>
              <p:cNvPr id="103453" name="文本框 30"/>
              <p:cNvSpPr txBox="1">
                <a:spLocks noChangeArrowheads="1"/>
              </p:cNvSpPr>
              <p:nvPr/>
            </p:nvSpPr>
            <p:spPr bwMode="auto">
              <a:xfrm>
                <a:off x="2794" y="2597"/>
                <a:ext cx="652" cy="4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itchFamily="2" charset="-122"/>
                  </a:defRPr>
                </a:lvl5pPr>
                <a:lvl6pPr marL="2514600" indent="-228600" fontAlgn="base">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itchFamily="2" charset="-122"/>
                  </a:defRPr>
                </a:lvl6pPr>
                <a:lvl7pPr marL="2971800" indent="-228600" fontAlgn="base">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itchFamily="2" charset="-122"/>
                  </a:defRPr>
                </a:lvl7pPr>
                <a:lvl8pPr marL="3429000" indent="-228600" fontAlgn="base">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itchFamily="2" charset="-122"/>
                  </a:defRPr>
                </a:lvl8pPr>
                <a:lvl9pPr marL="3886200" indent="-228600" fontAlgn="base">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1800" b="1" i="0" u="none" strike="noStrike" kern="1200" cap="none" spc="0" normalizeH="0" baseline="0" noProof="0">
                    <a:ln>
                      <a:noFill/>
                    </a:ln>
                    <a:solidFill>
                      <a:prstClr val="black"/>
                    </a:solidFill>
                    <a:effectLst/>
                    <a:uLnTx/>
                    <a:uFillTx/>
                    <a:latin typeface="Arial" panose="020B0604020202090204" pitchFamily="34" charset="0"/>
                    <a:ea typeface="宋体" pitchFamily="2" charset="-122"/>
                    <a:cs typeface="Arial" panose="020B0604020202090204" pitchFamily="34" charset="0"/>
                  </a:rPr>
                  <a:t>T</a:t>
                </a:r>
                <a:r>
                  <a:rPr kumimoji="1" lang="en-US" altLang="zh-CN" sz="1800" b="1" i="0" u="none" strike="noStrike" kern="1200" cap="none" spc="0" normalizeH="0" baseline="-25000" noProof="0">
                    <a:ln>
                      <a:noFill/>
                    </a:ln>
                    <a:solidFill>
                      <a:prstClr val="black"/>
                    </a:solidFill>
                    <a:effectLst/>
                    <a:uLnTx/>
                    <a:uFillTx/>
                    <a:latin typeface="Arial" panose="020B0604020202090204" pitchFamily="34" charset="0"/>
                    <a:ea typeface="宋体" pitchFamily="2" charset="-122"/>
                    <a:cs typeface="Arial" panose="020B0604020202090204" pitchFamily="34" charset="0"/>
                  </a:rPr>
                  <a:t>2</a:t>
                </a:r>
                <a:endParaRPr kumimoji="1" lang="zh-CN" altLang="en-US" sz="1800" b="1" i="0" u="none" strike="noStrike" kern="1200" cap="none" spc="0" normalizeH="0" baseline="-25000" noProof="0">
                  <a:ln>
                    <a:noFill/>
                  </a:ln>
                  <a:solidFill>
                    <a:prstClr val="black"/>
                  </a:solidFill>
                  <a:effectLst/>
                  <a:uLnTx/>
                  <a:uFillTx/>
                  <a:latin typeface="Arial" panose="020B0604020202090204" pitchFamily="34" charset="0"/>
                  <a:ea typeface="宋体" pitchFamily="2" charset="-122"/>
                  <a:cs typeface="Arial" panose="020B0604020202090204" pitchFamily="34" charset="0"/>
                </a:endParaRPr>
              </a:p>
            </p:txBody>
          </p:sp>
          <p:sp>
            <p:nvSpPr>
              <p:cNvPr id="32" name="矩形 31"/>
              <p:cNvSpPr/>
              <p:nvPr/>
            </p:nvSpPr>
            <p:spPr>
              <a:xfrm>
                <a:off x="2430" y="3097"/>
                <a:ext cx="1407" cy="6520"/>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a:lstStyle/>
              <a:p>
                <a:pPr marL="0" marR="0" lvl="0" indent="0" algn="just" defTabSz="914400" rtl="0" eaLnBrk="1" fontAlgn="base" latinLnBrk="0" hangingPunct="1">
                  <a:lnSpc>
                    <a:spcPct val="100000"/>
                  </a:lnSpc>
                  <a:spcBef>
                    <a:spcPct val="0"/>
                  </a:spcBef>
                  <a:spcAft>
                    <a:spcPct val="0"/>
                  </a:spcAft>
                  <a:buClrTx/>
                  <a:buSzTx/>
                  <a:buFontTx/>
                  <a:buNone/>
                  <a:defRPr/>
                </a:pPr>
                <a:r>
                  <a:rPr kumimoji="1" lang="en-US" altLang="zh-CN" sz="1400" b="1" i="0" u="none" strike="noStrike" kern="1200" cap="none" spc="0" normalizeH="0" baseline="0" noProof="0" dirty="0">
                    <a:ln>
                      <a:noFill/>
                    </a:ln>
                    <a:solidFill>
                      <a:prstClr val="black"/>
                    </a:solidFill>
                    <a:effectLst/>
                    <a:uLnTx/>
                    <a:uFillTx/>
                    <a:latin typeface="Arial" panose="020B0604020202090204" pitchFamily="34" charset="0"/>
                    <a:ea typeface="宋体" pitchFamily="2" charset="-122"/>
                    <a:cs typeface="Arial" panose="020B0604020202090204" pitchFamily="34" charset="0"/>
                  </a:rPr>
                  <a:t>BEGIN</a:t>
                </a:r>
                <a:endParaRPr kumimoji="1" lang="en-US" altLang="zh-CN" sz="1400" b="1" i="0" u="none" strike="noStrike" kern="1200" cap="none" spc="0" normalizeH="0" baseline="0" noProof="0" dirty="0">
                  <a:ln>
                    <a:noFill/>
                  </a:ln>
                  <a:solidFill>
                    <a:prstClr val="black"/>
                  </a:solidFill>
                  <a:effectLst/>
                  <a:uLnTx/>
                  <a:uFillTx/>
                  <a:latin typeface="Arial" panose="020B0604020202090204" pitchFamily="34" charset="0"/>
                  <a:ea typeface="宋体" pitchFamily="2" charset="-122"/>
                  <a:cs typeface="Arial" panose="020B0604020202090204" pitchFamily="34" charset="0"/>
                </a:endParaRPr>
              </a:p>
              <a:p>
                <a:pPr marL="0" marR="0" lvl="0" indent="0" algn="just" defTabSz="914400" rtl="0" eaLnBrk="1" fontAlgn="base" latinLnBrk="0" hangingPunct="1">
                  <a:lnSpc>
                    <a:spcPct val="100000"/>
                  </a:lnSpc>
                  <a:spcBef>
                    <a:spcPct val="0"/>
                  </a:spcBef>
                  <a:spcAft>
                    <a:spcPct val="0"/>
                  </a:spcAft>
                  <a:buClrTx/>
                  <a:buSzTx/>
                  <a:buFontTx/>
                  <a:buNone/>
                  <a:defRPr/>
                </a:pPr>
                <a:endParaRPr kumimoji="1" lang="en-US" altLang="zh-CN" sz="1400" b="1" i="0" u="none" strike="noStrike" kern="1200" cap="none" spc="0" normalizeH="0" baseline="0" noProof="0" dirty="0">
                  <a:ln>
                    <a:noFill/>
                  </a:ln>
                  <a:solidFill>
                    <a:prstClr val="black"/>
                  </a:solidFill>
                  <a:effectLst/>
                  <a:uLnTx/>
                  <a:uFillTx/>
                  <a:latin typeface="Arial" panose="020B0604020202090204" pitchFamily="34" charset="0"/>
                  <a:ea typeface="宋体" pitchFamily="2" charset="-122"/>
                  <a:cs typeface="Arial" panose="020B0604020202090204" pitchFamily="34" charset="0"/>
                </a:endParaRPr>
              </a:p>
              <a:p>
                <a:pPr marL="0" marR="0" lvl="0" indent="0" algn="just" defTabSz="914400" rtl="0" eaLnBrk="1" fontAlgn="base" latinLnBrk="0" hangingPunct="1">
                  <a:lnSpc>
                    <a:spcPct val="100000"/>
                  </a:lnSpc>
                  <a:spcBef>
                    <a:spcPct val="0"/>
                  </a:spcBef>
                  <a:spcAft>
                    <a:spcPct val="0"/>
                  </a:spcAft>
                  <a:buClrTx/>
                  <a:buSzTx/>
                  <a:buFontTx/>
                  <a:buNone/>
                  <a:defRPr/>
                </a:pPr>
                <a:endParaRPr kumimoji="1" lang="en-US" altLang="zh-CN" sz="1400" b="1" i="0" u="none" strike="noStrike" kern="1200" cap="none" spc="0" normalizeH="0" baseline="0" noProof="0" dirty="0">
                  <a:ln>
                    <a:noFill/>
                  </a:ln>
                  <a:solidFill>
                    <a:prstClr val="black"/>
                  </a:solidFill>
                  <a:effectLst/>
                  <a:uLnTx/>
                  <a:uFillTx/>
                  <a:latin typeface="Arial" panose="020B0604020202090204" pitchFamily="34" charset="0"/>
                  <a:ea typeface="宋体" pitchFamily="2" charset="-122"/>
                  <a:cs typeface="Arial" panose="020B0604020202090204" pitchFamily="34" charset="0"/>
                </a:endParaRPr>
              </a:p>
              <a:p>
                <a:pPr marL="0" marR="0" lvl="0" indent="0" algn="just" defTabSz="914400" rtl="0" eaLnBrk="1" fontAlgn="base" latinLnBrk="0" hangingPunct="1">
                  <a:lnSpc>
                    <a:spcPct val="100000"/>
                  </a:lnSpc>
                  <a:spcBef>
                    <a:spcPct val="0"/>
                  </a:spcBef>
                  <a:spcAft>
                    <a:spcPct val="0"/>
                  </a:spcAft>
                  <a:buClrTx/>
                  <a:buSzTx/>
                  <a:buFontTx/>
                  <a:buNone/>
                  <a:defRPr/>
                </a:pPr>
                <a:r>
                  <a:rPr kumimoji="1" lang="en-US" altLang="zh-CN" sz="1400" b="1" i="0" u="none" strike="noStrike" kern="1200" cap="none" spc="0" normalizeH="0" baseline="0" noProof="0" dirty="0">
                    <a:ln>
                      <a:noFill/>
                    </a:ln>
                    <a:solidFill>
                      <a:prstClr val="black"/>
                    </a:solidFill>
                    <a:effectLst/>
                    <a:uLnTx/>
                    <a:uFillTx/>
                    <a:latin typeface="Arial" panose="020B0604020202090204" pitchFamily="34" charset="0"/>
                    <a:ea typeface="宋体" pitchFamily="2" charset="-122"/>
                    <a:cs typeface="Arial" panose="020B0604020202090204" pitchFamily="34" charset="0"/>
                  </a:rPr>
                  <a:t>R(A)</a:t>
                </a:r>
                <a:endParaRPr kumimoji="1" lang="en-US" altLang="zh-CN" sz="1400" b="1" i="0" u="none" strike="noStrike" kern="1200" cap="none" spc="0" normalizeH="0" baseline="0" noProof="0" dirty="0">
                  <a:ln>
                    <a:noFill/>
                  </a:ln>
                  <a:solidFill>
                    <a:prstClr val="black"/>
                  </a:solidFill>
                  <a:effectLst/>
                  <a:uLnTx/>
                  <a:uFillTx/>
                  <a:latin typeface="Arial" panose="020B0604020202090204" pitchFamily="34" charset="0"/>
                  <a:ea typeface="宋体" pitchFamily="2" charset="-122"/>
                  <a:cs typeface="Arial" panose="020B0604020202090204" pitchFamily="34" charset="0"/>
                </a:endParaRPr>
              </a:p>
              <a:p>
                <a:pPr marL="0" marR="0" lvl="0" indent="0" algn="just" defTabSz="914400" rtl="0" eaLnBrk="1" fontAlgn="base" latinLnBrk="0" hangingPunct="1">
                  <a:lnSpc>
                    <a:spcPct val="100000"/>
                  </a:lnSpc>
                  <a:spcBef>
                    <a:spcPct val="0"/>
                  </a:spcBef>
                  <a:spcAft>
                    <a:spcPct val="0"/>
                  </a:spcAft>
                  <a:buClrTx/>
                  <a:buSzTx/>
                  <a:buFontTx/>
                  <a:buNone/>
                  <a:defRPr/>
                </a:pPr>
                <a:r>
                  <a:rPr kumimoji="1" lang="en-US" altLang="zh-CN" sz="1400" b="1" i="0" u="none" strike="noStrike" kern="1200" cap="none" spc="0" normalizeH="0" baseline="0" noProof="0" dirty="0">
                    <a:ln>
                      <a:noFill/>
                    </a:ln>
                    <a:solidFill>
                      <a:prstClr val="black"/>
                    </a:solidFill>
                    <a:effectLst/>
                    <a:uLnTx/>
                    <a:uFillTx/>
                    <a:latin typeface="Arial" panose="020B0604020202090204" pitchFamily="34" charset="0"/>
                    <a:ea typeface="宋体" pitchFamily="2" charset="-122"/>
                    <a:cs typeface="Arial" panose="020B0604020202090204" pitchFamily="34" charset="0"/>
                  </a:rPr>
                  <a:t>R(B)</a:t>
                </a:r>
                <a:endParaRPr kumimoji="1" lang="en-US" altLang="zh-CN" sz="1400" b="1" i="0" u="none" strike="noStrike" kern="1200" cap="none" spc="0" normalizeH="0" baseline="0" noProof="0" dirty="0">
                  <a:ln>
                    <a:noFill/>
                  </a:ln>
                  <a:solidFill>
                    <a:prstClr val="black"/>
                  </a:solidFill>
                  <a:effectLst/>
                  <a:uLnTx/>
                  <a:uFillTx/>
                  <a:latin typeface="Arial" panose="020B0604020202090204" pitchFamily="34" charset="0"/>
                  <a:ea typeface="宋体" pitchFamily="2" charset="-122"/>
                  <a:cs typeface="Arial" panose="020B0604020202090204" pitchFamily="34" charset="0"/>
                </a:endParaRPr>
              </a:p>
              <a:p>
                <a:pPr marL="0" marR="0" lvl="0" indent="0" algn="just" defTabSz="914400" rtl="0" eaLnBrk="1" fontAlgn="base" latinLnBrk="0" hangingPunct="1">
                  <a:lnSpc>
                    <a:spcPct val="100000"/>
                  </a:lnSpc>
                  <a:spcBef>
                    <a:spcPct val="0"/>
                  </a:spcBef>
                  <a:spcAft>
                    <a:spcPct val="0"/>
                  </a:spcAft>
                  <a:buClrTx/>
                  <a:buSzTx/>
                  <a:buFontTx/>
                  <a:buNone/>
                  <a:defRPr/>
                </a:pPr>
                <a:r>
                  <a:rPr kumimoji="1" lang="en-US" altLang="zh-CN" sz="1400" b="1" i="0" u="none" strike="noStrike" kern="1200" cap="none" spc="0" normalizeH="0" baseline="0" noProof="0" dirty="0">
                    <a:ln>
                      <a:noFill/>
                    </a:ln>
                    <a:solidFill>
                      <a:prstClr val="black"/>
                    </a:solidFill>
                    <a:effectLst/>
                    <a:uLnTx/>
                    <a:uFillTx/>
                    <a:latin typeface="Arial" panose="020B0604020202090204" pitchFamily="34" charset="0"/>
                    <a:ea typeface="宋体" pitchFamily="2" charset="-122"/>
                    <a:cs typeface="Arial" panose="020B0604020202090204" pitchFamily="34" charset="0"/>
                  </a:rPr>
                  <a:t>R(C)</a:t>
                </a:r>
                <a:endParaRPr kumimoji="1" lang="en-US" altLang="zh-CN" sz="1400" b="1" i="0" u="none" strike="noStrike" kern="1200" cap="none" spc="0" normalizeH="0" baseline="0" noProof="0" dirty="0">
                  <a:ln>
                    <a:noFill/>
                  </a:ln>
                  <a:solidFill>
                    <a:prstClr val="black"/>
                  </a:solidFill>
                  <a:effectLst/>
                  <a:uLnTx/>
                  <a:uFillTx/>
                  <a:latin typeface="Arial" panose="020B0604020202090204" pitchFamily="34" charset="0"/>
                  <a:ea typeface="宋体" pitchFamily="2" charset="-122"/>
                  <a:cs typeface="Arial" panose="020B0604020202090204" pitchFamily="34" charset="0"/>
                </a:endParaRPr>
              </a:p>
              <a:p>
                <a:pPr marL="0" marR="0" lvl="0" indent="0" algn="just" defTabSz="914400" rtl="0" eaLnBrk="1" fontAlgn="base" latinLnBrk="0" hangingPunct="1">
                  <a:lnSpc>
                    <a:spcPct val="100000"/>
                  </a:lnSpc>
                  <a:spcBef>
                    <a:spcPct val="0"/>
                  </a:spcBef>
                  <a:spcAft>
                    <a:spcPct val="0"/>
                  </a:spcAft>
                  <a:buClrTx/>
                  <a:buSzTx/>
                  <a:buFontTx/>
                  <a:buNone/>
                  <a:defRPr/>
                </a:pPr>
                <a:endParaRPr kumimoji="1" lang="en-US" altLang="zh-CN" sz="1400" b="1" i="0" u="none" strike="noStrike" kern="1200" cap="none" spc="0" normalizeH="0" baseline="0" noProof="0" dirty="0">
                  <a:ln>
                    <a:noFill/>
                  </a:ln>
                  <a:solidFill>
                    <a:prstClr val="black"/>
                  </a:solidFill>
                  <a:effectLst/>
                  <a:uLnTx/>
                  <a:uFillTx/>
                  <a:latin typeface="Arial" panose="020B0604020202090204" pitchFamily="34" charset="0"/>
                  <a:ea typeface="宋体" pitchFamily="2" charset="-122"/>
                  <a:cs typeface="Arial" panose="020B0604020202090204" pitchFamily="34" charset="0"/>
                </a:endParaRPr>
              </a:p>
              <a:p>
                <a:pPr marL="0" marR="0" lvl="0" indent="0" algn="just" defTabSz="914400" rtl="0" eaLnBrk="1" fontAlgn="base" latinLnBrk="0" hangingPunct="1">
                  <a:lnSpc>
                    <a:spcPct val="100000"/>
                  </a:lnSpc>
                  <a:spcBef>
                    <a:spcPct val="0"/>
                  </a:spcBef>
                  <a:spcAft>
                    <a:spcPct val="0"/>
                  </a:spcAft>
                  <a:buClrTx/>
                  <a:buSzTx/>
                  <a:buFontTx/>
                  <a:buNone/>
                  <a:defRPr/>
                </a:pPr>
                <a:endParaRPr kumimoji="1" lang="en-US" altLang="zh-CN" sz="1400" b="1" i="0" u="none" strike="noStrike" kern="1200" cap="none" spc="0" normalizeH="0" baseline="0" noProof="0" dirty="0">
                  <a:ln>
                    <a:noFill/>
                  </a:ln>
                  <a:solidFill>
                    <a:prstClr val="black"/>
                  </a:solidFill>
                  <a:effectLst/>
                  <a:uLnTx/>
                  <a:uFillTx/>
                  <a:latin typeface="Arial" panose="020B0604020202090204" pitchFamily="34" charset="0"/>
                  <a:ea typeface="宋体" pitchFamily="2" charset="-122"/>
                  <a:cs typeface="Arial" panose="020B0604020202090204" pitchFamily="34" charset="0"/>
                </a:endParaRPr>
              </a:p>
              <a:p>
                <a:pPr marL="0" marR="0" lvl="0" indent="0" algn="just" defTabSz="914400" rtl="0" eaLnBrk="1" fontAlgn="base" latinLnBrk="0" hangingPunct="1">
                  <a:lnSpc>
                    <a:spcPct val="100000"/>
                  </a:lnSpc>
                  <a:spcBef>
                    <a:spcPct val="0"/>
                  </a:spcBef>
                  <a:spcAft>
                    <a:spcPct val="0"/>
                  </a:spcAft>
                  <a:buClrTx/>
                  <a:buSzTx/>
                  <a:buFontTx/>
                  <a:buNone/>
                  <a:defRPr/>
                </a:pPr>
                <a:endParaRPr kumimoji="1" lang="en-US" altLang="zh-CN" sz="1400" b="1" i="0" u="none" strike="noStrike" kern="1200" cap="none" spc="0" normalizeH="0" baseline="0" noProof="0" dirty="0">
                  <a:ln>
                    <a:noFill/>
                  </a:ln>
                  <a:solidFill>
                    <a:prstClr val="black"/>
                  </a:solidFill>
                  <a:effectLst/>
                  <a:uLnTx/>
                  <a:uFillTx/>
                  <a:latin typeface="Arial" panose="020B0604020202090204" pitchFamily="34" charset="0"/>
                  <a:ea typeface="宋体" pitchFamily="2" charset="-122"/>
                  <a:cs typeface="Arial" panose="020B0604020202090204" pitchFamily="34" charset="0"/>
                </a:endParaRPr>
              </a:p>
              <a:p>
                <a:pPr marL="0" marR="0" lvl="0" indent="0" algn="just" defTabSz="914400" rtl="0" eaLnBrk="1" fontAlgn="base" latinLnBrk="0" hangingPunct="1">
                  <a:lnSpc>
                    <a:spcPct val="100000"/>
                  </a:lnSpc>
                  <a:spcBef>
                    <a:spcPct val="0"/>
                  </a:spcBef>
                  <a:spcAft>
                    <a:spcPct val="0"/>
                  </a:spcAft>
                  <a:buClrTx/>
                  <a:buSzTx/>
                  <a:buFontTx/>
                  <a:buNone/>
                  <a:defRPr/>
                </a:pPr>
                <a:endParaRPr kumimoji="1" lang="en-US" altLang="zh-CN" sz="1400" b="1" i="0" u="none" strike="noStrike" kern="1200" cap="none" spc="0" normalizeH="0" baseline="0" noProof="0" dirty="0">
                  <a:ln>
                    <a:noFill/>
                  </a:ln>
                  <a:solidFill>
                    <a:prstClr val="black"/>
                  </a:solidFill>
                  <a:effectLst/>
                  <a:uLnTx/>
                  <a:uFillTx/>
                  <a:latin typeface="Arial" panose="020B0604020202090204" pitchFamily="34" charset="0"/>
                  <a:ea typeface="宋体" pitchFamily="2" charset="-122"/>
                  <a:cs typeface="Arial" panose="020B0604020202090204" pitchFamily="34" charset="0"/>
                </a:endParaRPr>
              </a:p>
              <a:p>
                <a:pPr marL="0" marR="0" lvl="0" indent="0" algn="just" defTabSz="914400" rtl="0" eaLnBrk="1" fontAlgn="base" latinLnBrk="0" hangingPunct="1">
                  <a:lnSpc>
                    <a:spcPct val="100000"/>
                  </a:lnSpc>
                  <a:spcBef>
                    <a:spcPct val="0"/>
                  </a:spcBef>
                  <a:spcAft>
                    <a:spcPct val="0"/>
                  </a:spcAft>
                  <a:buClrTx/>
                  <a:buSzTx/>
                  <a:buFontTx/>
                  <a:buNone/>
                  <a:defRPr/>
                </a:pPr>
                <a:endParaRPr kumimoji="1" lang="en-US" altLang="zh-CN" sz="1400" b="1" i="0" u="none" strike="noStrike" kern="1200" cap="none" spc="0" normalizeH="0" baseline="0" noProof="0" dirty="0">
                  <a:ln>
                    <a:noFill/>
                  </a:ln>
                  <a:solidFill>
                    <a:prstClr val="black"/>
                  </a:solidFill>
                  <a:effectLst/>
                  <a:uLnTx/>
                  <a:uFillTx/>
                  <a:latin typeface="Arial" panose="020B0604020202090204" pitchFamily="34" charset="0"/>
                  <a:ea typeface="宋体" pitchFamily="2" charset="-122"/>
                  <a:cs typeface="Arial" panose="020B0604020202090204" pitchFamily="34" charset="0"/>
                </a:endParaRPr>
              </a:p>
              <a:p>
                <a:pPr marL="0" marR="0" lvl="0" indent="0" algn="just" defTabSz="914400" rtl="0" eaLnBrk="1" fontAlgn="base" latinLnBrk="0" hangingPunct="1">
                  <a:lnSpc>
                    <a:spcPct val="100000"/>
                  </a:lnSpc>
                  <a:spcBef>
                    <a:spcPct val="0"/>
                  </a:spcBef>
                  <a:spcAft>
                    <a:spcPct val="0"/>
                  </a:spcAft>
                  <a:buClrTx/>
                  <a:buSzTx/>
                  <a:buFontTx/>
                  <a:buNone/>
                  <a:defRPr/>
                </a:pPr>
                <a:endParaRPr kumimoji="1" lang="en-US" altLang="zh-CN" sz="1400" b="1" i="0" u="none" strike="noStrike" kern="1200" cap="none" spc="0" normalizeH="0" baseline="0" noProof="0" dirty="0">
                  <a:ln>
                    <a:noFill/>
                  </a:ln>
                  <a:solidFill>
                    <a:prstClr val="black"/>
                  </a:solidFill>
                  <a:effectLst/>
                  <a:uLnTx/>
                  <a:uFillTx/>
                  <a:latin typeface="Arial" panose="020B0604020202090204" pitchFamily="34" charset="0"/>
                  <a:ea typeface="宋体" pitchFamily="2" charset="-122"/>
                  <a:cs typeface="Arial" panose="020B0604020202090204" pitchFamily="34" charset="0"/>
                </a:endParaRPr>
              </a:p>
              <a:p>
                <a:pPr marL="0" marR="0" lvl="0" indent="0" algn="just" defTabSz="914400" rtl="0" eaLnBrk="1" fontAlgn="base" latinLnBrk="0" hangingPunct="1">
                  <a:lnSpc>
                    <a:spcPct val="100000"/>
                  </a:lnSpc>
                  <a:spcBef>
                    <a:spcPct val="0"/>
                  </a:spcBef>
                  <a:spcAft>
                    <a:spcPct val="0"/>
                  </a:spcAft>
                  <a:buClrTx/>
                  <a:buSzTx/>
                  <a:buFontTx/>
                  <a:buNone/>
                  <a:defRPr/>
                </a:pPr>
                <a:endParaRPr kumimoji="1" lang="en-US" altLang="zh-CN" sz="1400" b="1" i="0" u="none" strike="noStrike" kern="1200" cap="none" spc="0" normalizeH="0" baseline="0" noProof="0" dirty="0">
                  <a:ln>
                    <a:noFill/>
                  </a:ln>
                  <a:solidFill>
                    <a:prstClr val="black"/>
                  </a:solidFill>
                  <a:effectLst/>
                  <a:uLnTx/>
                  <a:uFillTx/>
                  <a:latin typeface="Arial" panose="020B0604020202090204" pitchFamily="34" charset="0"/>
                  <a:ea typeface="宋体" pitchFamily="2" charset="-122"/>
                  <a:cs typeface="Arial" panose="020B0604020202090204" pitchFamily="34" charset="0"/>
                </a:endParaRPr>
              </a:p>
              <a:p>
                <a:pPr marL="0" marR="0" lvl="0" indent="0" algn="just" defTabSz="914400" rtl="0" eaLnBrk="1" fontAlgn="base" latinLnBrk="0" hangingPunct="1">
                  <a:lnSpc>
                    <a:spcPct val="100000"/>
                  </a:lnSpc>
                  <a:spcBef>
                    <a:spcPct val="0"/>
                  </a:spcBef>
                  <a:spcAft>
                    <a:spcPct val="0"/>
                  </a:spcAft>
                  <a:buClrTx/>
                  <a:buSzTx/>
                  <a:buFontTx/>
                  <a:buNone/>
                  <a:defRPr/>
                </a:pPr>
                <a:endParaRPr kumimoji="1" lang="en-US" altLang="zh-CN" sz="1400" b="1" i="0" u="none" strike="noStrike" kern="1200" cap="none" spc="0" normalizeH="0" baseline="0" noProof="0" dirty="0">
                  <a:ln>
                    <a:noFill/>
                  </a:ln>
                  <a:solidFill>
                    <a:prstClr val="black"/>
                  </a:solidFill>
                  <a:effectLst/>
                  <a:uLnTx/>
                  <a:uFillTx/>
                  <a:latin typeface="Arial" panose="020B0604020202090204" pitchFamily="34" charset="0"/>
                  <a:ea typeface="宋体" pitchFamily="2" charset="-122"/>
                  <a:cs typeface="Arial" panose="020B0604020202090204" pitchFamily="34" charset="0"/>
                </a:endParaRPr>
              </a:p>
              <a:p>
                <a:pPr marL="0" marR="0" lvl="0" indent="0" algn="just" defTabSz="914400" rtl="0" eaLnBrk="1" fontAlgn="base" latinLnBrk="0" hangingPunct="1">
                  <a:lnSpc>
                    <a:spcPct val="100000"/>
                  </a:lnSpc>
                  <a:spcBef>
                    <a:spcPct val="0"/>
                  </a:spcBef>
                  <a:spcAft>
                    <a:spcPct val="0"/>
                  </a:spcAft>
                  <a:buClrTx/>
                  <a:buSzTx/>
                  <a:buFontTx/>
                  <a:buNone/>
                  <a:defRPr/>
                </a:pPr>
                <a:endParaRPr kumimoji="1" lang="en-US" altLang="zh-CN" sz="1400" b="1" i="0" u="none" strike="noStrike" kern="1200" cap="none" spc="0" normalizeH="0" baseline="0" noProof="0" dirty="0">
                  <a:ln>
                    <a:noFill/>
                  </a:ln>
                  <a:solidFill>
                    <a:prstClr val="black"/>
                  </a:solidFill>
                  <a:effectLst/>
                  <a:uLnTx/>
                  <a:uFillTx/>
                  <a:latin typeface="Arial" panose="020B0604020202090204" pitchFamily="34" charset="0"/>
                  <a:ea typeface="宋体" pitchFamily="2" charset="-122"/>
                  <a:cs typeface="Arial" panose="020B0604020202090204" pitchFamily="34" charset="0"/>
                </a:endParaRPr>
              </a:p>
              <a:p>
                <a:pPr marL="0" marR="0" lvl="0" indent="0" algn="just" defTabSz="914400" rtl="0" eaLnBrk="1" fontAlgn="base" latinLnBrk="0" hangingPunct="1">
                  <a:lnSpc>
                    <a:spcPct val="100000"/>
                  </a:lnSpc>
                  <a:spcBef>
                    <a:spcPct val="0"/>
                  </a:spcBef>
                  <a:spcAft>
                    <a:spcPct val="0"/>
                  </a:spcAft>
                  <a:buClrTx/>
                  <a:buSzTx/>
                  <a:buFontTx/>
                  <a:buNone/>
                  <a:defRPr/>
                </a:pPr>
                <a:endParaRPr kumimoji="1" lang="en-US" altLang="zh-CN" sz="1400" b="1" i="0" u="none" strike="noStrike" kern="1200" cap="none" spc="0" normalizeH="0" baseline="0" noProof="0" dirty="0">
                  <a:ln>
                    <a:noFill/>
                  </a:ln>
                  <a:solidFill>
                    <a:prstClr val="black"/>
                  </a:solidFill>
                  <a:effectLst/>
                  <a:uLnTx/>
                  <a:uFillTx/>
                  <a:latin typeface="Arial" panose="020B0604020202090204" pitchFamily="34" charset="0"/>
                  <a:ea typeface="宋体" pitchFamily="2" charset="-122"/>
                  <a:cs typeface="Arial" panose="020B0604020202090204" pitchFamily="34" charset="0"/>
                </a:endParaRPr>
              </a:p>
              <a:p>
                <a:pPr marL="0" marR="0" lvl="0" indent="0" algn="just" defTabSz="914400" rtl="0" eaLnBrk="1" fontAlgn="base" latinLnBrk="0" hangingPunct="1">
                  <a:lnSpc>
                    <a:spcPct val="100000"/>
                  </a:lnSpc>
                  <a:spcBef>
                    <a:spcPct val="0"/>
                  </a:spcBef>
                  <a:spcAft>
                    <a:spcPct val="0"/>
                  </a:spcAft>
                  <a:buClrTx/>
                  <a:buSzTx/>
                  <a:buFontTx/>
                  <a:buNone/>
                  <a:defRPr/>
                </a:pPr>
                <a:endParaRPr kumimoji="1" lang="en-US" altLang="zh-CN" sz="1400" b="1" i="0" u="none" strike="noStrike" kern="1200" cap="none" spc="0" normalizeH="0" baseline="0" noProof="0" dirty="0">
                  <a:ln>
                    <a:noFill/>
                  </a:ln>
                  <a:solidFill>
                    <a:prstClr val="black"/>
                  </a:solidFill>
                  <a:effectLst/>
                  <a:uLnTx/>
                  <a:uFillTx/>
                  <a:latin typeface="Arial" panose="020B0604020202090204" pitchFamily="34" charset="0"/>
                  <a:ea typeface="宋体" pitchFamily="2" charset="-122"/>
                  <a:cs typeface="Arial" panose="020B0604020202090204" pitchFamily="34" charset="0"/>
                </a:endParaRPr>
              </a:p>
              <a:p>
                <a:pPr marL="0" marR="0" lvl="0" indent="0" algn="just" defTabSz="914400" rtl="0" eaLnBrk="1" fontAlgn="base" latinLnBrk="0" hangingPunct="1">
                  <a:lnSpc>
                    <a:spcPct val="100000"/>
                  </a:lnSpc>
                  <a:spcBef>
                    <a:spcPct val="0"/>
                  </a:spcBef>
                  <a:spcAft>
                    <a:spcPct val="0"/>
                  </a:spcAft>
                  <a:buClrTx/>
                  <a:buSzTx/>
                  <a:buFontTx/>
                  <a:buNone/>
                  <a:defRPr/>
                </a:pPr>
                <a:endParaRPr kumimoji="1" lang="en-US" altLang="zh-CN" sz="1400" b="1" i="0" u="none" strike="noStrike" kern="1200" cap="none" spc="0" normalizeH="0" baseline="0" noProof="0" dirty="0">
                  <a:ln>
                    <a:noFill/>
                  </a:ln>
                  <a:solidFill>
                    <a:prstClr val="black"/>
                  </a:solidFill>
                  <a:effectLst/>
                  <a:uLnTx/>
                  <a:uFillTx/>
                  <a:latin typeface="Arial" panose="020B0604020202090204" pitchFamily="34" charset="0"/>
                  <a:ea typeface="宋体" pitchFamily="2" charset="-122"/>
                  <a:cs typeface="Arial" panose="020B0604020202090204" pitchFamily="34" charset="0"/>
                </a:endParaRPr>
              </a:p>
              <a:p>
                <a:pPr marL="0" marR="0" lvl="0" indent="0" algn="just" defTabSz="914400" rtl="0" eaLnBrk="1" fontAlgn="base" latinLnBrk="0" hangingPunct="1">
                  <a:lnSpc>
                    <a:spcPct val="100000"/>
                  </a:lnSpc>
                  <a:spcBef>
                    <a:spcPct val="0"/>
                  </a:spcBef>
                  <a:spcAft>
                    <a:spcPct val="0"/>
                  </a:spcAft>
                  <a:buClrTx/>
                  <a:buSzTx/>
                  <a:buFontTx/>
                  <a:buNone/>
                  <a:defRPr/>
                </a:pPr>
                <a:endParaRPr kumimoji="1" lang="en-US" altLang="zh-CN" sz="1400" b="1" i="0" u="none" strike="noStrike" kern="1200" cap="none" spc="0" normalizeH="0" baseline="0" noProof="0" dirty="0">
                  <a:ln>
                    <a:noFill/>
                  </a:ln>
                  <a:solidFill>
                    <a:prstClr val="black"/>
                  </a:solidFill>
                  <a:effectLst/>
                  <a:uLnTx/>
                  <a:uFillTx/>
                  <a:latin typeface="Arial" panose="020B0604020202090204" pitchFamily="34" charset="0"/>
                  <a:ea typeface="宋体" pitchFamily="2" charset="-122"/>
                  <a:cs typeface="Arial" panose="020B0604020202090204" pitchFamily="34" charset="0"/>
                </a:endParaRPr>
              </a:p>
              <a:p>
                <a:pPr marL="0" marR="0" lvl="0" indent="0" algn="just" defTabSz="914400" rtl="0" eaLnBrk="1" fontAlgn="base" latinLnBrk="0" hangingPunct="1">
                  <a:lnSpc>
                    <a:spcPct val="100000"/>
                  </a:lnSpc>
                  <a:spcBef>
                    <a:spcPct val="0"/>
                  </a:spcBef>
                  <a:spcAft>
                    <a:spcPct val="0"/>
                  </a:spcAft>
                  <a:buClrTx/>
                  <a:buSzTx/>
                  <a:buFontTx/>
                  <a:buNone/>
                  <a:defRPr/>
                </a:pPr>
                <a:endParaRPr kumimoji="1" lang="en-US" altLang="zh-CN" sz="1400" b="1" i="0" u="none" strike="noStrike" kern="1200" cap="none" spc="0" normalizeH="0" baseline="0" noProof="0" dirty="0">
                  <a:ln>
                    <a:noFill/>
                  </a:ln>
                  <a:solidFill>
                    <a:prstClr val="black"/>
                  </a:solidFill>
                  <a:effectLst/>
                  <a:uLnTx/>
                  <a:uFillTx/>
                  <a:latin typeface="Arial" panose="020B0604020202090204" pitchFamily="34" charset="0"/>
                  <a:ea typeface="宋体" pitchFamily="2" charset="-122"/>
                  <a:cs typeface="Arial" panose="020B0604020202090204" pitchFamily="34" charset="0"/>
                </a:endParaRPr>
              </a:p>
              <a:p>
                <a:pPr marL="0" marR="0" lvl="0" indent="0" algn="just" defTabSz="914400" rtl="0" eaLnBrk="1" fontAlgn="base" latinLnBrk="0" hangingPunct="1">
                  <a:lnSpc>
                    <a:spcPct val="100000"/>
                  </a:lnSpc>
                  <a:spcBef>
                    <a:spcPct val="0"/>
                  </a:spcBef>
                  <a:spcAft>
                    <a:spcPct val="0"/>
                  </a:spcAft>
                  <a:buClrTx/>
                  <a:buSzTx/>
                  <a:buFontTx/>
                  <a:buNone/>
                  <a:defRPr/>
                </a:pPr>
                <a:r>
                  <a:rPr kumimoji="1" lang="en-US" altLang="zh-CN" sz="1400" b="1" i="0" u="none" strike="noStrike" kern="1200" cap="none" spc="0" normalizeH="0" baseline="0" noProof="0" dirty="0">
                    <a:ln>
                      <a:noFill/>
                    </a:ln>
                    <a:solidFill>
                      <a:prstClr val="black"/>
                    </a:solidFill>
                    <a:effectLst/>
                    <a:uLnTx/>
                    <a:uFillTx/>
                    <a:latin typeface="Arial" panose="020B0604020202090204" pitchFamily="34" charset="0"/>
                    <a:ea typeface="宋体" pitchFamily="2" charset="-122"/>
                    <a:cs typeface="Arial" panose="020B0604020202090204" pitchFamily="34" charset="0"/>
                  </a:rPr>
                  <a:t>C=C+A-B</a:t>
                </a:r>
                <a:endParaRPr kumimoji="1" lang="en-US" altLang="zh-CN" sz="1400" b="1" i="0" u="none" strike="noStrike" kern="1200" cap="none" spc="0" normalizeH="0" baseline="0" noProof="0" dirty="0">
                  <a:ln>
                    <a:noFill/>
                  </a:ln>
                  <a:solidFill>
                    <a:prstClr val="black"/>
                  </a:solidFill>
                  <a:effectLst/>
                  <a:uLnTx/>
                  <a:uFillTx/>
                  <a:latin typeface="Arial" panose="020B0604020202090204" pitchFamily="34" charset="0"/>
                  <a:ea typeface="宋体" pitchFamily="2" charset="-122"/>
                  <a:cs typeface="Arial" panose="020B0604020202090204" pitchFamily="34" charset="0"/>
                </a:endParaRPr>
              </a:p>
              <a:p>
                <a:pPr marL="0" marR="0" lvl="0" indent="0" algn="just" defTabSz="914400" rtl="0" eaLnBrk="1" fontAlgn="base" latinLnBrk="0" hangingPunct="1">
                  <a:lnSpc>
                    <a:spcPct val="100000"/>
                  </a:lnSpc>
                  <a:spcBef>
                    <a:spcPct val="0"/>
                  </a:spcBef>
                  <a:spcAft>
                    <a:spcPct val="0"/>
                  </a:spcAft>
                  <a:buClrTx/>
                  <a:buSzTx/>
                  <a:buFontTx/>
                  <a:buNone/>
                  <a:defRPr/>
                </a:pPr>
                <a:r>
                  <a:rPr kumimoji="1" lang="en-US" altLang="zh-CN" sz="1400" b="1" i="0" u="none" strike="noStrike" kern="1200" cap="none" spc="0" normalizeH="0" baseline="0" noProof="0" dirty="0">
                    <a:ln>
                      <a:noFill/>
                    </a:ln>
                    <a:solidFill>
                      <a:prstClr val="black"/>
                    </a:solidFill>
                    <a:effectLst/>
                    <a:uLnTx/>
                    <a:uFillTx/>
                    <a:latin typeface="Arial" panose="020B0604020202090204" pitchFamily="34" charset="0"/>
                    <a:ea typeface="宋体" pitchFamily="2" charset="-122"/>
                    <a:cs typeface="Arial" panose="020B0604020202090204" pitchFamily="34" charset="0"/>
                  </a:rPr>
                  <a:t>W(C)</a:t>
                </a:r>
                <a:endParaRPr kumimoji="1" lang="en-US" altLang="zh-CN" sz="1400" b="1" i="0" u="none" strike="noStrike" kern="1200" cap="none" spc="0" normalizeH="0" baseline="0" noProof="0" dirty="0">
                  <a:ln>
                    <a:noFill/>
                  </a:ln>
                  <a:solidFill>
                    <a:prstClr val="black"/>
                  </a:solidFill>
                  <a:effectLst/>
                  <a:uLnTx/>
                  <a:uFillTx/>
                  <a:latin typeface="Arial" panose="020B0604020202090204" pitchFamily="34" charset="0"/>
                  <a:ea typeface="宋体" pitchFamily="2" charset="-122"/>
                  <a:cs typeface="Arial" panose="020B0604020202090204" pitchFamily="34" charset="0"/>
                </a:endParaRPr>
              </a:p>
              <a:p>
                <a:pPr marL="0" marR="0" lvl="0" indent="0" algn="just" defTabSz="914400" rtl="0" eaLnBrk="1" fontAlgn="base" latinLnBrk="0" hangingPunct="1">
                  <a:lnSpc>
                    <a:spcPct val="100000"/>
                  </a:lnSpc>
                  <a:spcBef>
                    <a:spcPct val="0"/>
                  </a:spcBef>
                  <a:spcAft>
                    <a:spcPct val="0"/>
                  </a:spcAft>
                  <a:buClrTx/>
                  <a:buSzTx/>
                  <a:buFontTx/>
                  <a:buNone/>
                  <a:defRPr/>
                </a:pPr>
                <a:r>
                  <a:rPr kumimoji="1" lang="en-US" altLang="zh-CN" sz="1400" b="1" i="0" u="none" strike="noStrike" kern="1200" cap="none" spc="0" normalizeH="0" baseline="0" noProof="0" dirty="0">
                    <a:ln>
                      <a:noFill/>
                    </a:ln>
                    <a:solidFill>
                      <a:prstClr val="black"/>
                    </a:solidFill>
                    <a:effectLst/>
                    <a:uLnTx/>
                    <a:uFillTx/>
                    <a:latin typeface="Arial" panose="020B0604020202090204" pitchFamily="34" charset="0"/>
                    <a:ea typeface="宋体" pitchFamily="2" charset="-122"/>
                    <a:cs typeface="Arial" panose="020B0604020202090204" pitchFamily="34" charset="0"/>
                  </a:rPr>
                  <a:t>COMMIT</a:t>
                </a:r>
                <a:endParaRPr kumimoji="1" lang="zh-CN" altLang="en-US" sz="1400" b="1" i="0" u="none" strike="noStrike" kern="1200" cap="none" spc="0" normalizeH="0" baseline="0" noProof="0" dirty="0">
                  <a:ln>
                    <a:noFill/>
                  </a:ln>
                  <a:solidFill>
                    <a:prstClr val="black"/>
                  </a:solidFill>
                  <a:effectLst/>
                  <a:uLnTx/>
                  <a:uFillTx/>
                  <a:latin typeface="Arial" panose="020B0604020202090204" pitchFamily="34" charset="0"/>
                  <a:ea typeface="宋体" pitchFamily="2" charset="-122"/>
                  <a:cs typeface="Arial" panose="020B0604020202090204" pitchFamily="34" charset="0"/>
                </a:endParaRPr>
              </a:p>
            </p:txBody>
          </p:sp>
        </p:grpSp>
        <p:sp>
          <p:nvSpPr>
            <p:cNvPr id="33" name="矩形 32"/>
            <p:cNvSpPr/>
            <p:nvPr/>
          </p:nvSpPr>
          <p:spPr>
            <a:xfrm>
              <a:off x="5340604" y="1202885"/>
              <a:ext cx="1355557" cy="5318004"/>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a:lstStyle/>
            <a:p>
              <a:pPr marL="0" marR="0" lvl="0" indent="0" algn="just" defTabSz="914400" rtl="0" eaLnBrk="1" fontAlgn="base" latinLnBrk="0" hangingPunct="1">
                <a:lnSpc>
                  <a:spcPct val="100000"/>
                </a:lnSpc>
                <a:spcBef>
                  <a:spcPct val="0"/>
                </a:spcBef>
                <a:spcAft>
                  <a:spcPct val="0"/>
                </a:spcAft>
                <a:buClrTx/>
                <a:buSzTx/>
                <a:buFontTx/>
                <a:buNone/>
                <a:defRPr/>
              </a:pPr>
              <a:r>
                <a:rPr kumimoji="1" lang="en-US" altLang="zh-CN" sz="1400" b="1" i="0" u="none" strike="noStrike" kern="1200" cap="none" spc="0" normalizeH="0" baseline="0" noProof="0" dirty="0">
                  <a:ln>
                    <a:noFill/>
                  </a:ln>
                  <a:solidFill>
                    <a:prstClr val="black"/>
                  </a:solidFill>
                  <a:effectLst/>
                  <a:uLnTx/>
                  <a:uFillTx/>
                  <a:latin typeface="Arial" panose="020B0604020202090204" pitchFamily="34" charset="0"/>
                  <a:ea typeface="宋体" pitchFamily="2" charset="-122"/>
                  <a:cs typeface="Arial" panose="020B0604020202090204" pitchFamily="34" charset="0"/>
                </a:rPr>
                <a:t>BEGIN</a:t>
              </a:r>
              <a:endParaRPr kumimoji="1" lang="en-US" altLang="zh-CN" sz="1400" b="1" i="0" u="none" strike="noStrike" kern="1200" cap="none" spc="0" normalizeH="0" baseline="0" noProof="0" dirty="0">
                <a:ln>
                  <a:noFill/>
                </a:ln>
                <a:solidFill>
                  <a:prstClr val="black"/>
                </a:solidFill>
                <a:effectLst/>
                <a:uLnTx/>
                <a:uFillTx/>
                <a:latin typeface="Arial" panose="020B0604020202090204" pitchFamily="34" charset="0"/>
                <a:ea typeface="宋体" pitchFamily="2" charset="-122"/>
                <a:cs typeface="Arial" panose="020B0604020202090204" pitchFamily="34" charset="0"/>
              </a:endParaRPr>
            </a:p>
            <a:p>
              <a:pPr marL="0" marR="0" lvl="0" indent="0" algn="just" defTabSz="914400" rtl="0" eaLnBrk="1" fontAlgn="base" latinLnBrk="0" hangingPunct="1">
                <a:lnSpc>
                  <a:spcPct val="100000"/>
                </a:lnSpc>
                <a:spcBef>
                  <a:spcPct val="0"/>
                </a:spcBef>
                <a:spcAft>
                  <a:spcPct val="0"/>
                </a:spcAft>
                <a:buClrTx/>
                <a:buSzTx/>
                <a:buFontTx/>
                <a:buNone/>
                <a:defRPr/>
              </a:pPr>
              <a:endParaRPr kumimoji="1" lang="en-US" altLang="zh-CN" sz="1400" b="1" i="0" u="none" strike="noStrike" kern="1200" cap="none" spc="0" normalizeH="0" baseline="0" noProof="0" dirty="0">
                <a:ln>
                  <a:noFill/>
                </a:ln>
                <a:solidFill>
                  <a:prstClr val="black"/>
                </a:solidFill>
                <a:effectLst/>
                <a:uLnTx/>
                <a:uFillTx/>
                <a:latin typeface="Arial" panose="020B0604020202090204" pitchFamily="34" charset="0"/>
                <a:ea typeface="宋体" pitchFamily="2" charset="-122"/>
                <a:cs typeface="Arial" panose="020B0604020202090204" pitchFamily="34" charset="0"/>
              </a:endParaRPr>
            </a:p>
            <a:p>
              <a:pPr marL="0" marR="0" lvl="0" indent="0" algn="just" defTabSz="914400" rtl="0" eaLnBrk="1" fontAlgn="base" latinLnBrk="0" hangingPunct="1">
                <a:lnSpc>
                  <a:spcPct val="100000"/>
                </a:lnSpc>
                <a:spcBef>
                  <a:spcPct val="0"/>
                </a:spcBef>
                <a:spcAft>
                  <a:spcPct val="0"/>
                </a:spcAft>
                <a:buClrTx/>
                <a:buSzTx/>
                <a:buFontTx/>
                <a:buNone/>
                <a:defRPr/>
              </a:pPr>
              <a:endParaRPr kumimoji="1" lang="en-US" altLang="zh-CN" sz="1400" b="1" i="0" u="none" strike="noStrike" kern="1200" cap="none" spc="0" normalizeH="0" baseline="0" noProof="0" dirty="0">
                <a:ln>
                  <a:noFill/>
                </a:ln>
                <a:solidFill>
                  <a:prstClr val="black"/>
                </a:solidFill>
                <a:effectLst/>
                <a:uLnTx/>
                <a:uFillTx/>
                <a:latin typeface="Arial" panose="020B0604020202090204" pitchFamily="34" charset="0"/>
                <a:ea typeface="宋体" pitchFamily="2" charset="-122"/>
                <a:cs typeface="Arial" panose="020B0604020202090204" pitchFamily="34" charset="0"/>
              </a:endParaRPr>
            </a:p>
            <a:p>
              <a:pPr marL="0" marR="0" lvl="0" indent="0" algn="just" defTabSz="914400" rtl="0" eaLnBrk="1" fontAlgn="base" latinLnBrk="0" hangingPunct="1">
                <a:lnSpc>
                  <a:spcPct val="100000"/>
                </a:lnSpc>
                <a:spcBef>
                  <a:spcPct val="0"/>
                </a:spcBef>
                <a:spcAft>
                  <a:spcPct val="0"/>
                </a:spcAft>
                <a:buClrTx/>
                <a:buSzTx/>
                <a:buFontTx/>
                <a:buNone/>
                <a:defRPr/>
              </a:pPr>
              <a:endParaRPr kumimoji="1" lang="en-US" altLang="zh-CN" sz="1400" b="1" i="0" u="none" strike="noStrike" kern="1200" cap="none" spc="0" normalizeH="0" baseline="0" noProof="0" dirty="0">
                <a:ln>
                  <a:noFill/>
                </a:ln>
                <a:solidFill>
                  <a:prstClr val="black"/>
                </a:solidFill>
                <a:effectLst/>
                <a:uLnTx/>
                <a:uFillTx/>
                <a:latin typeface="Arial" panose="020B0604020202090204" pitchFamily="34" charset="0"/>
                <a:ea typeface="宋体" pitchFamily="2" charset="-122"/>
                <a:cs typeface="Arial" panose="020B0604020202090204" pitchFamily="34" charset="0"/>
              </a:endParaRPr>
            </a:p>
            <a:p>
              <a:pPr marL="0" marR="0" lvl="0" indent="0" algn="just" defTabSz="914400" rtl="0" eaLnBrk="1" fontAlgn="base" latinLnBrk="0" hangingPunct="1">
                <a:lnSpc>
                  <a:spcPct val="100000"/>
                </a:lnSpc>
                <a:spcBef>
                  <a:spcPct val="0"/>
                </a:spcBef>
                <a:spcAft>
                  <a:spcPct val="0"/>
                </a:spcAft>
                <a:buClrTx/>
                <a:buSzTx/>
                <a:buFontTx/>
                <a:buNone/>
                <a:defRPr/>
              </a:pPr>
              <a:endParaRPr kumimoji="1" lang="en-US" altLang="zh-CN" sz="1400" b="1" i="0" u="none" strike="noStrike" kern="1200" cap="none" spc="0" normalizeH="0" baseline="0" noProof="0" dirty="0">
                <a:ln>
                  <a:noFill/>
                </a:ln>
                <a:solidFill>
                  <a:prstClr val="black"/>
                </a:solidFill>
                <a:effectLst/>
                <a:uLnTx/>
                <a:uFillTx/>
                <a:latin typeface="Arial" panose="020B0604020202090204" pitchFamily="34" charset="0"/>
                <a:ea typeface="宋体" pitchFamily="2" charset="-122"/>
                <a:cs typeface="Arial" panose="020B0604020202090204" pitchFamily="34" charset="0"/>
              </a:endParaRPr>
            </a:p>
            <a:p>
              <a:pPr marL="0" marR="0" lvl="0" indent="0" algn="just" defTabSz="914400" rtl="0" eaLnBrk="1" fontAlgn="base" latinLnBrk="0" hangingPunct="1">
                <a:lnSpc>
                  <a:spcPct val="100000"/>
                </a:lnSpc>
                <a:spcBef>
                  <a:spcPct val="0"/>
                </a:spcBef>
                <a:spcAft>
                  <a:spcPct val="0"/>
                </a:spcAft>
                <a:buClrTx/>
                <a:buSzTx/>
                <a:buFontTx/>
                <a:buNone/>
                <a:defRPr/>
              </a:pPr>
              <a:endParaRPr kumimoji="1" lang="en-US" altLang="zh-CN" sz="1400" b="1" i="0" u="none" strike="noStrike" kern="1200" cap="none" spc="0" normalizeH="0" baseline="0" noProof="0" dirty="0">
                <a:ln>
                  <a:noFill/>
                </a:ln>
                <a:solidFill>
                  <a:prstClr val="black"/>
                </a:solidFill>
                <a:effectLst/>
                <a:uLnTx/>
                <a:uFillTx/>
                <a:latin typeface="Arial" panose="020B0604020202090204" pitchFamily="34" charset="0"/>
                <a:ea typeface="宋体" pitchFamily="2" charset="-122"/>
                <a:cs typeface="Arial" panose="020B0604020202090204" pitchFamily="34" charset="0"/>
              </a:endParaRPr>
            </a:p>
            <a:p>
              <a:pPr marL="0" marR="0" lvl="0" indent="0" algn="just" defTabSz="914400" rtl="0" eaLnBrk="1" fontAlgn="base" latinLnBrk="0" hangingPunct="1">
                <a:lnSpc>
                  <a:spcPct val="100000"/>
                </a:lnSpc>
                <a:spcBef>
                  <a:spcPct val="0"/>
                </a:spcBef>
                <a:spcAft>
                  <a:spcPct val="0"/>
                </a:spcAft>
                <a:buClrTx/>
                <a:buSzTx/>
                <a:buFontTx/>
                <a:buNone/>
                <a:defRPr/>
              </a:pPr>
              <a:r>
                <a:rPr kumimoji="1" lang="en-US" altLang="zh-CN" sz="1400" b="1" i="0" u="none" strike="noStrike" kern="1200" cap="none" spc="0" normalizeH="0" baseline="0" noProof="0" dirty="0">
                  <a:ln>
                    <a:noFill/>
                  </a:ln>
                  <a:solidFill>
                    <a:prstClr val="black"/>
                  </a:solidFill>
                  <a:effectLst/>
                  <a:uLnTx/>
                  <a:uFillTx/>
                  <a:latin typeface="Arial" panose="020B0604020202090204" pitchFamily="34" charset="0"/>
                  <a:ea typeface="宋体" pitchFamily="2" charset="-122"/>
                  <a:cs typeface="Arial" panose="020B0604020202090204" pitchFamily="34" charset="0"/>
                </a:rPr>
                <a:t>R(D)</a:t>
              </a:r>
              <a:endParaRPr kumimoji="1" lang="en-US" altLang="zh-CN" sz="1400" b="1" i="0" u="none" strike="noStrike" kern="1200" cap="none" spc="0" normalizeH="0" baseline="0" noProof="0" dirty="0">
                <a:ln>
                  <a:noFill/>
                </a:ln>
                <a:solidFill>
                  <a:prstClr val="black"/>
                </a:solidFill>
                <a:effectLst/>
                <a:uLnTx/>
                <a:uFillTx/>
                <a:latin typeface="Arial" panose="020B0604020202090204" pitchFamily="34" charset="0"/>
                <a:ea typeface="宋体" pitchFamily="2" charset="-122"/>
                <a:cs typeface="Arial" panose="020B0604020202090204" pitchFamily="34" charset="0"/>
              </a:endParaRPr>
            </a:p>
            <a:p>
              <a:pPr marL="0" marR="0" lvl="0" indent="0" algn="just" defTabSz="914400" rtl="0" eaLnBrk="1" fontAlgn="base" latinLnBrk="0" hangingPunct="1">
                <a:lnSpc>
                  <a:spcPct val="100000"/>
                </a:lnSpc>
                <a:spcBef>
                  <a:spcPct val="0"/>
                </a:spcBef>
                <a:spcAft>
                  <a:spcPct val="0"/>
                </a:spcAft>
                <a:buClrTx/>
                <a:buSzTx/>
                <a:buFontTx/>
                <a:buNone/>
                <a:defRPr/>
              </a:pPr>
              <a:r>
                <a:rPr kumimoji="1" lang="en-US" altLang="zh-CN" sz="1400" b="1" i="0" u="none" strike="noStrike" kern="1200" cap="none" spc="0" normalizeH="0" baseline="0" noProof="0" dirty="0">
                  <a:ln>
                    <a:noFill/>
                  </a:ln>
                  <a:solidFill>
                    <a:prstClr val="black"/>
                  </a:solidFill>
                  <a:effectLst/>
                  <a:uLnTx/>
                  <a:uFillTx/>
                  <a:latin typeface="Arial" panose="020B0604020202090204" pitchFamily="34" charset="0"/>
                  <a:ea typeface="宋体" pitchFamily="2" charset="-122"/>
                  <a:cs typeface="Arial" panose="020B0604020202090204" pitchFamily="34" charset="0"/>
                </a:rPr>
                <a:t>D=D+20</a:t>
              </a:r>
              <a:endParaRPr kumimoji="1" lang="en-US" altLang="zh-CN" sz="1400" b="1" i="0" u="none" strike="noStrike" kern="1200" cap="none" spc="0" normalizeH="0" baseline="0" noProof="0" dirty="0">
                <a:ln>
                  <a:noFill/>
                </a:ln>
                <a:solidFill>
                  <a:prstClr val="black"/>
                </a:solidFill>
                <a:effectLst/>
                <a:uLnTx/>
                <a:uFillTx/>
                <a:latin typeface="Arial" panose="020B0604020202090204" pitchFamily="34" charset="0"/>
                <a:ea typeface="宋体" pitchFamily="2" charset="-122"/>
                <a:cs typeface="Arial" panose="020B0604020202090204" pitchFamily="34" charset="0"/>
              </a:endParaRPr>
            </a:p>
            <a:p>
              <a:pPr marL="0" marR="0" lvl="0" indent="0" algn="just" defTabSz="914400" rtl="0" eaLnBrk="1" fontAlgn="base" latinLnBrk="0" hangingPunct="1">
                <a:lnSpc>
                  <a:spcPct val="100000"/>
                </a:lnSpc>
                <a:spcBef>
                  <a:spcPct val="0"/>
                </a:spcBef>
                <a:spcAft>
                  <a:spcPct val="0"/>
                </a:spcAft>
                <a:buClrTx/>
                <a:buSzTx/>
                <a:buFontTx/>
                <a:buNone/>
                <a:defRPr/>
              </a:pPr>
              <a:endParaRPr kumimoji="1" lang="en-US" altLang="zh-CN" sz="1400" b="1" i="0" u="none" strike="noStrike" kern="1200" cap="none" spc="0" normalizeH="0" baseline="0" noProof="0" dirty="0">
                <a:ln>
                  <a:noFill/>
                </a:ln>
                <a:solidFill>
                  <a:prstClr val="black"/>
                </a:solidFill>
                <a:effectLst/>
                <a:uLnTx/>
                <a:uFillTx/>
                <a:latin typeface="Arial" panose="020B0604020202090204" pitchFamily="34" charset="0"/>
                <a:ea typeface="宋体" pitchFamily="2" charset="-122"/>
                <a:cs typeface="Arial" panose="020B0604020202090204" pitchFamily="34" charset="0"/>
              </a:endParaRPr>
            </a:p>
            <a:p>
              <a:pPr marL="0" marR="0" lvl="0" indent="0" algn="just" defTabSz="914400" rtl="0" eaLnBrk="1" fontAlgn="base" latinLnBrk="0" hangingPunct="1">
                <a:lnSpc>
                  <a:spcPct val="100000"/>
                </a:lnSpc>
                <a:spcBef>
                  <a:spcPct val="0"/>
                </a:spcBef>
                <a:spcAft>
                  <a:spcPct val="0"/>
                </a:spcAft>
                <a:buClrTx/>
                <a:buSzTx/>
                <a:buFontTx/>
                <a:buNone/>
                <a:defRPr/>
              </a:pPr>
              <a:endParaRPr kumimoji="1" lang="en-US" altLang="zh-CN" sz="1400" b="1" i="0" u="none" strike="noStrike" kern="1200" cap="none" spc="0" normalizeH="0" baseline="0" noProof="0" dirty="0">
                <a:ln>
                  <a:noFill/>
                </a:ln>
                <a:solidFill>
                  <a:prstClr val="black"/>
                </a:solidFill>
                <a:effectLst/>
                <a:uLnTx/>
                <a:uFillTx/>
                <a:latin typeface="Arial" panose="020B0604020202090204" pitchFamily="34" charset="0"/>
                <a:ea typeface="宋体" pitchFamily="2" charset="-122"/>
                <a:cs typeface="Arial" panose="020B0604020202090204" pitchFamily="34" charset="0"/>
              </a:endParaRPr>
            </a:p>
            <a:p>
              <a:pPr marL="0" marR="0" lvl="0" indent="0" algn="just" defTabSz="914400" rtl="0" eaLnBrk="1" fontAlgn="base" latinLnBrk="0" hangingPunct="1">
                <a:lnSpc>
                  <a:spcPct val="100000"/>
                </a:lnSpc>
                <a:spcBef>
                  <a:spcPct val="0"/>
                </a:spcBef>
                <a:spcAft>
                  <a:spcPct val="0"/>
                </a:spcAft>
                <a:buClrTx/>
                <a:buSzTx/>
                <a:buFontTx/>
                <a:buNone/>
                <a:defRPr/>
              </a:pPr>
              <a:endParaRPr kumimoji="1" lang="en-US" altLang="zh-CN" sz="1400" b="1" i="0" u="none" strike="noStrike" kern="1200" cap="none" spc="0" normalizeH="0" baseline="0" noProof="0" dirty="0">
                <a:ln>
                  <a:noFill/>
                </a:ln>
                <a:solidFill>
                  <a:prstClr val="black"/>
                </a:solidFill>
                <a:effectLst/>
                <a:uLnTx/>
                <a:uFillTx/>
                <a:latin typeface="Arial" panose="020B0604020202090204" pitchFamily="34" charset="0"/>
                <a:ea typeface="宋体" pitchFamily="2" charset="-122"/>
                <a:cs typeface="Arial" panose="020B0604020202090204" pitchFamily="34" charset="0"/>
              </a:endParaRPr>
            </a:p>
            <a:p>
              <a:pPr marL="0" marR="0" lvl="0" indent="0" algn="just" defTabSz="914400" rtl="0" eaLnBrk="1" fontAlgn="base" latinLnBrk="0" hangingPunct="1">
                <a:lnSpc>
                  <a:spcPct val="100000"/>
                </a:lnSpc>
                <a:spcBef>
                  <a:spcPct val="0"/>
                </a:spcBef>
                <a:spcAft>
                  <a:spcPct val="0"/>
                </a:spcAft>
                <a:buClrTx/>
                <a:buSzTx/>
                <a:buFontTx/>
                <a:buNone/>
                <a:defRPr/>
              </a:pPr>
              <a:r>
                <a:rPr kumimoji="1" lang="en-US" altLang="zh-CN" sz="1400" b="1" i="0" u="none" strike="noStrike" kern="1200" cap="none" spc="0" normalizeH="0" baseline="0" noProof="0" dirty="0">
                  <a:ln>
                    <a:noFill/>
                  </a:ln>
                  <a:solidFill>
                    <a:prstClr val="black"/>
                  </a:solidFill>
                  <a:effectLst/>
                  <a:uLnTx/>
                  <a:uFillTx/>
                  <a:latin typeface="Arial" panose="020B0604020202090204" pitchFamily="34" charset="0"/>
                  <a:ea typeface="宋体" pitchFamily="2" charset="-122"/>
                  <a:cs typeface="Arial" panose="020B0604020202090204" pitchFamily="34" charset="0"/>
                </a:rPr>
                <a:t>W(D)</a:t>
              </a:r>
              <a:endParaRPr kumimoji="1" lang="en-US" altLang="zh-CN" sz="1400" b="1" i="0" u="none" strike="noStrike" kern="1200" cap="none" spc="0" normalizeH="0" baseline="0" noProof="0" dirty="0">
                <a:ln>
                  <a:noFill/>
                </a:ln>
                <a:solidFill>
                  <a:prstClr val="black"/>
                </a:solidFill>
                <a:effectLst/>
                <a:uLnTx/>
                <a:uFillTx/>
                <a:latin typeface="Arial" panose="020B0604020202090204" pitchFamily="34" charset="0"/>
                <a:ea typeface="宋体" pitchFamily="2" charset="-122"/>
                <a:cs typeface="Arial" panose="020B0604020202090204" pitchFamily="34" charset="0"/>
              </a:endParaRPr>
            </a:p>
            <a:p>
              <a:pPr marL="0" marR="0" lvl="0" indent="0" algn="just" defTabSz="914400" rtl="0" eaLnBrk="1" fontAlgn="base" latinLnBrk="0" hangingPunct="1">
                <a:lnSpc>
                  <a:spcPct val="100000"/>
                </a:lnSpc>
                <a:spcBef>
                  <a:spcPct val="0"/>
                </a:spcBef>
                <a:spcAft>
                  <a:spcPct val="0"/>
                </a:spcAft>
                <a:buClrTx/>
                <a:buSzTx/>
                <a:buFontTx/>
                <a:buNone/>
                <a:defRPr/>
              </a:pPr>
              <a:r>
                <a:rPr kumimoji="1" lang="en-US" altLang="zh-CN" sz="1400" b="1" i="0" u="none" strike="noStrike" kern="1200" cap="none" spc="0" normalizeH="0" baseline="0" noProof="0" dirty="0">
                  <a:ln>
                    <a:noFill/>
                  </a:ln>
                  <a:solidFill>
                    <a:prstClr val="black"/>
                  </a:solidFill>
                  <a:effectLst/>
                  <a:uLnTx/>
                  <a:uFillTx/>
                  <a:latin typeface="Arial" panose="020B0604020202090204" pitchFamily="34" charset="0"/>
                  <a:ea typeface="宋体" pitchFamily="2" charset="-122"/>
                  <a:cs typeface="Arial" panose="020B0604020202090204" pitchFamily="34" charset="0"/>
                </a:rPr>
                <a:t>A=D-50</a:t>
              </a:r>
              <a:endParaRPr kumimoji="1" lang="en-US" altLang="zh-CN" sz="1400" b="1" i="0" u="none" strike="noStrike" kern="1200" cap="none" spc="0" normalizeH="0" baseline="0" noProof="0" dirty="0">
                <a:ln>
                  <a:noFill/>
                </a:ln>
                <a:solidFill>
                  <a:prstClr val="black"/>
                </a:solidFill>
                <a:effectLst/>
                <a:uLnTx/>
                <a:uFillTx/>
                <a:latin typeface="Arial" panose="020B0604020202090204" pitchFamily="34" charset="0"/>
                <a:ea typeface="宋体" pitchFamily="2" charset="-122"/>
                <a:cs typeface="Arial" panose="020B0604020202090204" pitchFamily="34" charset="0"/>
              </a:endParaRPr>
            </a:p>
            <a:p>
              <a:pPr marL="0" marR="0" lvl="0" indent="0" algn="just" defTabSz="914400" rtl="0" eaLnBrk="1" fontAlgn="base" latinLnBrk="0" hangingPunct="1">
                <a:lnSpc>
                  <a:spcPct val="100000"/>
                </a:lnSpc>
                <a:spcBef>
                  <a:spcPct val="0"/>
                </a:spcBef>
                <a:spcAft>
                  <a:spcPct val="0"/>
                </a:spcAft>
                <a:buClrTx/>
                <a:buSzTx/>
                <a:buFontTx/>
                <a:buNone/>
                <a:defRPr/>
              </a:pPr>
              <a:r>
                <a:rPr kumimoji="1" lang="en-US" altLang="zh-CN" sz="1400" b="1" i="0" u="none" strike="noStrike" kern="1200" cap="none" spc="0" normalizeH="0" baseline="0" noProof="0" dirty="0">
                  <a:ln>
                    <a:noFill/>
                  </a:ln>
                  <a:solidFill>
                    <a:prstClr val="black"/>
                  </a:solidFill>
                  <a:effectLst/>
                  <a:uLnTx/>
                  <a:uFillTx/>
                  <a:latin typeface="Arial" panose="020B0604020202090204" pitchFamily="34" charset="0"/>
                  <a:ea typeface="宋体" pitchFamily="2" charset="-122"/>
                  <a:cs typeface="Arial" panose="020B0604020202090204" pitchFamily="34" charset="0"/>
                </a:rPr>
                <a:t>W(A)</a:t>
              </a:r>
              <a:endParaRPr kumimoji="1" lang="en-US" altLang="zh-CN" sz="1400" b="1" i="0" u="none" strike="noStrike" kern="1200" cap="none" spc="0" normalizeH="0" baseline="0" noProof="0" dirty="0">
                <a:ln>
                  <a:noFill/>
                </a:ln>
                <a:solidFill>
                  <a:prstClr val="black"/>
                </a:solidFill>
                <a:effectLst/>
                <a:uLnTx/>
                <a:uFillTx/>
                <a:latin typeface="Arial" panose="020B0604020202090204" pitchFamily="34" charset="0"/>
                <a:ea typeface="宋体" pitchFamily="2" charset="-122"/>
                <a:cs typeface="Arial" panose="020B0604020202090204" pitchFamily="34" charset="0"/>
              </a:endParaRPr>
            </a:p>
            <a:p>
              <a:pPr marL="0" marR="0" lvl="0" indent="0" algn="just" defTabSz="914400" rtl="0" eaLnBrk="1" fontAlgn="base" latinLnBrk="0" hangingPunct="1">
                <a:lnSpc>
                  <a:spcPct val="100000"/>
                </a:lnSpc>
                <a:spcBef>
                  <a:spcPct val="0"/>
                </a:spcBef>
                <a:spcAft>
                  <a:spcPct val="0"/>
                </a:spcAft>
                <a:buClrTx/>
                <a:buSzTx/>
                <a:buFontTx/>
                <a:buNone/>
                <a:defRPr/>
              </a:pPr>
              <a:endParaRPr kumimoji="1" lang="en-US" altLang="zh-CN" sz="1400" b="1" i="0" u="none" strike="noStrike" kern="1200" cap="none" spc="0" normalizeH="0" baseline="0" noProof="0" dirty="0">
                <a:ln>
                  <a:noFill/>
                </a:ln>
                <a:solidFill>
                  <a:prstClr val="black"/>
                </a:solidFill>
                <a:effectLst/>
                <a:uLnTx/>
                <a:uFillTx/>
                <a:latin typeface="Arial" panose="020B0604020202090204" pitchFamily="34" charset="0"/>
                <a:ea typeface="宋体" pitchFamily="2" charset="-122"/>
                <a:cs typeface="Arial" panose="020B0604020202090204" pitchFamily="34" charset="0"/>
              </a:endParaRPr>
            </a:p>
            <a:p>
              <a:pPr marL="0" marR="0" lvl="0" indent="0" algn="just" defTabSz="914400" rtl="0" eaLnBrk="1" fontAlgn="base" latinLnBrk="0" hangingPunct="1">
                <a:lnSpc>
                  <a:spcPct val="100000"/>
                </a:lnSpc>
                <a:spcBef>
                  <a:spcPct val="0"/>
                </a:spcBef>
                <a:spcAft>
                  <a:spcPct val="0"/>
                </a:spcAft>
                <a:buClrTx/>
                <a:buSzTx/>
                <a:buFontTx/>
                <a:buNone/>
                <a:defRPr/>
              </a:pPr>
              <a:endParaRPr kumimoji="1" lang="en-US" altLang="zh-CN" sz="1400" b="1" i="0" u="none" strike="noStrike" kern="1200" cap="none" spc="0" normalizeH="0" baseline="0" noProof="0" dirty="0">
                <a:ln>
                  <a:noFill/>
                </a:ln>
                <a:solidFill>
                  <a:prstClr val="black"/>
                </a:solidFill>
                <a:effectLst/>
                <a:uLnTx/>
                <a:uFillTx/>
                <a:latin typeface="Arial" panose="020B0604020202090204" pitchFamily="34" charset="0"/>
                <a:ea typeface="宋体" pitchFamily="2" charset="-122"/>
                <a:cs typeface="Arial" panose="020B0604020202090204" pitchFamily="34" charset="0"/>
              </a:endParaRPr>
            </a:p>
            <a:p>
              <a:pPr marL="0" marR="0" lvl="0" indent="0" algn="just" defTabSz="914400" rtl="0" eaLnBrk="1" fontAlgn="base" latinLnBrk="0" hangingPunct="1">
                <a:lnSpc>
                  <a:spcPct val="100000"/>
                </a:lnSpc>
                <a:spcBef>
                  <a:spcPct val="0"/>
                </a:spcBef>
                <a:spcAft>
                  <a:spcPct val="0"/>
                </a:spcAft>
                <a:buClrTx/>
                <a:buSzTx/>
                <a:buFontTx/>
                <a:buNone/>
                <a:defRPr/>
              </a:pPr>
              <a:r>
                <a:rPr kumimoji="1" lang="en-US" altLang="zh-CN" sz="1400" b="1" i="0" u="none" strike="noStrike" kern="1200" cap="none" spc="0" normalizeH="0" baseline="0" noProof="0" dirty="0">
                  <a:ln>
                    <a:noFill/>
                  </a:ln>
                  <a:solidFill>
                    <a:prstClr val="black"/>
                  </a:solidFill>
                  <a:effectLst/>
                  <a:uLnTx/>
                  <a:uFillTx/>
                  <a:latin typeface="Arial" panose="020B0604020202090204" pitchFamily="34" charset="0"/>
                  <a:ea typeface="宋体" pitchFamily="2" charset="-122"/>
                  <a:cs typeface="Arial" panose="020B0604020202090204" pitchFamily="34" charset="0"/>
                </a:rPr>
                <a:t>R(B)</a:t>
              </a:r>
              <a:endParaRPr kumimoji="1" lang="en-US" altLang="zh-CN" sz="1400" b="1" i="0" u="none" strike="noStrike" kern="1200" cap="none" spc="0" normalizeH="0" baseline="0" noProof="0" dirty="0">
                <a:ln>
                  <a:noFill/>
                </a:ln>
                <a:solidFill>
                  <a:prstClr val="black"/>
                </a:solidFill>
                <a:effectLst/>
                <a:uLnTx/>
                <a:uFillTx/>
                <a:latin typeface="Arial" panose="020B0604020202090204" pitchFamily="34" charset="0"/>
                <a:ea typeface="宋体" pitchFamily="2" charset="-122"/>
                <a:cs typeface="Arial" panose="020B0604020202090204" pitchFamily="34" charset="0"/>
              </a:endParaRPr>
            </a:p>
            <a:p>
              <a:pPr marL="0" marR="0" lvl="0" indent="0" algn="just" defTabSz="914400" rtl="0" eaLnBrk="1" fontAlgn="base" latinLnBrk="0" hangingPunct="1">
                <a:lnSpc>
                  <a:spcPct val="100000"/>
                </a:lnSpc>
                <a:spcBef>
                  <a:spcPct val="0"/>
                </a:spcBef>
                <a:spcAft>
                  <a:spcPct val="0"/>
                </a:spcAft>
                <a:buClrTx/>
                <a:buSzTx/>
                <a:buFontTx/>
                <a:buNone/>
                <a:defRPr/>
              </a:pPr>
              <a:r>
                <a:rPr kumimoji="1" lang="en-US" altLang="zh-CN" sz="1400" b="1" i="0" u="none" strike="noStrike" kern="1200" cap="none" spc="0" normalizeH="0" baseline="0" noProof="0" dirty="0">
                  <a:ln>
                    <a:noFill/>
                  </a:ln>
                  <a:solidFill>
                    <a:prstClr val="black"/>
                  </a:solidFill>
                  <a:effectLst/>
                  <a:uLnTx/>
                  <a:uFillTx/>
                  <a:latin typeface="Arial" panose="020B0604020202090204" pitchFamily="34" charset="0"/>
                  <a:ea typeface="宋体" pitchFamily="2" charset="-122"/>
                  <a:cs typeface="Arial" panose="020B0604020202090204" pitchFamily="34" charset="0"/>
                </a:rPr>
                <a:t>B=B-10</a:t>
              </a:r>
              <a:endParaRPr kumimoji="1" lang="en-US" altLang="zh-CN" sz="1400" b="1" i="0" u="none" strike="noStrike" kern="1200" cap="none" spc="0" normalizeH="0" baseline="0" noProof="0" dirty="0">
                <a:ln>
                  <a:noFill/>
                </a:ln>
                <a:solidFill>
                  <a:prstClr val="black"/>
                </a:solidFill>
                <a:effectLst/>
                <a:uLnTx/>
                <a:uFillTx/>
                <a:latin typeface="Arial" panose="020B0604020202090204" pitchFamily="34" charset="0"/>
                <a:ea typeface="宋体" pitchFamily="2" charset="-122"/>
                <a:cs typeface="Arial" panose="020B0604020202090204" pitchFamily="34" charset="0"/>
              </a:endParaRPr>
            </a:p>
            <a:p>
              <a:pPr marL="0" marR="0" lvl="0" indent="0" algn="just" defTabSz="914400" rtl="0" eaLnBrk="1" fontAlgn="base" latinLnBrk="0" hangingPunct="1">
                <a:lnSpc>
                  <a:spcPct val="100000"/>
                </a:lnSpc>
                <a:spcBef>
                  <a:spcPct val="0"/>
                </a:spcBef>
                <a:spcAft>
                  <a:spcPct val="0"/>
                </a:spcAft>
                <a:buClrTx/>
                <a:buSzTx/>
                <a:buFontTx/>
                <a:buNone/>
                <a:defRPr/>
              </a:pPr>
              <a:r>
                <a:rPr kumimoji="1" lang="en-US" altLang="zh-CN" sz="1400" b="1" i="0" u="none" strike="noStrike" kern="1200" cap="none" spc="0" normalizeH="0" baseline="0" noProof="0" dirty="0">
                  <a:ln>
                    <a:noFill/>
                  </a:ln>
                  <a:solidFill>
                    <a:prstClr val="black"/>
                  </a:solidFill>
                  <a:effectLst/>
                  <a:uLnTx/>
                  <a:uFillTx/>
                  <a:latin typeface="Arial" panose="020B0604020202090204" pitchFamily="34" charset="0"/>
                  <a:ea typeface="宋体" pitchFamily="2" charset="-122"/>
                  <a:cs typeface="Arial" panose="020B0604020202090204" pitchFamily="34" charset="0"/>
                </a:rPr>
                <a:t>W(B)</a:t>
              </a:r>
              <a:endParaRPr kumimoji="1" lang="en-US" altLang="zh-CN" sz="1400" b="1" i="0" u="none" strike="noStrike" kern="1200" cap="none" spc="0" normalizeH="0" baseline="0" noProof="0" dirty="0">
                <a:ln>
                  <a:noFill/>
                </a:ln>
                <a:solidFill>
                  <a:prstClr val="black"/>
                </a:solidFill>
                <a:effectLst/>
                <a:uLnTx/>
                <a:uFillTx/>
                <a:latin typeface="Arial" panose="020B0604020202090204" pitchFamily="34" charset="0"/>
                <a:ea typeface="宋体" pitchFamily="2" charset="-122"/>
                <a:cs typeface="Arial" panose="020B0604020202090204" pitchFamily="34" charset="0"/>
              </a:endParaRPr>
            </a:p>
            <a:p>
              <a:pPr marL="0" marR="0" lvl="0" indent="0" algn="just" defTabSz="914400" rtl="0" eaLnBrk="1" fontAlgn="base" latinLnBrk="0" hangingPunct="1">
                <a:lnSpc>
                  <a:spcPct val="100000"/>
                </a:lnSpc>
                <a:spcBef>
                  <a:spcPct val="0"/>
                </a:spcBef>
                <a:spcAft>
                  <a:spcPct val="0"/>
                </a:spcAft>
                <a:buClrTx/>
                <a:buSzTx/>
                <a:buFontTx/>
                <a:buNone/>
                <a:defRPr/>
              </a:pPr>
              <a:r>
                <a:rPr kumimoji="1" lang="en-US" altLang="zh-CN" sz="1400" b="1" i="0" u="none" strike="noStrike" kern="1200" cap="none" spc="0" normalizeH="0" baseline="0" noProof="0" dirty="0">
                  <a:ln>
                    <a:noFill/>
                  </a:ln>
                  <a:solidFill>
                    <a:prstClr val="black"/>
                  </a:solidFill>
                  <a:effectLst/>
                  <a:uLnTx/>
                  <a:uFillTx/>
                  <a:latin typeface="Arial" panose="020B0604020202090204" pitchFamily="34" charset="0"/>
                  <a:ea typeface="宋体" pitchFamily="2" charset="-122"/>
                  <a:cs typeface="Arial" panose="020B0604020202090204" pitchFamily="34" charset="0"/>
                </a:rPr>
                <a:t>COMMIT</a:t>
              </a:r>
              <a:endParaRPr kumimoji="1" lang="zh-CN" altLang="en-US" sz="1400" b="1" i="0" u="none" strike="noStrike" kern="1200" cap="none" spc="0" normalizeH="0" baseline="0" noProof="0" dirty="0">
                <a:ln>
                  <a:noFill/>
                </a:ln>
                <a:solidFill>
                  <a:prstClr val="black"/>
                </a:solidFill>
                <a:effectLst/>
                <a:uLnTx/>
                <a:uFillTx/>
                <a:latin typeface="Arial" panose="020B0604020202090204" pitchFamily="34" charset="0"/>
                <a:ea typeface="宋体" pitchFamily="2" charset="-122"/>
                <a:cs typeface="Arial" panose="020B0604020202090204" pitchFamily="34" charset="0"/>
              </a:endParaRPr>
            </a:p>
          </p:txBody>
        </p:sp>
        <p:sp>
          <p:nvSpPr>
            <p:cNvPr id="103449" name="文本框 33"/>
            <p:cNvSpPr txBox="1">
              <a:spLocks noChangeArrowheads="1"/>
            </p:cNvSpPr>
            <p:nvPr/>
          </p:nvSpPr>
          <p:spPr bwMode="auto">
            <a:xfrm>
              <a:off x="5692444" y="834021"/>
              <a:ext cx="62826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itchFamily="2" charset="-122"/>
                </a:defRPr>
              </a:lvl5pPr>
              <a:lvl6pPr marL="2514600" indent="-228600" fontAlgn="base">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itchFamily="2" charset="-122"/>
                </a:defRPr>
              </a:lvl6pPr>
              <a:lvl7pPr marL="2971800" indent="-228600" fontAlgn="base">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itchFamily="2" charset="-122"/>
                </a:defRPr>
              </a:lvl7pPr>
              <a:lvl8pPr marL="3429000" indent="-228600" fontAlgn="base">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itchFamily="2" charset="-122"/>
                </a:defRPr>
              </a:lvl8pPr>
              <a:lvl9pPr marL="3886200" indent="-228600" fontAlgn="base">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1800" b="1" i="0" u="none" strike="noStrike" kern="1200" cap="none" spc="0" normalizeH="0" baseline="0" noProof="0">
                  <a:ln>
                    <a:noFill/>
                  </a:ln>
                  <a:solidFill>
                    <a:prstClr val="black"/>
                  </a:solidFill>
                  <a:effectLst/>
                  <a:uLnTx/>
                  <a:uFillTx/>
                  <a:latin typeface="Arial" panose="020B0604020202090204" pitchFamily="34" charset="0"/>
                  <a:ea typeface="宋体" pitchFamily="2" charset="-122"/>
                  <a:cs typeface="Arial" panose="020B0604020202090204" pitchFamily="34" charset="0"/>
                </a:rPr>
                <a:t>T</a:t>
              </a:r>
              <a:r>
                <a:rPr kumimoji="1" lang="en-US" altLang="zh-CN" sz="1800" b="1" i="0" u="none" strike="noStrike" kern="1200" cap="none" spc="0" normalizeH="0" baseline="-25000" noProof="0">
                  <a:ln>
                    <a:noFill/>
                  </a:ln>
                  <a:solidFill>
                    <a:prstClr val="black"/>
                  </a:solidFill>
                  <a:effectLst/>
                  <a:uLnTx/>
                  <a:uFillTx/>
                  <a:latin typeface="Arial" panose="020B0604020202090204" pitchFamily="34" charset="0"/>
                  <a:ea typeface="宋体" pitchFamily="2" charset="-122"/>
                  <a:cs typeface="Arial" panose="020B0604020202090204" pitchFamily="34" charset="0"/>
                </a:rPr>
                <a:t>3</a:t>
              </a:r>
              <a:endParaRPr kumimoji="1" lang="zh-CN" altLang="en-US" sz="1800" b="1" i="0" u="none" strike="noStrike" kern="1200" cap="none" spc="0" normalizeH="0" baseline="-25000" noProof="0">
                <a:ln>
                  <a:noFill/>
                </a:ln>
                <a:solidFill>
                  <a:prstClr val="black"/>
                </a:solidFill>
                <a:effectLst/>
                <a:uLnTx/>
                <a:uFillTx/>
                <a:latin typeface="Arial" panose="020B0604020202090204" pitchFamily="34" charset="0"/>
                <a:ea typeface="宋体" pitchFamily="2" charset="-122"/>
                <a:cs typeface="Arial" panose="020B0604020202090204" pitchFamily="34" charset="0"/>
              </a:endParaRPr>
            </a:p>
          </p:txBody>
        </p:sp>
      </p:grpSp>
      <p:grpSp>
        <p:nvGrpSpPr>
          <p:cNvPr id="103427" name="组合 10"/>
          <p:cNvGrpSpPr/>
          <p:nvPr/>
        </p:nvGrpSpPr>
        <p:grpSpPr bwMode="auto">
          <a:xfrm>
            <a:off x="5421313" y="1408113"/>
            <a:ext cx="3357562" cy="3482975"/>
            <a:chOff x="5421887" y="1408455"/>
            <a:chExt cx="3357245" cy="3482096"/>
          </a:xfrm>
        </p:grpSpPr>
        <p:grpSp>
          <p:nvGrpSpPr>
            <p:cNvPr id="103430" name="组合 14"/>
            <p:cNvGrpSpPr/>
            <p:nvPr/>
          </p:nvGrpSpPr>
          <p:grpSpPr bwMode="auto">
            <a:xfrm>
              <a:off x="5421887" y="1408455"/>
              <a:ext cx="3357245" cy="3482096"/>
              <a:chOff x="5560133" y="1385877"/>
              <a:chExt cx="3357245" cy="3482096"/>
            </a:xfrm>
          </p:grpSpPr>
          <p:sp>
            <p:nvSpPr>
              <p:cNvPr id="16" name="圆角矩形 34"/>
              <p:cNvSpPr/>
              <p:nvPr/>
            </p:nvSpPr>
            <p:spPr>
              <a:xfrm>
                <a:off x="5560133" y="1385877"/>
                <a:ext cx="3357245" cy="3482096"/>
              </a:xfrm>
              <a:prstGeom prst="roundRect">
                <a:avLst/>
              </a:prstGeom>
              <a:noFill/>
              <a:ln w="38100">
                <a:solidFill>
                  <a:schemeClr val="bg1">
                    <a:lumMod val="50000"/>
                  </a:schemeClr>
                </a:solidFill>
                <a:prstDash val="dash"/>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prstClr val="white"/>
                  </a:solidFill>
                  <a:effectLst/>
                  <a:uLnTx/>
                  <a:uFillTx/>
                  <a:latin typeface="Constantia"/>
                  <a:ea typeface="宋体" pitchFamily="2" charset="-122"/>
                  <a:cs typeface="+mn-cs"/>
                </a:endParaRPr>
              </a:p>
            </p:txBody>
          </p:sp>
          <p:grpSp>
            <p:nvGrpSpPr>
              <p:cNvPr id="103434" name="组合 16"/>
              <p:cNvGrpSpPr/>
              <p:nvPr/>
            </p:nvGrpSpPr>
            <p:grpSpPr bwMode="auto">
              <a:xfrm>
                <a:off x="6950783" y="3952937"/>
                <a:ext cx="720090" cy="720090"/>
                <a:chOff x="8902" y="1906"/>
                <a:chExt cx="1134" cy="1134"/>
              </a:xfrm>
            </p:grpSpPr>
            <p:sp>
              <p:nvSpPr>
                <p:cNvPr id="40" name="椭圆 39"/>
                <p:cNvSpPr/>
                <p:nvPr/>
              </p:nvSpPr>
              <p:spPr>
                <a:xfrm>
                  <a:off x="8902" y="1905"/>
                  <a:ext cx="1135" cy="1135"/>
                </a:xfrm>
                <a:prstGeom prst="ellipse">
                  <a:avLst/>
                </a:prstGeom>
                <a:noFill/>
                <a:ln w="28575">
                  <a:solidFill>
                    <a:schemeClr val="bg1">
                      <a:lumMod val="50000"/>
                    </a:schemeClr>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prstClr val="white"/>
                    </a:solidFill>
                    <a:effectLst/>
                    <a:uLnTx/>
                    <a:uFillTx/>
                    <a:latin typeface="Constantia"/>
                    <a:ea typeface="宋体" pitchFamily="2" charset="-122"/>
                    <a:cs typeface="+mn-cs"/>
                  </a:endParaRPr>
                </a:p>
              </p:txBody>
            </p:sp>
            <p:sp>
              <p:nvSpPr>
                <p:cNvPr id="103446" name="文本框 40"/>
                <p:cNvSpPr txBox="1">
                  <a:spLocks noChangeArrowheads="1"/>
                </p:cNvSpPr>
                <p:nvPr/>
              </p:nvSpPr>
              <p:spPr bwMode="auto">
                <a:xfrm>
                  <a:off x="9109" y="1999"/>
                  <a:ext cx="758" cy="8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itchFamily="2" charset="-122"/>
                    </a:defRPr>
                  </a:lvl5pPr>
                  <a:lvl6pPr marL="2514600" indent="-228600" fontAlgn="base">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itchFamily="2" charset="-122"/>
                    </a:defRPr>
                  </a:lvl6pPr>
                  <a:lvl7pPr marL="2971800" indent="-228600" fontAlgn="base">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itchFamily="2" charset="-122"/>
                    </a:defRPr>
                  </a:lvl7pPr>
                  <a:lvl8pPr marL="3429000" indent="-228600" fontAlgn="base">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itchFamily="2" charset="-122"/>
                    </a:defRPr>
                  </a:lvl8pPr>
                  <a:lvl9pPr marL="3886200" indent="-228600" fontAlgn="base">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a:ln>
                        <a:noFill/>
                      </a:ln>
                      <a:solidFill>
                        <a:srgbClr val="FF0000"/>
                      </a:solidFill>
                      <a:effectLst/>
                      <a:uLnTx/>
                      <a:uFillTx/>
                      <a:latin typeface="Times New Roman" panose="02020503050405090304" pitchFamily="18" charset="0"/>
                      <a:ea typeface="宋体" pitchFamily="2" charset="-122"/>
                      <a:cs typeface="+mn-cs"/>
                    </a:rPr>
                    <a:t>T</a:t>
                  </a:r>
                  <a:r>
                    <a:rPr kumimoji="1" lang="en-US" altLang="zh-CN" sz="2800" b="0" i="0" u="none" strike="noStrike" kern="1200" cap="none" spc="0" normalizeH="0" baseline="-25000" noProof="0">
                      <a:ln>
                        <a:noFill/>
                      </a:ln>
                      <a:solidFill>
                        <a:srgbClr val="FF0000"/>
                      </a:solidFill>
                      <a:effectLst/>
                      <a:uLnTx/>
                      <a:uFillTx/>
                      <a:latin typeface="Times New Roman" panose="02020503050405090304" pitchFamily="18" charset="0"/>
                      <a:ea typeface="宋体" pitchFamily="2" charset="-122"/>
                      <a:cs typeface="+mn-cs"/>
                    </a:rPr>
                    <a:t>2</a:t>
                  </a:r>
                  <a:endParaRPr kumimoji="1" lang="en-US" altLang="zh-CN" sz="2800" b="0" i="0" u="none" strike="noStrike" kern="1200" cap="none" spc="0" normalizeH="0" baseline="-25000" noProof="0">
                    <a:ln>
                      <a:noFill/>
                    </a:ln>
                    <a:solidFill>
                      <a:srgbClr val="FF0000"/>
                    </a:solidFill>
                    <a:effectLst/>
                    <a:uLnTx/>
                    <a:uFillTx/>
                    <a:latin typeface="Times New Roman" panose="02020503050405090304" pitchFamily="18" charset="0"/>
                    <a:ea typeface="宋体" pitchFamily="2" charset="-122"/>
                    <a:cs typeface="+mn-cs"/>
                  </a:endParaRPr>
                </a:p>
              </p:txBody>
            </p:sp>
          </p:grpSp>
          <p:cxnSp>
            <p:nvCxnSpPr>
              <p:cNvPr id="18" name="直接箭头连接符 17"/>
              <p:cNvCxnSpPr>
                <a:stCxn id="40" idx="7"/>
                <a:endCxn id="36" idx="4"/>
              </p:cNvCxnSpPr>
              <p:nvPr/>
            </p:nvCxnSpPr>
            <p:spPr>
              <a:xfrm flipV="1">
                <a:off x="7564956" y="2992022"/>
                <a:ext cx="546048" cy="1066531"/>
              </a:xfrm>
              <a:prstGeom prst="straightConnector1">
                <a:avLst/>
              </a:prstGeom>
              <a:ln w="38100">
                <a:solidFill>
                  <a:srgbClr val="FF0000"/>
                </a:solidFill>
                <a:headEnd type="none"/>
                <a:tailEnd type="triangle" w="med" len="med"/>
              </a:ln>
            </p:spPr>
            <p:style>
              <a:lnRef idx="1">
                <a:schemeClr val="accent1"/>
              </a:lnRef>
              <a:fillRef idx="0">
                <a:schemeClr val="accent1"/>
              </a:fillRef>
              <a:effectRef idx="0">
                <a:schemeClr val="accent1"/>
              </a:effectRef>
              <a:fontRef idx="minor">
                <a:schemeClr val="tx1"/>
              </a:fontRef>
            </p:style>
          </p:cxnSp>
          <p:grpSp>
            <p:nvGrpSpPr>
              <p:cNvPr id="103436" name="组合 18"/>
              <p:cNvGrpSpPr/>
              <p:nvPr/>
            </p:nvGrpSpPr>
            <p:grpSpPr bwMode="auto">
              <a:xfrm>
                <a:off x="6005269" y="2271620"/>
                <a:ext cx="720090" cy="720090"/>
                <a:chOff x="8789" y="1495"/>
                <a:chExt cx="1134" cy="1134"/>
              </a:xfrm>
            </p:grpSpPr>
            <p:sp>
              <p:nvSpPr>
                <p:cNvPr id="38" name="椭圆 37"/>
                <p:cNvSpPr/>
                <p:nvPr/>
              </p:nvSpPr>
              <p:spPr>
                <a:xfrm>
                  <a:off x="8788" y="1495"/>
                  <a:ext cx="1135" cy="1135"/>
                </a:xfrm>
                <a:prstGeom prst="ellipse">
                  <a:avLst/>
                </a:prstGeom>
                <a:noFill/>
                <a:ln w="28575">
                  <a:solidFill>
                    <a:schemeClr val="bg1">
                      <a:lumMod val="50000"/>
                    </a:schemeClr>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prstClr val="white"/>
                    </a:solidFill>
                    <a:effectLst/>
                    <a:uLnTx/>
                    <a:uFillTx/>
                    <a:latin typeface="Constantia"/>
                    <a:ea typeface="宋体" pitchFamily="2" charset="-122"/>
                    <a:cs typeface="+mn-cs"/>
                  </a:endParaRPr>
                </a:p>
              </p:txBody>
            </p:sp>
            <p:sp>
              <p:nvSpPr>
                <p:cNvPr id="103444" name="文本框 38"/>
                <p:cNvSpPr txBox="1">
                  <a:spLocks noChangeArrowheads="1"/>
                </p:cNvSpPr>
                <p:nvPr/>
              </p:nvSpPr>
              <p:spPr bwMode="auto">
                <a:xfrm>
                  <a:off x="9011" y="1651"/>
                  <a:ext cx="811" cy="8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itchFamily="2" charset="-122"/>
                    </a:defRPr>
                  </a:lvl5pPr>
                  <a:lvl6pPr marL="2514600" indent="-228600" fontAlgn="base">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itchFamily="2" charset="-122"/>
                    </a:defRPr>
                  </a:lvl6pPr>
                  <a:lvl7pPr marL="2971800" indent="-228600" fontAlgn="base">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itchFamily="2" charset="-122"/>
                    </a:defRPr>
                  </a:lvl7pPr>
                  <a:lvl8pPr marL="3429000" indent="-228600" fontAlgn="base">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itchFamily="2" charset="-122"/>
                    </a:defRPr>
                  </a:lvl8pPr>
                  <a:lvl9pPr marL="3886200" indent="-228600" fontAlgn="base">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a:ln>
                        <a:noFill/>
                      </a:ln>
                      <a:solidFill>
                        <a:srgbClr val="FF0000"/>
                      </a:solidFill>
                      <a:effectLst/>
                      <a:uLnTx/>
                      <a:uFillTx/>
                      <a:latin typeface="Times New Roman" panose="02020503050405090304" pitchFamily="18" charset="0"/>
                      <a:ea typeface="宋体" pitchFamily="2" charset="-122"/>
                      <a:cs typeface="+mn-cs"/>
                    </a:rPr>
                    <a:t>T</a:t>
                  </a:r>
                  <a:r>
                    <a:rPr kumimoji="1" lang="en-US" altLang="zh-CN" sz="2800" b="0" i="0" u="none" strike="noStrike" kern="1200" cap="none" spc="0" normalizeH="0" baseline="-25000" noProof="0">
                      <a:ln>
                        <a:noFill/>
                      </a:ln>
                      <a:solidFill>
                        <a:srgbClr val="FF0000"/>
                      </a:solidFill>
                      <a:effectLst/>
                      <a:uLnTx/>
                      <a:uFillTx/>
                      <a:latin typeface="Times New Roman" panose="02020503050405090304" pitchFamily="18" charset="0"/>
                      <a:ea typeface="宋体" pitchFamily="2" charset="-122"/>
                      <a:cs typeface="+mn-cs"/>
                    </a:rPr>
                    <a:t>1</a:t>
                  </a:r>
                  <a:endParaRPr kumimoji="1" lang="en-US" altLang="zh-CN" sz="2800" b="0" i="0" u="none" strike="noStrike" kern="1200" cap="none" spc="0" normalizeH="0" baseline="-25000" noProof="0">
                    <a:ln>
                      <a:noFill/>
                    </a:ln>
                    <a:solidFill>
                      <a:srgbClr val="FF0000"/>
                    </a:solidFill>
                    <a:effectLst/>
                    <a:uLnTx/>
                    <a:uFillTx/>
                    <a:latin typeface="Times New Roman" panose="02020503050405090304" pitchFamily="18" charset="0"/>
                    <a:ea typeface="宋体" pitchFamily="2" charset="-122"/>
                    <a:cs typeface="+mn-cs"/>
                  </a:endParaRPr>
                </a:p>
              </p:txBody>
            </p:sp>
          </p:grpSp>
          <p:grpSp>
            <p:nvGrpSpPr>
              <p:cNvPr id="103437" name="组合 19"/>
              <p:cNvGrpSpPr/>
              <p:nvPr/>
            </p:nvGrpSpPr>
            <p:grpSpPr bwMode="auto">
              <a:xfrm>
                <a:off x="7750884" y="2272255"/>
                <a:ext cx="720090" cy="720090"/>
                <a:chOff x="8789" y="1495"/>
                <a:chExt cx="1134" cy="1134"/>
              </a:xfrm>
            </p:grpSpPr>
            <p:sp>
              <p:nvSpPr>
                <p:cNvPr id="36" name="椭圆 35"/>
                <p:cNvSpPr/>
                <p:nvPr/>
              </p:nvSpPr>
              <p:spPr>
                <a:xfrm>
                  <a:off x="8789" y="1494"/>
                  <a:ext cx="1135" cy="1135"/>
                </a:xfrm>
                <a:prstGeom prst="ellipse">
                  <a:avLst/>
                </a:prstGeom>
                <a:noFill/>
                <a:ln w="28575">
                  <a:solidFill>
                    <a:schemeClr val="bg1">
                      <a:lumMod val="50000"/>
                    </a:schemeClr>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prstClr val="white"/>
                    </a:solidFill>
                    <a:effectLst/>
                    <a:uLnTx/>
                    <a:uFillTx/>
                    <a:latin typeface="Constantia"/>
                    <a:ea typeface="宋体" pitchFamily="2" charset="-122"/>
                    <a:cs typeface="+mn-cs"/>
                  </a:endParaRPr>
                </a:p>
              </p:txBody>
            </p:sp>
            <p:sp>
              <p:nvSpPr>
                <p:cNvPr id="103442" name="文本框 36"/>
                <p:cNvSpPr txBox="1">
                  <a:spLocks noChangeArrowheads="1"/>
                </p:cNvSpPr>
                <p:nvPr/>
              </p:nvSpPr>
              <p:spPr bwMode="auto">
                <a:xfrm>
                  <a:off x="9011" y="1651"/>
                  <a:ext cx="758" cy="8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itchFamily="2" charset="-122"/>
                    </a:defRPr>
                  </a:lvl5pPr>
                  <a:lvl6pPr marL="2514600" indent="-228600" fontAlgn="base">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itchFamily="2" charset="-122"/>
                    </a:defRPr>
                  </a:lvl6pPr>
                  <a:lvl7pPr marL="2971800" indent="-228600" fontAlgn="base">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itchFamily="2" charset="-122"/>
                    </a:defRPr>
                  </a:lvl7pPr>
                  <a:lvl8pPr marL="3429000" indent="-228600" fontAlgn="base">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itchFamily="2" charset="-122"/>
                    </a:defRPr>
                  </a:lvl8pPr>
                  <a:lvl9pPr marL="3886200" indent="-228600" fontAlgn="base">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a:ln>
                        <a:noFill/>
                      </a:ln>
                      <a:solidFill>
                        <a:srgbClr val="FF0000"/>
                      </a:solidFill>
                      <a:effectLst/>
                      <a:uLnTx/>
                      <a:uFillTx/>
                      <a:latin typeface="Times New Roman" panose="02020503050405090304" pitchFamily="18" charset="0"/>
                      <a:ea typeface="宋体" pitchFamily="2" charset="-122"/>
                      <a:cs typeface="+mn-cs"/>
                    </a:rPr>
                    <a:t>T</a:t>
                  </a:r>
                  <a:r>
                    <a:rPr kumimoji="1" lang="en-US" altLang="zh-CN" sz="2800" b="0" i="0" u="none" strike="noStrike" kern="1200" cap="none" spc="0" normalizeH="0" baseline="-25000" noProof="0">
                      <a:ln>
                        <a:noFill/>
                      </a:ln>
                      <a:solidFill>
                        <a:srgbClr val="FF0000"/>
                      </a:solidFill>
                      <a:effectLst/>
                      <a:uLnTx/>
                      <a:uFillTx/>
                      <a:latin typeface="Times New Roman" panose="02020503050405090304" pitchFamily="18" charset="0"/>
                      <a:ea typeface="宋体" pitchFamily="2" charset="-122"/>
                      <a:cs typeface="+mn-cs"/>
                    </a:rPr>
                    <a:t>3</a:t>
                  </a:r>
                  <a:endParaRPr kumimoji="1" lang="en-US" altLang="zh-CN" sz="2800" b="0" i="0" u="none" strike="noStrike" kern="1200" cap="none" spc="0" normalizeH="0" baseline="-25000" noProof="0">
                    <a:ln>
                      <a:noFill/>
                    </a:ln>
                    <a:solidFill>
                      <a:srgbClr val="FF0000"/>
                    </a:solidFill>
                    <a:effectLst/>
                    <a:uLnTx/>
                    <a:uFillTx/>
                    <a:latin typeface="Times New Roman" panose="02020503050405090304" pitchFamily="18" charset="0"/>
                    <a:ea typeface="宋体" pitchFamily="2" charset="-122"/>
                    <a:cs typeface="+mn-cs"/>
                  </a:endParaRPr>
                </a:p>
              </p:txBody>
            </p:sp>
          </p:grpSp>
          <p:cxnSp>
            <p:nvCxnSpPr>
              <p:cNvPr id="23" name="直接箭头连接符 22"/>
              <p:cNvCxnSpPr>
                <a:stCxn id="40" idx="1"/>
                <a:endCxn id="38" idx="4"/>
              </p:cNvCxnSpPr>
              <p:nvPr/>
            </p:nvCxnSpPr>
            <p:spPr>
              <a:xfrm flipH="1" flipV="1">
                <a:off x="6364919" y="2992022"/>
                <a:ext cx="692085" cy="1066531"/>
              </a:xfrm>
              <a:prstGeom prst="straightConnector1">
                <a:avLst/>
              </a:prstGeom>
              <a:ln w="38100">
                <a:solidFill>
                  <a:srgbClr val="FF0000"/>
                </a:solidFill>
                <a:headEnd type="none"/>
                <a:tailEnd type="triangle" w="med" len="med"/>
              </a:ln>
            </p:spPr>
            <p:style>
              <a:lnRef idx="1">
                <a:schemeClr val="accent1"/>
              </a:lnRef>
              <a:fillRef idx="0">
                <a:schemeClr val="accent1"/>
              </a:fillRef>
              <a:effectRef idx="0">
                <a:schemeClr val="accent1"/>
              </a:effectRef>
              <a:fontRef idx="minor">
                <a:schemeClr val="tx1"/>
              </a:fontRef>
            </p:style>
          </p:cxnSp>
          <p:sp>
            <p:nvSpPr>
              <p:cNvPr id="26" name="文本框 38"/>
              <p:cNvSpPr txBox="1"/>
              <p:nvPr/>
            </p:nvSpPr>
            <p:spPr>
              <a:xfrm>
                <a:off x="6063322" y="3368164"/>
                <a:ext cx="676211" cy="523743"/>
              </a:xfrm>
              <a:prstGeom prst="rect">
                <a:avLst/>
              </a:prstGeom>
              <a:noFill/>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dirty="0">
                    <a:ln>
                      <a:noFill/>
                    </a:ln>
                    <a:solidFill>
                      <a:prstClr val="black"/>
                    </a:solidFill>
                    <a:effectLst>
                      <a:outerShdw blurRad="38100" dist="19050" dir="2700000" algn="tl" rotWithShape="0">
                        <a:prstClr val="black">
                          <a:alpha val="40000"/>
                        </a:prstClr>
                      </a:outerShdw>
                    </a:effectLst>
                    <a:uLnTx/>
                    <a:uFillTx/>
                    <a:latin typeface="Constantia"/>
                    <a:ea typeface="宋体" pitchFamily="2" charset="-122"/>
                    <a:cs typeface="+mn-cs"/>
                  </a:rPr>
                  <a:t>A,B</a:t>
                </a:r>
                <a:endParaRPr kumimoji="1" lang="en-US" altLang="zh-CN" sz="2800" b="0" i="0" u="none" strike="noStrike" kern="1200" cap="none" spc="0" normalizeH="0" baseline="0" noProof="0" dirty="0">
                  <a:ln>
                    <a:noFill/>
                  </a:ln>
                  <a:solidFill>
                    <a:prstClr val="black"/>
                  </a:solidFill>
                  <a:effectLst>
                    <a:outerShdw blurRad="38100" dist="19050" dir="2700000" algn="tl" rotWithShape="0">
                      <a:prstClr val="black">
                        <a:alpha val="40000"/>
                      </a:prstClr>
                    </a:outerShdw>
                  </a:effectLst>
                  <a:uLnTx/>
                  <a:uFillTx/>
                  <a:latin typeface="Constantia"/>
                  <a:ea typeface="宋体" pitchFamily="2" charset="-122"/>
                  <a:cs typeface="+mn-cs"/>
                </a:endParaRPr>
              </a:p>
            </p:txBody>
          </p:sp>
          <p:sp>
            <p:nvSpPr>
              <p:cNvPr id="35" name="文本框 38"/>
              <p:cNvSpPr txBox="1"/>
              <p:nvPr/>
            </p:nvSpPr>
            <p:spPr>
              <a:xfrm>
                <a:off x="7841155" y="3431648"/>
                <a:ext cx="680974" cy="522156"/>
              </a:xfrm>
              <a:prstGeom prst="rect">
                <a:avLst/>
              </a:prstGeom>
              <a:noFill/>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dirty="0">
                    <a:ln>
                      <a:noFill/>
                    </a:ln>
                    <a:solidFill>
                      <a:prstClr val="black"/>
                    </a:solidFill>
                    <a:effectLst>
                      <a:outerShdw blurRad="38100" dist="19050" dir="2700000" algn="tl" rotWithShape="0">
                        <a:prstClr val="black">
                          <a:alpha val="40000"/>
                        </a:prstClr>
                      </a:outerShdw>
                    </a:effectLst>
                    <a:uLnTx/>
                    <a:uFillTx/>
                    <a:latin typeface="Constantia"/>
                    <a:ea typeface="宋体" pitchFamily="2" charset="-122"/>
                    <a:cs typeface="+mn-cs"/>
                  </a:rPr>
                  <a:t>A,B</a:t>
                </a:r>
                <a:endParaRPr kumimoji="1" lang="en-US" altLang="zh-CN" sz="2800" b="0" i="0" u="none" strike="noStrike" kern="1200" cap="none" spc="0" normalizeH="0" baseline="0" noProof="0" dirty="0">
                  <a:ln>
                    <a:noFill/>
                  </a:ln>
                  <a:solidFill>
                    <a:prstClr val="black"/>
                  </a:solidFill>
                  <a:effectLst>
                    <a:outerShdw blurRad="38100" dist="19050" dir="2700000" algn="tl" rotWithShape="0">
                      <a:prstClr val="black">
                        <a:alpha val="40000"/>
                      </a:prstClr>
                    </a:outerShdw>
                  </a:effectLst>
                  <a:uLnTx/>
                  <a:uFillTx/>
                  <a:latin typeface="Constantia"/>
                  <a:ea typeface="宋体" pitchFamily="2" charset="-122"/>
                  <a:cs typeface="+mn-cs"/>
                </a:endParaRPr>
              </a:p>
            </p:txBody>
          </p:sp>
        </p:grpSp>
        <p:cxnSp>
          <p:nvCxnSpPr>
            <p:cNvPr id="42" name="直接箭头连接符 41"/>
            <p:cNvCxnSpPr>
              <a:stCxn id="38" idx="6"/>
              <a:endCxn id="36" idx="2"/>
            </p:cNvCxnSpPr>
            <p:nvPr/>
          </p:nvCxnSpPr>
          <p:spPr>
            <a:xfrm>
              <a:off x="6587002" y="2654327"/>
              <a:ext cx="1025428" cy="0"/>
            </a:xfrm>
            <a:prstGeom prst="straightConnector1">
              <a:avLst/>
            </a:prstGeom>
            <a:ln w="38100">
              <a:solidFill>
                <a:srgbClr val="FF0000"/>
              </a:solidFill>
              <a:headEnd type="none"/>
              <a:tailEnd type="triangle" w="med" len="med"/>
            </a:ln>
          </p:spPr>
          <p:style>
            <a:lnRef idx="1">
              <a:schemeClr val="accent1"/>
            </a:lnRef>
            <a:fillRef idx="0">
              <a:schemeClr val="accent1"/>
            </a:fillRef>
            <a:effectRef idx="0">
              <a:schemeClr val="accent1"/>
            </a:effectRef>
            <a:fontRef idx="minor">
              <a:schemeClr val="tx1"/>
            </a:fontRef>
          </p:style>
        </p:cxnSp>
        <p:sp>
          <p:nvSpPr>
            <p:cNvPr id="43" name="文本框 38"/>
            <p:cNvSpPr txBox="1"/>
            <p:nvPr/>
          </p:nvSpPr>
          <p:spPr>
            <a:xfrm>
              <a:off x="6728276" y="2030598"/>
              <a:ext cx="676211" cy="522155"/>
            </a:xfrm>
            <a:prstGeom prst="rect">
              <a:avLst/>
            </a:prstGeom>
            <a:noFill/>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dirty="0">
                  <a:ln>
                    <a:noFill/>
                  </a:ln>
                  <a:solidFill>
                    <a:prstClr val="black"/>
                  </a:solidFill>
                  <a:effectLst>
                    <a:outerShdw blurRad="38100" dist="19050" dir="2700000" algn="tl" rotWithShape="0">
                      <a:prstClr val="black">
                        <a:alpha val="40000"/>
                      </a:prstClr>
                    </a:outerShdw>
                  </a:effectLst>
                  <a:uLnTx/>
                  <a:uFillTx/>
                  <a:latin typeface="Constantia"/>
                  <a:ea typeface="宋体" pitchFamily="2" charset="-122"/>
                  <a:cs typeface="+mn-cs"/>
                </a:rPr>
                <a:t>A,B</a:t>
              </a:r>
              <a:endParaRPr kumimoji="1" lang="en-US" altLang="zh-CN" sz="2800" b="0" i="0" u="none" strike="noStrike" kern="1200" cap="none" spc="0" normalizeH="0" baseline="0" noProof="0" dirty="0">
                <a:ln>
                  <a:noFill/>
                </a:ln>
                <a:solidFill>
                  <a:prstClr val="black"/>
                </a:solidFill>
                <a:effectLst>
                  <a:outerShdw blurRad="38100" dist="19050" dir="2700000" algn="tl" rotWithShape="0">
                    <a:prstClr val="black">
                      <a:alpha val="40000"/>
                    </a:prstClr>
                  </a:outerShdw>
                </a:effectLst>
                <a:uLnTx/>
                <a:uFillTx/>
                <a:latin typeface="Constantia"/>
                <a:ea typeface="宋体" pitchFamily="2" charset="-122"/>
                <a:cs typeface="+mn-cs"/>
              </a:endParaRPr>
            </a:p>
          </p:txBody>
        </p:sp>
      </p:grpSp>
      <p:sp>
        <p:nvSpPr>
          <p:cNvPr id="2" name="标题 1"/>
          <p:cNvSpPr>
            <a:spLocks noGrp="1"/>
          </p:cNvSpPr>
          <p:nvPr>
            <p:ph type="title"/>
          </p:nvPr>
        </p:nvSpPr>
        <p:spPr>
          <a:xfrm>
            <a:off x="5035482" y="539282"/>
            <a:ext cx="3859807" cy="411163"/>
          </a:xfrm>
        </p:spPr>
        <p:txBody>
          <a:bodyPr>
            <a:normAutofit fontScale="90000"/>
          </a:bodyPr>
          <a:lstStyle/>
          <a:p>
            <a:r>
              <a:rPr lang="zh-CN" altLang="en-US" sz="3600" dirty="0"/>
              <a:t>依赖图</a:t>
            </a:r>
            <a:r>
              <a:rPr lang="en-US" altLang="zh-CN" sz="3600" dirty="0"/>
              <a:t>——</a:t>
            </a:r>
            <a:r>
              <a:rPr lang="zh-CN" altLang="en-US" sz="3600" dirty="0"/>
              <a:t>练习</a:t>
            </a:r>
            <a:r>
              <a:rPr lang="en-US" altLang="zh-CN" sz="3600" dirty="0"/>
              <a:t>2</a:t>
            </a:r>
            <a:endParaRPr lang="zh-CN" altLang="en-US" sz="3600" dirty="0"/>
          </a:p>
        </p:txBody>
      </p:sp>
      <p:sp>
        <p:nvSpPr>
          <p:cNvPr id="31" name="星形: 十二角 30"/>
          <p:cNvSpPr/>
          <p:nvPr/>
        </p:nvSpPr>
        <p:spPr>
          <a:xfrm>
            <a:off x="168932" y="178581"/>
            <a:ext cx="414700" cy="338336"/>
          </a:xfrm>
          <a:prstGeom prst="star12">
            <a:avLst/>
          </a:prstGeom>
          <a:ln>
            <a:solidFill>
              <a:srgbClr val="FF0000"/>
            </a:solidFill>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prstClr val="black"/>
              </a:solidFill>
              <a:effectLst/>
              <a:uLnTx/>
              <a:uFillTx/>
              <a:latin typeface="Constantia"/>
              <a:ea typeface="宋体" pitchFamily="2" charset="-122"/>
              <a:cs typeface="+mn-cs"/>
            </a:endParaRPr>
          </a:p>
        </p:txBody>
      </p:sp>
      <p:sp>
        <p:nvSpPr>
          <p:cNvPr id="3" name="灯片编号占位符 2"/>
          <p:cNvSpPr>
            <a:spLocks noGrp="1"/>
          </p:cNvSpPr>
          <p:nvPr>
            <p:ph type="sldNum" sz="quarter" idx="10"/>
          </p:nvPr>
        </p:nvSpPr>
        <p:spPr/>
        <p:txBody>
          <a:bodyPr/>
          <a:lstStyle/>
          <a:p>
            <a:pPr>
              <a:defRPr/>
            </a:pPr>
            <a:fld id="{F4F04043-1C08-4BBE-97B7-003515CF2E9C}" type="slidenum">
              <a:rPr lang="en-US" altLang="zh-CN" smtClean="0"/>
            </a:fld>
            <a:endParaRPr lang="en-US" altLang="zh-CN"/>
          </a:p>
        </p:txBody>
      </p:sp>
    </p:spTree>
  </p:cSld>
  <p:clrMapOvr>
    <a:masterClrMapping/>
  </p:clrMapOvr>
  <p:transition spd="slow"/>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704850"/>
            <a:ext cx="8229600" cy="693738"/>
          </a:xfrm>
        </p:spPr>
        <p:txBody>
          <a:bodyPr>
            <a:normAutofit/>
          </a:bodyPr>
          <a:lstStyle/>
          <a:p>
            <a:r>
              <a:rPr lang="zh-CN" altLang="en-US" sz="3600" dirty="0"/>
              <a:t>视图可串行化</a:t>
            </a:r>
            <a:endParaRPr lang="zh-CN" altLang="en-US" sz="3600" dirty="0"/>
          </a:p>
        </p:txBody>
      </p:sp>
      <p:sp>
        <p:nvSpPr>
          <p:cNvPr id="3" name="内容占位符 2"/>
          <p:cNvSpPr>
            <a:spLocks noGrp="1"/>
          </p:cNvSpPr>
          <p:nvPr>
            <p:ph idx="1"/>
          </p:nvPr>
        </p:nvSpPr>
        <p:spPr>
          <a:xfrm>
            <a:off x="457200" y="1489867"/>
            <a:ext cx="8229600" cy="4389437"/>
          </a:xfrm>
        </p:spPr>
        <p:txBody>
          <a:bodyPr/>
          <a:lstStyle/>
          <a:p>
            <a:pPr marL="0" lvl="0" indent="0">
              <a:lnSpc>
                <a:spcPct val="125000"/>
              </a:lnSpc>
              <a:spcBef>
                <a:spcPts val="0"/>
              </a:spcBef>
              <a:spcAft>
                <a:spcPts val="0"/>
              </a:spcAft>
              <a:buClrTx/>
              <a:buSzTx/>
              <a:buNone/>
              <a:defRPr/>
            </a:pPr>
            <a:r>
              <a:rPr kumimoji="1" lang="zh-CN" altLang="en-US" sz="2400" dirty="0">
                <a:solidFill>
                  <a:srgbClr val="FF0000"/>
                </a:solidFill>
                <a:latin typeface="Verdana" panose="020B0804030504040204" pitchFamily="34" charset="0"/>
              </a:rPr>
              <a:t>视图等效</a:t>
            </a:r>
            <a:r>
              <a:rPr kumimoji="1" lang="zh-CN" altLang="en-US" sz="2400" dirty="0">
                <a:solidFill>
                  <a:prstClr val="black"/>
                </a:solidFill>
                <a:latin typeface="Verdana" panose="020B0804030504040204" pitchFamily="34" charset="0"/>
              </a:rPr>
              <a:t>：满足以下</a:t>
            </a:r>
            <a:r>
              <a:rPr kumimoji="1" lang="en-US" altLang="zh-CN" sz="2400" dirty="0">
                <a:solidFill>
                  <a:prstClr val="black"/>
                </a:solidFill>
                <a:latin typeface="Verdana" panose="020B0804030504040204" pitchFamily="34" charset="0"/>
              </a:rPr>
              <a:t>3</a:t>
            </a:r>
            <a:r>
              <a:rPr kumimoji="1" lang="zh-CN" altLang="en-US" sz="2400" dirty="0">
                <a:solidFill>
                  <a:prstClr val="black"/>
                </a:solidFill>
                <a:latin typeface="Verdana" panose="020B0804030504040204" pitchFamily="34" charset="0"/>
              </a:rPr>
              <a:t>个条件的调度视图等效：</a:t>
            </a:r>
            <a:endParaRPr kumimoji="1" lang="en-US" altLang="zh-CN" sz="2400" dirty="0">
              <a:solidFill>
                <a:prstClr val="black"/>
              </a:solidFill>
              <a:latin typeface="Verdana" panose="020B0804030504040204" pitchFamily="34" charset="0"/>
            </a:endParaRPr>
          </a:p>
          <a:p>
            <a:pPr marL="342900" lvl="0" indent="-342900">
              <a:lnSpc>
                <a:spcPct val="125000"/>
              </a:lnSpc>
              <a:spcBef>
                <a:spcPts val="0"/>
              </a:spcBef>
              <a:spcAft>
                <a:spcPts val="0"/>
              </a:spcAft>
              <a:buClr>
                <a:srgbClr val="04617B"/>
              </a:buClr>
              <a:buSzTx/>
              <a:buFont typeface="Wingdings" panose="05000000000000000000" pitchFamily="2" charset="2"/>
              <a:buChar char="Ø"/>
              <a:defRPr/>
            </a:pPr>
            <a:r>
              <a:rPr kumimoji="1" lang="zh-CN" altLang="en-US" sz="2400" dirty="0">
                <a:solidFill>
                  <a:prstClr val="black"/>
                </a:solidFill>
                <a:latin typeface="Verdana" panose="020B0804030504040204" pitchFamily="34" charset="0"/>
              </a:rPr>
              <a:t>如果事务</a:t>
            </a:r>
            <a:r>
              <a:rPr kumimoji="1" lang="en-US" altLang="zh-CN" sz="2400" dirty="0">
                <a:solidFill>
                  <a:prstClr val="black"/>
                </a:solidFill>
                <a:latin typeface="Verdana" panose="020B0804030504040204" pitchFamily="34" charset="0"/>
              </a:rPr>
              <a:t>T</a:t>
            </a:r>
            <a:r>
              <a:rPr kumimoji="1" lang="en-US" altLang="zh-CN" sz="2400" baseline="-25000" dirty="0">
                <a:solidFill>
                  <a:prstClr val="black"/>
                </a:solidFill>
                <a:latin typeface="Verdana" panose="020B0804030504040204" pitchFamily="34" charset="0"/>
              </a:rPr>
              <a:t>1</a:t>
            </a:r>
            <a:r>
              <a:rPr kumimoji="1" lang="zh-CN" altLang="en-US" sz="2400" dirty="0">
                <a:solidFill>
                  <a:prstClr val="black"/>
                </a:solidFill>
                <a:latin typeface="Verdana" panose="020B0804030504040204" pitchFamily="34" charset="0"/>
              </a:rPr>
              <a:t>在其中一个调度内读取了数据</a:t>
            </a:r>
            <a:r>
              <a:rPr kumimoji="1" lang="en-US" altLang="zh-CN" sz="2400" dirty="0">
                <a:solidFill>
                  <a:prstClr val="black"/>
                </a:solidFill>
                <a:latin typeface="Verdana" panose="020B0804030504040204" pitchFamily="34" charset="0"/>
              </a:rPr>
              <a:t>A</a:t>
            </a:r>
            <a:r>
              <a:rPr kumimoji="1" lang="zh-CN" altLang="en-US" sz="2400" dirty="0">
                <a:solidFill>
                  <a:prstClr val="black"/>
                </a:solidFill>
                <a:latin typeface="Verdana" panose="020B0804030504040204" pitchFamily="34" charset="0"/>
              </a:rPr>
              <a:t>的初始值，那么另一个调度里读取数据</a:t>
            </a:r>
            <a:r>
              <a:rPr kumimoji="1" lang="en-US" altLang="zh-CN" sz="2400" dirty="0">
                <a:solidFill>
                  <a:prstClr val="black"/>
                </a:solidFill>
                <a:latin typeface="Verdana" panose="020B0804030504040204" pitchFamily="34" charset="0"/>
              </a:rPr>
              <a:t>A</a:t>
            </a:r>
            <a:r>
              <a:rPr kumimoji="1" lang="zh-CN" altLang="en-US" sz="2400" dirty="0">
                <a:solidFill>
                  <a:prstClr val="black"/>
                </a:solidFill>
                <a:latin typeface="Verdana" panose="020B0804030504040204" pitchFamily="34" charset="0"/>
              </a:rPr>
              <a:t>初始值。</a:t>
            </a:r>
            <a:endParaRPr kumimoji="1" lang="en-US" altLang="zh-CN" sz="2400" dirty="0">
              <a:solidFill>
                <a:prstClr val="black"/>
              </a:solidFill>
              <a:latin typeface="Verdana" panose="020B0804030504040204" pitchFamily="34" charset="0"/>
            </a:endParaRPr>
          </a:p>
          <a:p>
            <a:pPr marL="342900" lvl="0" indent="-342900">
              <a:lnSpc>
                <a:spcPct val="125000"/>
              </a:lnSpc>
              <a:spcBef>
                <a:spcPts val="0"/>
              </a:spcBef>
              <a:spcAft>
                <a:spcPts val="0"/>
              </a:spcAft>
              <a:buClr>
                <a:srgbClr val="04617B"/>
              </a:buClr>
              <a:buSzTx/>
              <a:buFont typeface="Wingdings" panose="05000000000000000000" pitchFamily="2" charset="2"/>
              <a:buChar char="Ø"/>
              <a:defRPr/>
            </a:pPr>
            <a:r>
              <a:rPr kumimoji="1" lang="zh-CN" altLang="en-US" sz="2400" dirty="0">
                <a:solidFill>
                  <a:prstClr val="black"/>
                </a:solidFill>
                <a:latin typeface="Verdana" panose="020B0804030504040204" pitchFamily="34" charset="0"/>
              </a:rPr>
              <a:t>如果事务</a:t>
            </a:r>
            <a:r>
              <a:rPr kumimoji="1" lang="en-US" altLang="zh-CN" sz="2400" dirty="0">
                <a:solidFill>
                  <a:prstClr val="black"/>
                </a:solidFill>
                <a:latin typeface="Verdana" panose="020B0804030504040204" pitchFamily="34" charset="0"/>
              </a:rPr>
              <a:t>T</a:t>
            </a:r>
            <a:r>
              <a:rPr kumimoji="1" lang="en-US" altLang="zh-CN" sz="2400" baseline="-25000" dirty="0">
                <a:solidFill>
                  <a:prstClr val="black"/>
                </a:solidFill>
                <a:latin typeface="Verdana" panose="020B0804030504040204" pitchFamily="34" charset="0"/>
              </a:rPr>
              <a:t>1</a:t>
            </a:r>
            <a:r>
              <a:rPr kumimoji="1" lang="zh-CN" altLang="en-US" sz="2400" dirty="0">
                <a:solidFill>
                  <a:prstClr val="black"/>
                </a:solidFill>
                <a:latin typeface="Verdana" panose="020B0804030504040204" pitchFamily="34" charset="0"/>
              </a:rPr>
              <a:t>在一个调度内读取数据</a:t>
            </a:r>
            <a:r>
              <a:rPr kumimoji="1" lang="en-US" altLang="zh-CN" sz="2400" dirty="0">
                <a:solidFill>
                  <a:prstClr val="black"/>
                </a:solidFill>
                <a:latin typeface="Verdana" panose="020B0804030504040204" pitchFamily="34" charset="0"/>
              </a:rPr>
              <a:t>A</a:t>
            </a:r>
            <a:r>
              <a:rPr kumimoji="1" lang="zh-CN" altLang="en-US" sz="2400" dirty="0">
                <a:solidFill>
                  <a:prstClr val="black"/>
                </a:solidFill>
                <a:latin typeface="Verdana" panose="020B0804030504040204" pitchFamily="34" charset="0"/>
              </a:rPr>
              <a:t>的值是事务</a:t>
            </a:r>
            <a:r>
              <a:rPr kumimoji="1" lang="en-US" altLang="zh-CN" sz="2400" dirty="0">
                <a:solidFill>
                  <a:prstClr val="black"/>
                </a:solidFill>
                <a:latin typeface="Verdana" panose="020B0804030504040204" pitchFamily="34" charset="0"/>
              </a:rPr>
              <a:t>T</a:t>
            </a:r>
            <a:r>
              <a:rPr kumimoji="1" lang="en-US" altLang="zh-CN" sz="2400" baseline="-25000" dirty="0">
                <a:solidFill>
                  <a:prstClr val="black"/>
                </a:solidFill>
                <a:latin typeface="Verdana" panose="020B0804030504040204" pitchFamily="34" charset="0"/>
              </a:rPr>
              <a:t>2</a:t>
            </a:r>
            <a:r>
              <a:rPr kumimoji="1" lang="zh-CN" altLang="en-US" sz="2400" dirty="0">
                <a:solidFill>
                  <a:prstClr val="black"/>
                </a:solidFill>
                <a:latin typeface="Verdana" panose="020B0804030504040204" pitchFamily="34" charset="0"/>
              </a:rPr>
              <a:t>写入的，那么在另一个调度里读取的也是</a:t>
            </a:r>
            <a:r>
              <a:rPr kumimoji="1" lang="en-US" altLang="zh-CN" sz="2400" dirty="0">
                <a:solidFill>
                  <a:prstClr val="black"/>
                </a:solidFill>
                <a:latin typeface="Verdana" panose="020B0804030504040204" pitchFamily="34" charset="0"/>
              </a:rPr>
              <a:t>T</a:t>
            </a:r>
            <a:r>
              <a:rPr kumimoji="1" lang="en-US" altLang="zh-CN" sz="2400" baseline="-25000" dirty="0">
                <a:solidFill>
                  <a:prstClr val="black"/>
                </a:solidFill>
                <a:latin typeface="Verdana" panose="020B0804030504040204" pitchFamily="34" charset="0"/>
              </a:rPr>
              <a:t>2</a:t>
            </a:r>
            <a:r>
              <a:rPr kumimoji="1" lang="zh-CN" altLang="en-US" sz="2400" dirty="0">
                <a:solidFill>
                  <a:prstClr val="black"/>
                </a:solidFill>
                <a:latin typeface="Verdana" panose="020B0804030504040204" pitchFamily="34" charset="0"/>
              </a:rPr>
              <a:t>写入的。</a:t>
            </a:r>
            <a:endParaRPr kumimoji="1" lang="en-US" altLang="zh-CN" sz="2400" dirty="0">
              <a:solidFill>
                <a:prstClr val="black"/>
              </a:solidFill>
              <a:latin typeface="Verdana" panose="020B0804030504040204" pitchFamily="34" charset="0"/>
            </a:endParaRPr>
          </a:p>
          <a:p>
            <a:pPr marL="342900" lvl="0" indent="-342900">
              <a:lnSpc>
                <a:spcPct val="125000"/>
              </a:lnSpc>
              <a:spcBef>
                <a:spcPts val="0"/>
              </a:spcBef>
              <a:spcAft>
                <a:spcPts val="0"/>
              </a:spcAft>
              <a:buClr>
                <a:srgbClr val="04617B"/>
              </a:buClr>
              <a:buSzTx/>
              <a:buFont typeface="Wingdings" panose="05000000000000000000" pitchFamily="2" charset="2"/>
              <a:buChar char="Ø"/>
              <a:defRPr/>
            </a:pPr>
            <a:r>
              <a:rPr kumimoji="1" lang="zh-CN" altLang="en-US" sz="2400" dirty="0">
                <a:solidFill>
                  <a:prstClr val="black"/>
                </a:solidFill>
                <a:latin typeface="Verdana" panose="020B0804030504040204" pitchFamily="34" charset="0"/>
              </a:rPr>
              <a:t>如果事务</a:t>
            </a:r>
            <a:r>
              <a:rPr kumimoji="1" lang="en-US" altLang="zh-CN" sz="2400" dirty="0">
                <a:solidFill>
                  <a:prstClr val="black"/>
                </a:solidFill>
                <a:latin typeface="Verdana" panose="020B0804030504040204" pitchFamily="34" charset="0"/>
              </a:rPr>
              <a:t>T</a:t>
            </a:r>
            <a:r>
              <a:rPr kumimoji="1" lang="en-US" altLang="zh-CN" sz="2400" baseline="-25000" dirty="0">
                <a:solidFill>
                  <a:prstClr val="black"/>
                </a:solidFill>
                <a:latin typeface="Verdana" panose="020B0804030504040204" pitchFamily="34" charset="0"/>
              </a:rPr>
              <a:t>1</a:t>
            </a:r>
            <a:r>
              <a:rPr kumimoji="1" lang="zh-CN" altLang="en-US" sz="2400" dirty="0">
                <a:solidFill>
                  <a:prstClr val="black"/>
                </a:solidFill>
                <a:latin typeface="Verdana" panose="020B0804030504040204" pitchFamily="34" charset="0"/>
              </a:rPr>
              <a:t>在一个调度内为数据</a:t>
            </a:r>
            <a:r>
              <a:rPr kumimoji="1" lang="en-US" altLang="zh-CN" sz="2400" dirty="0">
                <a:solidFill>
                  <a:prstClr val="black"/>
                </a:solidFill>
                <a:latin typeface="Verdana" panose="020B0804030504040204" pitchFamily="34" charset="0"/>
              </a:rPr>
              <a:t>A</a:t>
            </a:r>
            <a:r>
              <a:rPr kumimoji="1" lang="zh-CN" altLang="en-US" sz="2400" dirty="0">
                <a:solidFill>
                  <a:prstClr val="black"/>
                </a:solidFill>
                <a:latin typeface="Verdana" panose="020B0804030504040204" pitchFamily="34" charset="0"/>
              </a:rPr>
              <a:t>写入了最终值，那么在另一个调度内也由</a:t>
            </a:r>
            <a:r>
              <a:rPr kumimoji="1" lang="en-US" altLang="zh-CN" sz="2400" dirty="0">
                <a:solidFill>
                  <a:prstClr val="black"/>
                </a:solidFill>
                <a:latin typeface="Verdana" panose="020B0804030504040204" pitchFamily="34" charset="0"/>
              </a:rPr>
              <a:t>T</a:t>
            </a:r>
            <a:r>
              <a:rPr kumimoji="1" lang="en-US" altLang="zh-CN" sz="2400" baseline="-25000" dirty="0">
                <a:solidFill>
                  <a:prstClr val="black"/>
                </a:solidFill>
                <a:latin typeface="Verdana" panose="020B0804030504040204" pitchFamily="34" charset="0"/>
              </a:rPr>
              <a:t>1</a:t>
            </a:r>
            <a:r>
              <a:rPr kumimoji="1" lang="zh-CN" altLang="en-US" sz="2400" dirty="0">
                <a:solidFill>
                  <a:prstClr val="black"/>
                </a:solidFill>
                <a:latin typeface="Verdana" panose="020B0804030504040204" pitchFamily="34" charset="0"/>
              </a:rPr>
              <a:t>为</a:t>
            </a:r>
            <a:r>
              <a:rPr kumimoji="1" lang="en-US" altLang="zh-CN" sz="2400" dirty="0">
                <a:solidFill>
                  <a:prstClr val="black"/>
                </a:solidFill>
                <a:latin typeface="Verdana" panose="020B0804030504040204" pitchFamily="34" charset="0"/>
              </a:rPr>
              <a:t>A</a:t>
            </a:r>
            <a:r>
              <a:rPr kumimoji="1" lang="zh-CN" altLang="en-US" sz="2400" dirty="0">
                <a:solidFill>
                  <a:prstClr val="black"/>
                </a:solidFill>
                <a:latin typeface="Verdana" panose="020B0804030504040204" pitchFamily="34" charset="0"/>
              </a:rPr>
              <a:t>写最终值。</a:t>
            </a:r>
            <a:endParaRPr kumimoji="1" lang="en-US" altLang="zh-CN" sz="2400" dirty="0">
              <a:solidFill>
                <a:prstClr val="black"/>
              </a:solidFill>
              <a:latin typeface="Verdana" panose="020B0804030504040204" pitchFamily="34" charset="0"/>
            </a:endParaRPr>
          </a:p>
          <a:p>
            <a:pPr marL="0" lvl="0" indent="0">
              <a:lnSpc>
                <a:spcPct val="125000"/>
              </a:lnSpc>
              <a:spcBef>
                <a:spcPts val="0"/>
              </a:spcBef>
              <a:spcAft>
                <a:spcPts val="0"/>
              </a:spcAft>
              <a:buClrTx/>
              <a:buSzTx/>
              <a:buNone/>
              <a:defRPr/>
            </a:pPr>
            <a:endParaRPr kumimoji="1" lang="zh-CN" altLang="en-US" sz="2400" dirty="0">
              <a:solidFill>
                <a:prstClr val="black"/>
              </a:solidFill>
              <a:latin typeface="Verdana" panose="020B0804030504040204" pitchFamily="34" charset="0"/>
            </a:endParaRPr>
          </a:p>
          <a:p>
            <a:pPr marL="0" lvl="0" indent="0">
              <a:lnSpc>
                <a:spcPct val="125000"/>
              </a:lnSpc>
              <a:spcBef>
                <a:spcPts val="0"/>
              </a:spcBef>
              <a:spcAft>
                <a:spcPts val="0"/>
              </a:spcAft>
              <a:buClrTx/>
              <a:buSzTx/>
              <a:buNone/>
              <a:defRPr/>
            </a:pPr>
            <a:r>
              <a:rPr kumimoji="1" lang="zh-CN" altLang="en-US" sz="2400" dirty="0">
                <a:solidFill>
                  <a:srgbClr val="10CF9B">
                    <a:lumMod val="75000"/>
                  </a:srgbClr>
                </a:solidFill>
                <a:latin typeface="Verdana" panose="020B0804030504040204" pitchFamily="34" charset="0"/>
              </a:rPr>
              <a:t>基于</a:t>
            </a:r>
            <a:r>
              <a:rPr kumimoji="1" lang="zh-CN" altLang="en-US" sz="2400" dirty="0">
                <a:solidFill>
                  <a:srgbClr val="FF0000"/>
                </a:solidFill>
                <a:latin typeface="Verdana" panose="020B0804030504040204" pitchFamily="34" charset="0"/>
              </a:rPr>
              <a:t>视图</a:t>
            </a:r>
            <a:r>
              <a:rPr kumimoji="1" lang="zh-CN" altLang="en-US" sz="2400" dirty="0">
                <a:solidFill>
                  <a:srgbClr val="10CF9B">
                    <a:lumMod val="75000"/>
                  </a:srgbClr>
                </a:solidFill>
                <a:latin typeface="Verdana" panose="020B0804030504040204" pitchFamily="34" charset="0"/>
              </a:rPr>
              <a:t>的可串行化</a:t>
            </a:r>
            <a:r>
              <a:rPr kumimoji="1" lang="zh-CN" altLang="en-US" sz="2400" dirty="0">
                <a:solidFill>
                  <a:prstClr val="black"/>
                </a:solidFill>
                <a:latin typeface="Verdana" panose="020B0804030504040204" pitchFamily="34" charset="0"/>
              </a:rPr>
              <a:t>：和串行调度</a:t>
            </a:r>
            <a:r>
              <a:rPr kumimoji="1" lang="zh-CN" altLang="en-US" sz="2400" dirty="0">
                <a:solidFill>
                  <a:srgbClr val="FF0000"/>
                </a:solidFill>
                <a:latin typeface="Verdana" panose="020B0804030504040204" pitchFamily="34" charset="0"/>
              </a:rPr>
              <a:t>视图等效</a:t>
            </a:r>
            <a:r>
              <a:rPr kumimoji="1" lang="zh-CN" altLang="en-US" sz="2400" dirty="0">
                <a:solidFill>
                  <a:prstClr val="black"/>
                </a:solidFill>
                <a:latin typeface="Verdana" panose="020B0804030504040204" pitchFamily="34" charset="0"/>
              </a:rPr>
              <a:t>的调度是</a:t>
            </a:r>
            <a:r>
              <a:rPr kumimoji="1" lang="zh-CN" altLang="en-US" sz="2400" dirty="0">
                <a:latin typeface="Verdana" panose="020B0804030504040204" pitchFamily="34" charset="0"/>
              </a:rPr>
              <a:t>基于视图的可串行化调度。</a:t>
            </a:r>
            <a:endParaRPr lang="zh-CN" altLang="en-US" dirty="0"/>
          </a:p>
        </p:txBody>
      </p:sp>
      <p:sp>
        <p:nvSpPr>
          <p:cNvPr id="5" name="星形: 十二角 4"/>
          <p:cNvSpPr/>
          <p:nvPr/>
        </p:nvSpPr>
        <p:spPr>
          <a:xfrm>
            <a:off x="168932" y="178581"/>
            <a:ext cx="414700" cy="338336"/>
          </a:xfrm>
          <a:prstGeom prst="star12">
            <a:avLst/>
          </a:prstGeom>
          <a:ln>
            <a:solidFill>
              <a:srgbClr val="FF0000"/>
            </a:solidFill>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prstClr val="black"/>
              </a:solidFill>
              <a:effectLst/>
              <a:uLnTx/>
              <a:uFillTx/>
              <a:latin typeface="Constantia"/>
              <a:ea typeface="宋体" pitchFamily="2" charset="-122"/>
              <a:cs typeface="+mn-cs"/>
            </a:endParaRPr>
          </a:p>
        </p:txBody>
      </p:sp>
      <p:sp>
        <p:nvSpPr>
          <p:cNvPr id="4" name="灯片编号占位符 3"/>
          <p:cNvSpPr>
            <a:spLocks noGrp="1"/>
          </p:cNvSpPr>
          <p:nvPr>
            <p:ph type="sldNum" sz="quarter" idx="10"/>
          </p:nvPr>
        </p:nvSpPr>
        <p:spPr/>
        <p:txBody>
          <a:bodyPr/>
          <a:lstStyle/>
          <a:p>
            <a:pPr>
              <a:defRPr/>
            </a:pPr>
            <a:fld id="{F4F04043-1C08-4BBE-97B7-003515CF2E9C}" type="slidenum">
              <a:rPr lang="en-US" altLang="zh-CN" smtClean="0"/>
            </a:fld>
            <a:endParaRPr lang="en-US" altLang="zh-CN"/>
          </a:p>
        </p:txBody>
      </p:sp>
      <p:sp>
        <p:nvSpPr>
          <p:cNvPr id="6" name="对话气泡: 圆角矩形 5"/>
          <p:cNvSpPr/>
          <p:nvPr/>
        </p:nvSpPr>
        <p:spPr>
          <a:xfrm>
            <a:off x="6372200" y="2420888"/>
            <a:ext cx="1872208" cy="504056"/>
          </a:xfrm>
          <a:prstGeom prst="wedgeRoundRectCallout">
            <a:avLst>
              <a:gd name="adj1" fmla="val -101415"/>
              <a:gd name="adj2" fmla="val -36036"/>
              <a:gd name="adj3" fmla="val 16667"/>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dirty="0"/>
              <a:t>初始值等效</a:t>
            </a:r>
            <a:endParaRPr lang="zh-CN" altLang="en-US" dirty="0"/>
          </a:p>
        </p:txBody>
      </p:sp>
      <p:sp>
        <p:nvSpPr>
          <p:cNvPr id="7" name="对话气泡: 圆角矩形 6"/>
          <p:cNvSpPr/>
          <p:nvPr/>
        </p:nvSpPr>
        <p:spPr>
          <a:xfrm>
            <a:off x="6588224" y="3344874"/>
            <a:ext cx="1872208" cy="504056"/>
          </a:xfrm>
          <a:prstGeom prst="wedgeRoundRectCallout">
            <a:avLst>
              <a:gd name="adj1" fmla="val -70593"/>
              <a:gd name="adj2" fmla="val -53648"/>
              <a:gd name="adj3" fmla="val 16667"/>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dirty="0"/>
              <a:t>输入值等效</a:t>
            </a:r>
            <a:endParaRPr lang="zh-CN" altLang="en-US" dirty="0"/>
          </a:p>
        </p:txBody>
      </p:sp>
      <p:sp>
        <p:nvSpPr>
          <p:cNvPr id="8" name="对话气泡: 圆角矩形 7"/>
          <p:cNvSpPr/>
          <p:nvPr/>
        </p:nvSpPr>
        <p:spPr>
          <a:xfrm>
            <a:off x="6228184" y="4348559"/>
            <a:ext cx="1872208" cy="504056"/>
          </a:xfrm>
          <a:prstGeom prst="wedgeRoundRectCallout">
            <a:avLst>
              <a:gd name="adj1" fmla="val -64429"/>
              <a:gd name="adj2" fmla="val -55410"/>
              <a:gd name="adj3" fmla="val 16667"/>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dirty="0"/>
              <a:t>输出等效</a:t>
            </a:r>
            <a:endParaRPr lang="zh-CN" altLang="en-US" dirty="0"/>
          </a:p>
        </p:txBody>
      </p:sp>
    </p:spTree>
  </p:cSld>
  <p:clrMapOvr>
    <a:masterClrMapping/>
  </p:clrMapOvr>
  <p:transition spd="slow"/>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18864" y="404664"/>
            <a:ext cx="8229600" cy="576065"/>
          </a:xfrm>
        </p:spPr>
        <p:txBody>
          <a:bodyPr/>
          <a:lstStyle/>
          <a:p>
            <a:r>
              <a:rPr lang="zh-CN" altLang="en-US" sz="3600" dirty="0"/>
              <a:t>视图可串行化</a:t>
            </a:r>
            <a:endParaRPr lang="zh-CN" altLang="en-US" sz="3600" dirty="0"/>
          </a:p>
        </p:txBody>
      </p:sp>
      <p:sp>
        <p:nvSpPr>
          <p:cNvPr id="3" name="内容占位符 2"/>
          <p:cNvSpPr>
            <a:spLocks noGrp="1"/>
          </p:cNvSpPr>
          <p:nvPr>
            <p:ph idx="1"/>
          </p:nvPr>
        </p:nvSpPr>
        <p:spPr>
          <a:xfrm>
            <a:off x="446856" y="1090265"/>
            <a:ext cx="8229600" cy="2373213"/>
          </a:xfrm>
        </p:spPr>
        <p:txBody>
          <a:bodyPr/>
          <a:lstStyle/>
          <a:p>
            <a:pPr marL="0" lvl="0" indent="0">
              <a:lnSpc>
                <a:spcPct val="125000"/>
              </a:lnSpc>
              <a:spcBef>
                <a:spcPct val="0"/>
              </a:spcBef>
              <a:buClrTx/>
              <a:buSzTx/>
              <a:buNone/>
            </a:pPr>
            <a:r>
              <a:rPr kumimoji="1" lang="zh-CN" altLang="en-US" sz="2400" dirty="0">
                <a:solidFill>
                  <a:prstClr val="black"/>
                </a:solidFill>
                <a:latin typeface="Times New Roman" panose="02020503050405090304" pitchFamily="18" charset="0"/>
              </a:rPr>
              <a:t>        视图可串行化是一个比冲突可串行化更宽松的条件，满足冲突可串行化的调度一定也满足视图（基于观察）可串行化。</a:t>
            </a:r>
            <a:endParaRPr kumimoji="1" lang="en-US" altLang="zh-CN" sz="2400" dirty="0">
              <a:solidFill>
                <a:prstClr val="black"/>
              </a:solidFill>
              <a:latin typeface="Times New Roman" panose="02020503050405090304" pitchFamily="18" charset="0"/>
            </a:endParaRPr>
          </a:p>
          <a:p>
            <a:pPr marL="0" lvl="0" indent="0">
              <a:lnSpc>
                <a:spcPct val="125000"/>
              </a:lnSpc>
              <a:spcBef>
                <a:spcPct val="0"/>
              </a:spcBef>
              <a:buClrTx/>
              <a:buSzTx/>
              <a:buNone/>
            </a:pPr>
            <a:r>
              <a:rPr kumimoji="1" lang="zh-CN" altLang="en-US" sz="2400" dirty="0">
                <a:solidFill>
                  <a:prstClr val="black"/>
                </a:solidFill>
                <a:latin typeface="Times New Roman" panose="02020503050405090304" pitchFamily="18" charset="0"/>
              </a:rPr>
              <a:t>        遗憾的是，视图可串行化还没有行之有效的分析方法，仅依靠定义去判别依然是无法应用于实际工作的。</a:t>
            </a:r>
            <a:endParaRPr lang="zh-CN" altLang="en-US" dirty="0"/>
          </a:p>
        </p:txBody>
      </p:sp>
      <p:sp>
        <p:nvSpPr>
          <p:cNvPr id="5" name="星形: 十二角 4"/>
          <p:cNvSpPr/>
          <p:nvPr/>
        </p:nvSpPr>
        <p:spPr>
          <a:xfrm>
            <a:off x="168932" y="178581"/>
            <a:ext cx="414700" cy="338336"/>
          </a:xfrm>
          <a:prstGeom prst="star12">
            <a:avLst/>
          </a:prstGeom>
          <a:ln>
            <a:solidFill>
              <a:srgbClr val="FF0000"/>
            </a:solidFill>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prstClr val="black"/>
              </a:solidFill>
              <a:effectLst/>
              <a:uLnTx/>
              <a:uFillTx/>
              <a:latin typeface="Constantia"/>
              <a:ea typeface="宋体" pitchFamily="2" charset="-122"/>
              <a:cs typeface="+mn-cs"/>
            </a:endParaRPr>
          </a:p>
        </p:txBody>
      </p:sp>
      <p:sp>
        <p:nvSpPr>
          <p:cNvPr id="4" name="灯片编号占位符 3"/>
          <p:cNvSpPr>
            <a:spLocks noGrp="1"/>
          </p:cNvSpPr>
          <p:nvPr>
            <p:ph type="sldNum" sz="quarter" idx="10"/>
          </p:nvPr>
        </p:nvSpPr>
        <p:spPr/>
        <p:txBody>
          <a:bodyPr/>
          <a:lstStyle/>
          <a:p>
            <a:pPr>
              <a:defRPr/>
            </a:pPr>
            <a:fld id="{F4F04043-1C08-4BBE-97B7-003515CF2E9C}" type="slidenum">
              <a:rPr lang="en-US" altLang="zh-CN" smtClean="0"/>
            </a:fld>
            <a:endParaRPr lang="en-US" altLang="zh-CN"/>
          </a:p>
        </p:txBody>
      </p:sp>
    </p:spTree>
  </p:cSld>
  <p:clrMapOvr>
    <a:masterClrMapping/>
  </p:clrMapOvr>
  <p:transition spd="slow"/>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6730" y="458029"/>
            <a:ext cx="8229600" cy="707926"/>
          </a:xfrm>
        </p:spPr>
        <p:txBody>
          <a:bodyPr/>
          <a:lstStyle/>
          <a:p>
            <a:r>
              <a:rPr lang="zh-CN" altLang="en-US" sz="3600" dirty="0"/>
              <a:t>总结</a:t>
            </a:r>
            <a:endParaRPr lang="zh-CN" altLang="en-US" sz="3600" dirty="0"/>
          </a:p>
        </p:txBody>
      </p:sp>
      <p:sp>
        <p:nvSpPr>
          <p:cNvPr id="4" name="内容占位符 3"/>
          <p:cNvSpPr>
            <a:spLocks noGrp="1"/>
          </p:cNvSpPr>
          <p:nvPr>
            <p:ph idx="1"/>
          </p:nvPr>
        </p:nvSpPr>
        <p:spPr>
          <a:xfrm>
            <a:off x="466730" y="4746708"/>
            <a:ext cx="8229600" cy="1374561"/>
          </a:xfrm>
        </p:spPr>
        <p:txBody>
          <a:bodyPr/>
          <a:lstStyle/>
          <a:p>
            <a:pPr marL="0" lvl="0" indent="0">
              <a:lnSpc>
                <a:spcPct val="125000"/>
              </a:lnSpc>
              <a:spcBef>
                <a:spcPct val="0"/>
              </a:spcBef>
              <a:buClrTx/>
              <a:buSzTx/>
              <a:buNone/>
            </a:pPr>
            <a:r>
              <a:rPr kumimoji="1" lang="zh-CN" altLang="en-US" sz="2400" dirty="0">
                <a:solidFill>
                  <a:prstClr val="black"/>
                </a:solidFill>
                <a:latin typeface="Times New Roman" panose="02020503050405090304" pitchFamily="18" charset="0"/>
              </a:rPr>
              <a:t>        实际应用中，系统一般尽力支持冲突可串行化的调度执行，因为冲突可串行化可以有效保障其实施，而基于视图的可串行化仍没有有效的分析方法。</a:t>
            </a:r>
            <a:endParaRPr lang="zh-CN" altLang="en-US" dirty="0"/>
          </a:p>
        </p:txBody>
      </p:sp>
      <p:sp>
        <p:nvSpPr>
          <p:cNvPr id="6" name="星形: 十二角 5"/>
          <p:cNvSpPr/>
          <p:nvPr/>
        </p:nvSpPr>
        <p:spPr>
          <a:xfrm>
            <a:off x="168932" y="178581"/>
            <a:ext cx="414700" cy="338336"/>
          </a:xfrm>
          <a:prstGeom prst="star12">
            <a:avLst/>
          </a:prstGeom>
          <a:ln>
            <a:solidFill>
              <a:srgbClr val="FF0000"/>
            </a:solidFill>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prstClr val="black"/>
              </a:solidFill>
              <a:effectLst/>
              <a:uLnTx/>
              <a:uFillTx/>
              <a:latin typeface="Constantia"/>
              <a:ea typeface="宋体" pitchFamily="2" charset="-122"/>
              <a:cs typeface="+mn-cs"/>
            </a:endParaRPr>
          </a:p>
        </p:txBody>
      </p:sp>
      <p:sp>
        <p:nvSpPr>
          <p:cNvPr id="3" name="灯片编号占位符 2"/>
          <p:cNvSpPr>
            <a:spLocks noGrp="1"/>
          </p:cNvSpPr>
          <p:nvPr>
            <p:ph type="sldNum" sz="quarter" idx="10"/>
          </p:nvPr>
        </p:nvSpPr>
        <p:spPr/>
        <p:txBody>
          <a:bodyPr/>
          <a:lstStyle/>
          <a:p>
            <a:pPr>
              <a:defRPr/>
            </a:pPr>
            <a:fld id="{F4F04043-1C08-4BBE-97B7-003515CF2E9C}" type="slidenum">
              <a:rPr lang="en-US" altLang="zh-CN" smtClean="0"/>
            </a:fld>
            <a:endParaRPr lang="en-US" altLang="zh-CN"/>
          </a:p>
        </p:txBody>
      </p:sp>
      <p:grpSp>
        <p:nvGrpSpPr>
          <p:cNvPr id="7" name="组合 6"/>
          <p:cNvGrpSpPr/>
          <p:nvPr/>
        </p:nvGrpSpPr>
        <p:grpSpPr bwMode="auto">
          <a:xfrm>
            <a:off x="755576" y="1268760"/>
            <a:ext cx="7483475" cy="3163888"/>
            <a:chOff x="891822" y="1365956"/>
            <a:chExt cx="7484534" cy="5226755"/>
          </a:xfrm>
        </p:grpSpPr>
        <p:sp>
          <p:nvSpPr>
            <p:cNvPr id="8" name="矩形: 圆角 7"/>
            <p:cNvSpPr/>
            <p:nvPr/>
          </p:nvSpPr>
          <p:spPr>
            <a:xfrm>
              <a:off x="891822" y="1365956"/>
              <a:ext cx="7484534" cy="5226755"/>
            </a:xfrm>
            <a:prstGeom prst="round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800" b="0" i="0" u="none" strike="noStrike" kern="1200" cap="none" spc="0" normalizeH="0" baseline="0" noProof="0" dirty="0">
                  <a:ln>
                    <a:noFill/>
                  </a:ln>
                  <a:solidFill>
                    <a:prstClr val="black"/>
                  </a:solidFill>
                  <a:effectLst/>
                  <a:uLnTx/>
                  <a:uFillTx/>
                  <a:latin typeface="Constantia"/>
                  <a:ea typeface="宋体" pitchFamily="2" charset="-122"/>
                  <a:cs typeface="+mn-cs"/>
                </a:rPr>
                <a:t>所有调度</a:t>
              </a:r>
              <a:endParaRPr kumimoji="1" lang="zh-CN" altLang="en-US" sz="2800" b="0" i="0" u="none" strike="noStrike" kern="1200" cap="none" spc="0" normalizeH="0" baseline="0" noProof="0" dirty="0">
                <a:ln>
                  <a:noFill/>
                </a:ln>
                <a:solidFill>
                  <a:prstClr val="black"/>
                </a:solidFill>
                <a:effectLst/>
                <a:uLnTx/>
                <a:uFillTx/>
                <a:latin typeface="Constantia"/>
                <a:ea typeface="宋体" pitchFamily="2" charset="-122"/>
                <a:cs typeface="+mn-cs"/>
              </a:endParaRPr>
            </a:p>
          </p:txBody>
        </p:sp>
        <p:sp>
          <p:nvSpPr>
            <p:cNvPr id="9" name="矩形: 圆角 8"/>
            <p:cNvSpPr/>
            <p:nvPr/>
          </p:nvSpPr>
          <p:spPr>
            <a:xfrm>
              <a:off x="3871982" y="1535790"/>
              <a:ext cx="4131260" cy="4809313"/>
            </a:xfrm>
            <a:prstGeom prst="round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2400" b="0" i="0" u="none" strike="noStrike" kern="1200" cap="none" spc="0" normalizeH="0" baseline="0" noProof="0" dirty="0">
                  <a:ln>
                    <a:noFill/>
                  </a:ln>
                  <a:solidFill>
                    <a:srgbClr val="FFFFFF"/>
                  </a:solidFill>
                  <a:effectLst/>
                  <a:uLnTx/>
                  <a:uFillTx/>
                  <a:latin typeface="Constantia"/>
                  <a:ea typeface="宋体" pitchFamily="2" charset="-122"/>
                  <a:cs typeface="+mn-cs"/>
                </a:rPr>
                <a:t>视图可串行化调度</a:t>
              </a:r>
              <a:endParaRPr kumimoji="1" lang="zh-CN" altLang="en-US" sz="2400" b="0" i="0" u="none" strike="noStrike" kern="1200" cap="none" spc="0" normalizeH="0" baseline="0" noProof="0" dirty="0">
                <a:ln>
                  <a:noFill/>
                </a:ln>
                <a:solidFill>
                  <a:srgbClr val="FFFFFF"/>
                </a:solidFill>
                <a:effectLst/>
                <a:uLnTx/>
                <a:uFillTx/>
                <a:latin typeface="Constantia"/>
                <a:ea typeface="宋体" pitchFamily="2" charset="-122"/>
                <a:cs typeface="+mn-cs"/>
              </a:endParaRPr>
            </a:p>
          </p:txBody>
        </p:sp>
        <p:sp>
          <p:nvSpPr>
            <p:cNvPr id="10" name="矩形: 圆角 9"/>
            <p:cNvSpPr/>
            <p:nvPr/>
          </p:nvSpPr>
          <p:spPr>
            <a:xfrm>
              <a:off x="4413395" y="2845256"/>
              <a:ext cx="3105589" cy="3080818"/>
            </a:xfrm>
            <a:prstGeom prst="round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2400" b="0" i="0" u="none" strike="noStrike" kern="1200" cap="none" spc="0" normalizeH="0" baseline="0" noProof="0" dirty="0">
                  <a:ln>
                    <a:noFill/>
                  </a:ln>
                  <a:solidFill>
                    <a:srgbClr val="FFFF00"/>
                  </a:solidFill>
                  <a:effectLst/>
                  <a:uLnTx/>
                  <a:uFillTx/>
                  <a:latin typeface="Constantia"/>
                  <a:ea typeface="宋体" pitchFamily="2" charset="-122"/>
                  <a:cs typeface="+mn-cs"/>
                </a:rPr>
                <a:t>冲突可串行化调度</a:t>
              </a:r>
              <a:endParaRPr kumimoji="1" lang="zh-CN" altLang="en-US" sz="2400" b="0" i="0" u="none" strike="noStrike" kern="1200" cap="none" spc="0" normalizeH="0" baseline="0" noProof="0" dirty="0">
                <a:ln>
                  <a:noFill/>
                </a:ln>
                <a:solidFill>
                  <a:srgbClr val="FFFF00"/>
                </a:solidFill>
                <a:effectLst/>
                <a:uLnTx/>
                <a:uFillTx/>
                <a:latin typeface="Constantia"/>
                <a:ea typeface="宋体" pitchFamily="2" charset="-122"/>
                <a:cs typeface="+mn-cs"/>
              </a:endParaRPr>
            </a:p>
          </p:txBody>
        </p:sp>
        <p:sp>
          <p:nvSpPr>
            <p:cNvPr id="11" name="矩形: 圆角 10"/>
            <p:cNvSpPr/>
            <p:nvPr/>
          </p:nvSpPr>
          <p:spPr>
            <a:xfrm>
              <a:off x="5023082" y="4086471"/>
              <a:ext cx="1897331" cy="982497"/>
            </a:xfrm>
            <a:prstGeom prst="roundRect">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2400" b="0" i="0" u="none" strike="noStrike" kern="1200" cap="none" spc="0" normalizeH="0" baseline="0" noProof="0" dirty="0">
                  <a:ln>
                    <a:noFill/>
                  </a:ln>
                  <a:solidFill>
                    <a:prstClr val="white"/>
                  </a:solidFill>
                  <a:effectLst/>
                  <a:uLnTx/>
                  <a:uFillTx/>
                  <a:latin typeface="Constantia"/>
                  <a:ea typeface="宋体" pitchFamily="2" charset="-122"/>
                  <a:cs typeface="+mn-cs"/>
                </a:rPr>
                <a:t>串行调度</a:t>
              </a:r>
              <a:endParaRPr kumimoji="1" lang="zh-CN" altLang="en-US" sz="2400" b="0" i="0" u="none" strike="noStrike" kern="1200" cap="none" spc="0" normalizeH="0" baseline="0" noProof="0" dirty="0">
                <a:ln>
                  <a:noFill/>
                </a:ln>
                <a:solidFill>
                  <a:prstClr val="white"/>
                </a:solidFill>
                <a:effectLst/>
                <a:uLnTx/>
                <a:uFillTx/>
                <a:latin typeface="Constantia"/>
                <a:ea typeface="宋体" pitchFamily="2" charset="-122"/>
                <a:cs typeface="+mn-cs"/>
              </a:endParaRPr>
            </a:p>
          </p:txBody>
        </p:sp>
      </p:grpSp>
    </p:spTree>
  </p:cSld>
  <p:clrMapOvr>
    <a:masterClrMapping/>
  </p:clrMapOvr>
  <p:transition spd="slow"/>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Text Box 2"/>
          <p:cNvSpPr txBox="1">
            <a:spLocks noChangeArrowheads="1"/>
          </p:cNvSpPr>
          <p:nvPr/>
        </p:nvSpPr>
        <p:spPr bwMode="auto">
          <a:xfrm>
            <a:off x="212725" y="717550"/>
            <a:ext cx="8702675" cy="5632311"/>
          </a:xfrm>
          <a:prstGeom prst="rect">
            <a:avLst/>
          </a:prstGeom>
          <a:noFill/>
          <a:ln w="9525">
            <a:noFill/>
            <a:miter lim="800000"/>
          </a:ln>
        </p:spPr>
        <p:txBody>
          <a:bodyPr>
            <a:spAutoFit/>
          </a:bodyPr>
          <a:lstStyle/>
          <a:p>
            <a:r>
              <a:rPr lang="en-US" altLang="zh-CN" b="1" dirty="0">
                <a:latin typeface="黑体" pitchFamily="2" charset="-122"/>
                <a:ea typeface="黑体" pitchFamily="2" charset="-122"/>
              </a:rPr>
              <a:t>11.6 </a:t>
            </a:r>
            <a:r>
              <a:rPr lang="zh-CN" altLang="en-US" b="1" dirty="0">
                <a:latin typeface="黑体" pitchFamily="2" charset="-122"/>
                <a:ea typeface="黑体" pitchFamily="2" charset="-122"/>
              </a:rPr>
              <a:t>两段锁（</a:t>
            </a:r>
            <a:r>
              <a:rPr lang="en-US" altLang="zh-CN" b="1" dirty="0">
                <a:latin typeface="黑体" pitchFamily="2" charset="-122"/>
                <a:ea typeface="黑体" pitchFamily="2" charset="-122"/>
              </a:rPr>
              <a:t>2PL</a:t>
            </a:r>
            <a:r>
              <a:rPr lang="zh-CN" altLang="en-US" b="1" dirty="0">
                <a:latin typeface="黑体" pitchFamily="2" charset="-122"/>
                <a:ea typeface="黑体" pitchFamily="2" charset="-122"/>
              </a:rPr>
              <a:t>：</a:t>
            </a:r>
            <a:r>
              <a:rPr lang="en-US" altLang="zh-CN" b="1" dirty="0">
                <a:latin typeface="黑体" pitchFamily="2" charset="-122"/>
                <a:ea typeface="黑体" pitchFamily="2" charset="-122"/>
              </a:rPr>
              <a:t>two-phase locking</a:t>
            </a:r>
            <a:r>
              <a:rPr lang="zh-CN" altLang="en-US" b="1" dirty="0">
                <a:latin typeface="黑体" pitchFamily="2" charset="-122"/>
                <a:ea typeface="黑体" pitchFamily="2" charset="-122"/>
              </a:rPr>
              <a:t>）协议</a:t>
            </a:r>
            <a:endParaRPr lang="zh-CN" altLang="en-US" b="1" dirty="0">
              <a:latin typeface="黑体" pitchFamily="2" charset="-122"/>
              <a:ea typeface="黑体" pitchFamily="2" charset="-122"/>
            </a:endParaRPr>
          </a:p>
          <a:p>
            <a:r>
              <a:rPr lang="en-US" altLang="zh-CN" b="1" dirty="0">
                <a:latin typeface="黑体" pitchFamily="2" charset="-122"/>
                <a:ea typeface="黑体" pitchFamily="2" charset="-122"/>
              </a:rPr>
              <a:t>11.6.1 </a:t>
            </a:r>
            <a:r>
              <a:rPr lang="zh-CN" altLang="en-US" b="1" dirty="0">
                <a:latin typeface="黑体" pitchFamily="2" charset="-122"/>
                <a:ea typeface="黑体" pitchFamily="2" charset="-122"/>
              </a:rPr>
              <a:t>概述</a:t>
            </a:r>
            <a:endParaRPr lang="zh-CN" altLang="en-US" b="1" dirty="0">
              <a:latin typeface="黑体" pitchFamily="2" charset="-122"/>
              <a:ea typeface="黑体" pitchFamily="2" charset="-122"/>
            </a:endParaRPr>
          </a:p>
          <a:p>
            <a:r>
              <a:rPr lang="en-US" altLang="zh-CN" dirty="0"/>
              <a:t>1) </a:t>
            </a:r>
            <a:r>
              <a:rPr lang="zh-CN" altLang="en-US" dirty="0"/>
              <a:t>封锁协议的概念</a:t>
            </a:r>
            <a:endParaRPr lang="zh-CN" altLang="en-US" dirty="0"/>
          </a:p>
          <a:p>
            <a:r>
              <a:rPr lang="en-US" altLang="zh-CN" dirty="0">
                <a:latin typeface="Times New Roman" panose="02020503050405090304" pitchFamily="18" charset="0"/>
              </a:rPr>
              <a:t>——</a:t>
            </a:r>
            <a:r>
              <a:rPr lang="zh-CN" altLang="en-US" dirty="0"/>
              <a:t>申请、持有和释放锁的规则。</a:t>
            </a:r>
            <a:endParaRPr lang="zh-CN" altLang="en-US" dirty="0"/>
          </a:p>
          <a:p>
            <a:r>
              <a:rPr lang="en-US" altLang="zh-CN" dirty="0"/>
              <a:t>2) </a:t>
            </a:r>
            <a:r>
              <a:rPr lang="zh-CN" altLang="en-US" dirty="0"/>
              <a:t>目的</a:t>
            </a:r>
            <a:endParaRPr lang="zh-CN" altLang="en-US" dirty="0"/>
          </a:p>
          <a:p>
            <a:r>
              <a:rPr lang="en-US" altLang="zh-CN" dirty="0">
                <a:latin typeface="Times New Roman" panose="02020503050405090304" pitchFamily="18" charset="0"/>
              </a:rPr>
              <a:t>——</a:t>
            </a:r>
            <a:r>
              <a:rPr lang="zh-CN" altLang="en-US" dirty="0"/>
              <a:t>实现正确的并发操作调度。	</a:t>
            </a:r>
            <a:endParaRPr lang="zh-CN" altLang="en-US" dirty="0"/>
          </a:p>
          <a:p>
            <a:r>
              <a:rPr lang="en-US" altLang="zh-CN" dirty="0"/>
              <a:t>3) </a:t>
            </a:r>
            <a:r>
              <a:rPr lang="zh-CN" altLang="en-US" dirty="0"/>
              <a:t>锁协议的类别</a:t>
            </a:r>
            <a:endParaRPr lang="zh-CN" altLang="en-US" dirty="0"/>
          </a:p>
          <a:p>
            <a:r>
              <a:rPr lang="zh-CN" altLang="en-US" dirty="0"/>
              <a:t>① 支持一致性维护的三级封锁协议；</a:t>
            </a:r>
            <a:endParaRPr lang="zh-CN" altLang="en-US" dirty="0"/>
          </a:p>
          <a:p>
            <a:r>
              <a:rPr lang="zh-CN" altLang="en-US" dirty="0"/>
              <a:t>② 支持并发调度可串行化的两段锁协议；</a:t>
            </a:r>
            <a:endParaRPr lang="zh-CN" altLang="en-US" dirty="0"/>
          </a:p>
          <a:p>
            <a:r>
              <a:rPr lang="zh-CN" altLang="en-US" dirty="0"/>
              <a:t>③ 避免死锁协议。</a:t>
            </a:r>
            <a:endParaRPr lang="zh-CN" altLang="en-US" dirty="0"/>
          </a:p>
          <a:p>
            <a:endParaRPr lang="zh-CN" altLang="en-US" dirty="0"/>
          </a:p>
          <a:p>
            <a:r>
              <a:rPr lang="en-US" altLang="zh-CN" b="1" dirty="0">
                <a:latin typeface="黑体" pitchFamily="2" charset="-122"/>
                <a:ea typeface="黑体" pitchFamily="2" charset="-122"/>
              </a:rPr>
              <a:t>11.6.2 </a:t>
            </a:r>
            <a:r>
              <a:rPr lang="zh-CN" altLang="en-US" b="1" dirty="0">
                <a:latin typeface="黑体" pitchFamily="2" charset="-122"/>
                <a:ea typeface="黑体" pitchFamily="2" charset="-122"/>
              </a:rPr>
              <a:t>两阶段锁</a:t>
            </a:r>
            <a:endParaRPr lang="zh-CN" altLang="en-US" b="1" dirty="0">
              <a:latin typeface="黑体" pitchFamily="2" charset="-122"/>
              <a:ea typeface="黑体" pitchFamily="2" charset="-122"/>
            </a:endParaRPr>
          </a:p>
          <a:p>
            <a:r>
              <a:rPr lang="en-US" altLang="zh-CN" dirty="0"/>
              <a:t>1</a:t>
            </a:r>
            <a:r>
              <a:rPr lang="zh-CN" altLang="en-US" dirty="0">
                <a:latin typeface="Times New Roman" panose="02020503050405090304" pitchFamily="18" charset="0"/>
              </a:rPr>
              <a:t>）含义</a:t>
            </a:r>
            <a:endParaRPr lang="zh-CN" altLang="en-US" dirty="0"/>
          </a:p>
          <a:p>
            <a:r>
              <a:rPr lang="zh-CN" altLang="en-US" dirty="0">
                <a:latin typeface="Times New Roman" panose="02020503050405090304" pitchFamily="18" charset="0"/>
              </a:rPr>
              <a:t>        事务分为两个阶段，第一阶段称为</a:t>
            </a:r>
            <a:r>
              <a:rPr lang="zh-CN" altLang="en-US" dirty="0">
                <a:solidFill>
                  <a:srgbClr val="FF0000"/>
                </a:solidFill>
                <a:latin typeface="Times New Roman" panose="02020503050405090304" pitchFamily="18" charset="0"/>
              </a:rPr>
              <a:t>扩展阶段</a:t>
            </a:r>
            <a:r>
              <a:rPr lang="zh-CN" altLang="en-US" dirty="0">
                <a:latin typeface="Times New Roman" panose="02020503050405090304" pitchFamily="18" charset="0"/>
              </a:rPr>
              <a:t>（获得锁）；第二阶段称为</a:t>
            </a:r>
            <a:r>
              <a:rPr lang="zh-CN" altLang="en-US" dirty="0">
                <a:solidFill>
                  <a:srgbClr val="FF0000"/>
                </a:solidFill>
                <a:latin typeface="Times New Roman" panose="02020503050405090304" pitchFamily="18" charset="0"/>
              </a:rPr>
              <a:t>收缩阶段</a:t>
            </a:r>
            <a:r>
              <a:rPr lang="zh-CN" altLang="en-US" dirty="0">
                <a:latin typeface="Times New Roman" panose="02020503050405090304" pitchFamily="18" charset="0"/>
              </a:rPr>
              <a:t>（释放锁）。</a:t>
            </a:r>
            <a:endParaRPr lang="zh-CN" altLang="en-US" dirty="0">
              <a:latin typeface="Times New Roman" panose="02020503050405090304" pitchFamily="18" charset="0"/>
            </a:endParaRPr>
          </a:p>
        </p:txBody>
      </p:sp>
      <p:sp>
        <p:nvSpPr>
          <p:cNvPr id="6" name="灯片编号占位符 5"/>
          <p:cNvSpPr>
            <a:spLocks noGrp="1"/>
          </p:cNvSpPr>
          <p:nvPr>
            <p:ph type="sldNum" sz="quarter" idx="12"/>
          </p:nvPr>
        </p:nvSpPr>
        <p:spPr/>
        <p:txBody>
          <a:bodyPr/>
          <a:lstStyle/>
          <a:p>
            <a:pPr>
              <a:defRPr/>
            </a:pPr>
            <a:fld id="{EFBF9CBF-FD36-4E3C-BFBB-319B10038B62}" type="slidenum">
              <a:rPr lang="en-US" altLang="zh-CN"/>
            </a:fld>
            <a:endParaRPr lang="en-US" altLang="zh-CN"/>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object 2"/>
          <p:cNvSpPr/>
          <p:nvPr/>
        </p:nvSpPr>
        <p:spPr bwMode="auto">
          <a:xfrm>
            <a:off x="1828800" y="1838325"/>
            <a:ext cx="5486400" cy="0"/>
          </a:xfrm>
          <a:custGeom>
            <a:avLst/>
            <a:gdLst>
              <a:gd name="T0" fmla="*/ 0 w 5486400"/>
              <a:gd name="T1" fmla="*/ 5486400 w 5486400"/>
              <a:gd name="T2" fmla="*/ 0 60000 65536"/>
              <a:gd name="T3" fmla="*/ 0 60000 65536"/>
            </a:gdLst>
            <a:ahLst/>
            <a:cxnLst>
              <a:cxn ang="T2">
                <a:pos x="T0" y="0"/>
              </a:cxn>
              <a:cxn ang="T3">
                <a:pos x="T1" y="0"/>
              </a:cxn>
            </a:cxnLst>
            <a:rect l="0" t="0" r="r" b="b"/>
            <a:pathLst>
              <a:path w="5486400">
                <a:moveTo>
                  <a:pt x="0" y="0"/>
                </a:moveTo>
                <a:lnTo>
                  <a:pt x="5486400" y="0"/>
                </a:lnTo>
              </a:path>
            </a:pathLst>
          </a:custGeom>
          <a:noFill/>
          <a:ln w="18287">
            <a:solidFill>
              <a:srgbClr val="BEBEBE"/>
            </a:solidFill>
            <a:round/>
          </a:ln>
          <a:extLst>
            <a:ext uri="{909E8E84-426E-40DD-AFC4-6F175D3DCCD1}">
              <a14:hiddenFill xmlns:a14="http://schemas.microsoft.com/office/drawing/2010/main">
                <a:solidFill>
                  <a:srgbClr val="FFFFFF"/>
                </a:solidFill>
              </a14:hiddenFill>
            </a:ext>
          </a:extLst>
        </p:spPr>
        <p:txBody>
          <a:bodyPr lIns="0" tIns="0" rIns="0" bIns="0"/>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prstClr val="black"/>
              </a:solidFill>
              <a:effectLst/>
              <a:uLnTx/>
              <a:uFillTx/>
              <a:latin typeface="Verdana" panose="020B0804030504040204" pitchFamily="34" charset="0"/>
              <a:ea typeface="宋体" pitchFamily="2" charset="-122"/>
              <a:cs typeface="+mn-cs"/>
            </a:endParaRPr>
          </a:p>
        </p:txBody>
      </p:sp>
      <p:sp>
        <p:nvSpPr>
          <p:cNvPr id="3" name="object 3"/>
          <p:cNvSpPr txBox="1">
            <a:spLocks noGrp="1"/>
          </p:cNvSpPr>
          <p:nvPr>
            <p:ph type="title"/>
          </p:nvPr>
        </p:nvSpPr>
        <p:spPr>
          <a:xfrm>
            <a:off x="858838" y="1316038"/>
            <a:ext cx="7426325" cy="554037"/>
          </a:xfrm>
        </p:spPr>
        <p:txBody>
          <a:bodyPr tIns="0" rtlCol="0">
            <a:spAutoFit/>
          </a:bodyPr>
          <a:lstStyle/>
          <a:p>
            <a:pPr marL="1612265">
              <a:defRPr/>
            </a:pPr>
            <a:r>
              <a:rPr lang="zh-CN" altLang="en-US" spc="60" dirty="0"/>
              <a:t>两阶段锁协议</a:t>
            </a:r>
            <a:endParaRPr spc="5" dirty="0"/>
          </a:p>
        </p:txBody>
      </p:sp>
      <p:sp>
        <p:nvSpPr>
          <p:cNvPr id="118788" name="object 4"/>
          <p:cNvSpPr/>
          <p:nvPr/>
        </p:nvSpPr>
        <p:spPr bwMode="auto">
          <a:xfrm>
            <a:off x="1646238" y="4040188"/>
            <a:ext cx="5897562" cy="0"/>
          </a:xfrm>
          <a:custGeom>
            <a:avLst/>
            <a:gdLst>
              <a:gd name="T0" fmla="*/ 0 w 5897245"/>
              <a:gd name="T1" fmla="*/ 5900288 w 5897245"/>
              <a:gd name="T2" fmla="*/ 0 60000 65536"/>
              <a:gd name="T3" fmla="*/ 0 60000 65536"/>
            </a:gdLst>
            <a:ahLst/>
            <a:cxnLst>
              <a:cxn ang="T2">
                <a:pos x="T0" y="0"/>
              </a:cxn>
              <a:cxn ang="T3">
                <a:pos x="T1" y="0"/>
              </a:cxn>
            </a:cxnLst>
            <a:rect l="0" t="0" r="r" b="b"/>
            <a:pathLst>
              <a:path w="5897245">
                <a:moveTo>
                  <a:pt x="0" y="0"/>
                </a:moveTo>
                <a:lnTo>
                  <a:pt x="5897118" y="0"/>
                </a:lnTo>
              </a:path>
            </a:pathLst>
          </a:custGeom>
          <a:noFill/>
          <a:ln w="9525">
            <a:solidFill>
              <a:srgbClr val="A6A6A6"/>
            </a:solidFill>
            <a:round/>
          </a:ln>
          <a:extLst>
            <a:ext uri="{909E8E84-426E-40DD-AFC4-6F175D3DCCD1}">
              <a14:hiddenFill xmlns:a14="http://schemas.microsoft.com/office/drawing/2010/main">
                <a:solidFill>
                  <a:srgbClr val="FFFFFF"/>
                </a:solidFill>
              </a14:hiddenFill>
            </a:ext>
          </a:extLst>
        </p:spPr>
        <p:txBody>
          <a:bodyPr lIns="0" tIns="0" rIns="0" bIns="0"/>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prstClr val="black"/>
              </a:solidFill>
              <a:effectLst/>
              <a:uLnTx/>
              <a:uFillTx/>
              <a:latin typeface="Verdana" panose="020B0804030504040204" pitchFamily="34" charset="0"/>
              <a:ea typeface="宋体" pitchFamily="2" charset="-122"/>
              <a:cs typeface="+mn-cs"/>
            </a:endParaRPr>
          </a:p>
        </p:txBody>
      </p:sp>
      <p:sp>
        <p:nvSpPr>
          <p:cNvPr id="118789" name="object 5"/>
          <p:cNvSpPr/>
          <p:nvPr/>
        </p:nvSpPr>
        <p:spPr bwMode="auto">
          <a:xfrm>
            <a:off x="1646238" y="3687763"/>
            <a:ext cx="5897562" cy="0"/>
          </a:xfrm>
          <a:custGeom>
            <a:avLst/>
            <a:gdLst>
              <a:gd name="T0" fmla="*/ 0 w 5897245"/>
              <a:gd name="T1" fmla="*/ 5900288 w 5897245"/>
              <a:gd name="T2" fmla="*/ 0 60000 65536"/>
              <a:gd name="T3" fmla="*/ 0 60000 65536"/>
            </a:gdLst>
            <a:ahLst/>
            <a:cxnLst>
              <a:cxn ang="T2">
                <a:pos x="T0" y="0"/>
              </a:cxn>
              <a:cxn ang="T3">
                <a:pos x="T1" y="0"/>
              </a:cxn>
            </a:cxnLst>
            <a:rect l="0" t="0" r="r" b="b"/>
            <a:pathLst>
              <a:path w="5897245">
                <a:moveTo>
                  <a:pt x="0" y="0"/>
                </a:moveTo>
                <a:lnTo>
                  <a:pt x="5897118" y="0"/>
                </a:lnTo>
              </a:path>
            </a:pathLst>
          </a:custGeom>
          <a:noFill/>
          <a:ln w="9525">
            <a:solidFill>
              <a:srgbClr val="A6A6A6"/>
            </a:solidFill>
            <a:round/>
          </a:ln>
          <a:extLst>
            <a:ext uri="{909E8E84-426E-40DD-AFC4-6F175D3DCCD1}">
              <a14:hiddenFill xmlns:a14="http://schemas.microsoft.com/office/drawing/2010/main">
                <a:solidFill>
                  <a:srgbClr val="FFFFFF"/>
                </a:solidFill>
              </a14:hiddenFill>
            </a:ext>
          </a:extLst>
        </p:spPr>
        <p:txBody>
          <a:bodyPr lIns="0" tIns="0" rIns="0" bIns="0"/>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prstClr val="black"/>
              </a:solidFill>
              <a:effectLst/>
              <a:uLnTx/>
              <a:uFillTx/>
              <a:latin typeface="Verdana" panose="020B0804030504040204" pitchFamily="34" charset="0"/>
              <a:ea typeface="宋体" pitchFamily="2" charset="-122"/>
              <a:cs typeface="+mn-cs"/>
            </a:endParaRPr>
          </a:p>
        </p:txBody>
      </p:sp>
      <p:sp>
        <p:nvSpPr>
          <p:cNvPr id="118790" name="object 6"/>
          <p:cNvSpPr/>
          <p:nvPr/>
        </p:nvSpPr>
        <p:spPr bwMode="auto">
          <a:xfrm>
            <a:off x="1646238" y="4746625"/>
            <a:ext cx="5897562" cy="0"/>
          </a:xfrm>
          <a:custGeom>
            <a:avLst/>
            <a:gdLst>
              <a:gd name="T0" fmla="*/ 0 w 5897245"/>
              <a:gd name="T1" fmla="*/ 5900288 w 5897245"/>
              <a:gd name="T2" fmla="*/ 0 60000 65536"/>
              <a:gd name="T3" fmla="*/ 0 60000 65536"/>
            </a:gdLst>
            <a:ahLst/>
            <a:cxnLst>
              <a:cxn ang="T2">
                <a:pos x="T0" y="0"/>
              </a:cxn>
              <a:cxn ang="T3">
                <a:pos x="T1" y="0"/>
              </a:cxn>
            </a:cxnLst>
            <a:rect l="0" t="0" r="r" b="b"/>
            <a:pathLst>
              <a:path w="5897245">
                <a:moveTo>
                  <a:pt x="0" y="0"/>
                </a:moveTo>
                <a:lnTo>
                  <a:pt x="5897118" y="0"/>
                </a:lnTo>
              </a:path>
            </a:pathLst>
          </a:custGeom>
          <a:noFill/>
          <a:ln w="9525">
            <a:solidFill>
              <a:srgbClr val="A6A6A6"/>
            </a:solidFill>
            <a:round/>
          </a:ln>
          <a:extLst>
            <a:ext uri="{909E8E84-426E-40DD-AFC4-6F175D3DCCD1}">
              <a14:hiddenFill xmlns:a14="http://schemas.microsoft.com/office/drawing/2010/main">
                <a:solidFill>
                  <a:srgbClr val="FFFFFF"/>
                </a:solidFill>
              </a14:hiddenFill>
            </a:ext>
          </a:extLst>
        </p:spPr>
        <p:txBody>
          <a:bodyPr lIns="0" tIns="0" rIns="0" bIns="0"/>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prstClr val="black"/>
              </a:solidFill>
              <a:effectLst/>
              <a:uLnTx/>
              <a:uFillTx/>
              <a:latin typeface="Verdana" panose="020B0804030504040204" pitchFamily="34" charset="0"/>
              <a:ea typeface="宋体" pitchFamily="2" charset="-122"/>
              <a:cs typeface="+mn-cs"/>
            </a:endParaRPr>
          </a:p>
        </p:txBody>
      </p:sp>
      <p:sp>
        <p:nvSpPr>
          <p:cNvPr id="118791" name="object 7"/>
          <p:cNvSpPr/>
          <p:nvPr/>
        </p:nvSpPr>
        <p:spPr bwMode="auto">
          <a:xfrm>
            <a:off x="1646238" y="4392613"/>
            <a:ext cx="5897562" cy="0"/>
          </a:xfrm>
          <a:custGeom>
            <a:avLst/>
            <a:gdLst>
              <a:gd name="T0" fmla="*/ 0 w 5897245"/>
              <a:gd name="T1" fmla="*/ 5900288 w 5897245"/>
              <a:gd name="T2" fmla="*/ 0 60000 65536"/>
              <a:gd name="T3" fmla="*/ 0 60000 65536"/>
            </a:gdLst>
            <a:ahLst/>
            <a:cxnLst>
              <a:cxn ang="T2">
                <a:pos x="T0" y="0"/>
              </a:cxn>
              <a:cxn ang="T3">
                <a:pos x="T1" y="0"/>
              </a:cxn>
            </a:cxnLst>
            <a:rect l="0" t="0" r="r" b="b"/>
            <a:pathLst>
              <a:path w="5897245">
                <a:moveTo>
                  <a:pt x="0" y="0"/>
                </a:moveTo>
                <a:lnTo>
                  <a:pt x="5897118" y="0"/>
                </a:lnTo>
              </a:path>
            </a:pathLst>
          </a:custGeom>
          <a:noFill/>
          <a:ln w="9525">
            <a:solidFill>
              <a:srgbClr val="A6A6A6"/>
            </a:solidFill>
            <a:round/>
          </a:ln>
          <a:extLst>
            <a:ext uri="{909E8E84-426E-40DD-AFC4-6F175D3DCCD1}">
              <a14:hiddenFill xmlns:a14="http://schemas.microsoft.com/office/drawing/2010/main">
                <a:solidFill>
                  <a:srgbClr val="FFFFFF"/>
                </a:solidFill>
              </a14:hiddenFill>
            </a:ext>
          </a:extLst>
        </p:spPr>
        <p:txBody>
          <a:bodyPr lIns="0" tIns="0" rIns="0" bIns="0"/>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prstClr val="black"/>
              </a:solidFill>
              <a:effectLst/>
              <a:uLnTx/>
              <a:uFillTx/>
              <a:latin typeface="Verdana" panose="020B0804030504040204" pitchFamily="34" charset="0"/>
              <a:ea typeface="宋体" pitchFamily="2" charset="-122"/>
              <a:cs typeface="+mn-cs"/>
            </a:endParaRPr>
          </a:p>
        </p:txBody>
      </p:sp>
      <p:sp>
        <p:nvSpPr>
          <p:cNvPr id="118792" name="object 8"/>
          <p:cNvSpPr/>
          <p:nvPr/>
        </p:nvSpPr>
        <p:spPr bwMode="auto">
          <a:xfrm>
            <a:off x="1646238" y="5100638"/>
            <a:ext cx="5897562" cy="0"/>
          </a:xfrm>
          <a:custGeom>
            <a:avLst/>
            <a:gdLst>
              <a:gd name="T0" fmla="*/ 0 w 5897245"/>
              <a:gd name="T1" fmla="*/ 5900288 w 5897245"/>
              <a:gd name="T2" fmla="*/ 0 60000 65536"/>
              <a:gd name="T3" fmla="*/ 0 60000 65536"/>
            </a:gdLst>
            <a:ahLst/>
            <a:cxnLst>
              <a:cxn ang="T2">
                <a:pos x="T0" y="0"/>
              </a:cxn>
              <a:cxn ang="T3">
                <a:pos x="T1" y="0"/>
              </a:cxn>
            </a:cxnLst>
            <a:rect l="0" t="0" r="r" b="b"/>
            <a:pathLst>
              <a:path w="5897245">
                <a:moveTo>
                  <a:pt x="0" y="0"/>
                </a:moveTo>
                <a:lnTo>
                  <a:pt x="5897118" y="0"/>
                </a:lnTo>
              </a:path>
            </a:pathLst>
          </a:custGeom>
          <a:noFill/>
          <a:ln w="9525">
            <a:solidFill>
              <a:srgbClr val="A6A6A6"/>
            </a:solidFill>
            <a:round/>
          </a:ln>
          <a:extLst>
            <a:ext uri="{909E8E84-426E-40DD-AFC4-6F175D3DCCD1}">
              <a14:hiddenFill xmlns:a14="http://schemas.microsoft.com/office/drawing/2010/main">
                <a:solidFill>
                  <a:srgbClr val="FFFFFF"/>
                </a:solidFill>
              </a14:hiddenFill>
            </a:ext>
          </a:extLst>
        </p:spPr>
        <p:txBody>
          <a:bodyPr lIns="0" tIns="0" rIns="0" bIns="0"/>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prstClr val="black"/>
              </a:solidFill>
              <a:effectLst/>
              <a:uLnTx/>
              <a:uFillTx/>
              <a:latin typeface="Verdana" panose="020B0804030504040204" pitchFamily="34" charset="0"/>
              <a:ea typeface="宋体" pitchFamily="2" charset="-122"/>
              <a:cs typeface="+mn-cs"/>
            </a:endParaRPr>
          </a:p>
        </p:txBody>
      </p:sp>
      <p:sp>
        <p:nvSpPr>
          <p:cNvPr id="118793" name="object 9"/>
          <p:cNvSpPr/>
          <p:nvPr/>
        </p:nvSpPr>
        <p:spPr bwMode="auto">
          <a:xfrm>
            <a:off x="1703388" y="3987800"/>
            <a:ext cx="2881312" cy="1092200"/>
          </a:xfrm>
          <a:custGeom>
            <a:avLst/>
            <a:gdLst>
              <a:gd name="T0" fmla="*/ 2889895 w 2880360"/>
              <a:gd name="T1" fmla="*/ 0 h 1092835"/>
              <a:gd name="T2" fmla="*/ 2168184 w 2880360"/>
              <a:gd name="T3" fmla="*/ 474247 h 1092835"/>
              <a:gd name="T4" fmla="*/ 1444946 w 2880360"/>
              <a:gd name="T5" fmla="*/ 746977 h 1092835"/>
              <a:gd name="T6" fmla="*/ 721708 w 2880360"/>
              <a:gd name="T7" fmla="*/ 950010 h 1092835"/>
              <a:gd name="T8" fmla="*/ 0 w 2880360"/>
              <a:gd name="T9" fmla="*/ 1086375 h 1092835"/>
              <a:gd name="T10" fmla="*/ 2889895 w 2880360"/>
              <a:gd name="T11" fmla="*/ 1086375 h 1092835"/>
              <a:gd name="T12" fmla="*/ 2889895 w 2880360"/>
              <a:gd name="T13" fmla="*/ 0 h 109283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880360" h="1092835">
                <a:moveTo>
                  <a:pt x="2880360" y="0"/>
                </a:moveTo>
                <a:lnTo>
                  <a:pt x="2161032" y="477012"/>
                </a:lnTo>
                <a:lnTo>
                  <a:pt x="1440180" y="751332"/>
                </a:lnTo>
                <a:lnTo>
                  <a:pt x="719328" y="955548"/>
                </a:lnTo>
                <a:lnTo>
                  <a:pt x="0" y="1092708"/>
                </a:lnTo>
                <a:lnTo>
                  <a:pt x="2880360" y="1092708"/>
                </a:lnTo>
                <a:lnTo>
                  <a:pt x="2880360" y="0"/>
                </a:lnTo>
                <a:close/>
              </a:path>
            </a:pathLst>
          </a:custGeom>
          <a:solidFill>
            <a:srgbClr val="464766"/>
          </a:solidFill>
          <a:ln>
            <a:noFill/>
          </a:ln>
          <a:extLst>
            <a:ext uri="{91240B29-F687-4F45-9708-019B960494DF}">
              <a14:hiddenLine xmlns:a14="http://schemas.microsoft.com/office/drawing/2010/main" w="9525">
                <a:solidFill>
                  <a:srgbClr val="000000"/>
                </a:solidFill>
                <a:round/>
              </a14:hiddenLine>
            </a:ext>
          </a:extLst>
        </p:spPr>
        <p:txBody>
          <a:bodyPr lIns="0" tIns="0" rIns="0" bIns="0"/>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prstClr val="black"/>
              </a:solidFill>
              <a:effectLst/>
              <a:uLnTx/>
              <a:uFillTx/>
              <a:latin typeface="Verdana" panose="020B0804030504040204" pitchFamily="34" charset="0"/>
              <a:ea typeface="宋体" pitchFamily="2" charset="-122"/>
              <a:cs typeface="+mn-cs"/>
            </a:endParaRPr>
          </a:p>
        </p:txBody>
      </p:sp>
      <p:sp>
        <p:nvSpPr>
          <p:cNvPr id="118794" name="object 10"/>
          <p:cNvSpPr/>
          <p:nvPr/>
        </p:nvSpPr>
        <p:spPr bwMode="auto">
          <a:xfrm>
            <a:off x="1703388" y="3713163"/>
            <a:ext cx="0" cy="1366837"/>
          </a:xfrm>
          <a:custGeom>
            <a:avLst/>
            <a:gdLst>
              <a:gd name="T0" fmla="*/ 1363861 h 1367154"/>
              <a:gd name="T1" fmla="*/ 0 h 1367154"/>
              <a:gd name="T2" fmla="*/ 0 60000 65536"/>
              <a:gd name="T3" fmla="*/ 0 60000 65536"/>
            </a:gdLst>
            <a:ahLst/>
            <a:cxnLst>
              <a:cxn ang="T2">
                <a:pos x="0" y="T0"/>
              </a:cxn>
              <a:cxn ang="T3">
                <a:pos x="0" y="T1"/>
              </a:cxn>
            </a:cxnLst>
            <a:rect l="0" t="0" r="r" b="b"/>
            <a:pathLst>
              <a:path h="1367154">
                <a:moveTo>
                  <a:pt x="0" y="1367028"/>
                </a:moveTo>
                <a:lnTo>
                  <a:pt x="0" y="0"/>
                </a:lnTo>
              </a:path>
            </a:pathLst>
          </a:custGeom>
          <a:noFill/>
          <a:ln w="9525">
            <a:solidFill>
              <a:srgbClr val="858585"/>
            </a:solidFill>
            <a:round/>
          </a:ln>
          <a:extLst>
            <a:ext uri="{909E8E84-426E-40DD-AFC4-6F175D3DCCD1}">
              <a14:hiddenFill xmlns:a14="http://schemas.microsoft.com/office/drawing/2010/main">
                <a:solidFill>
                  <a:srgbClr val="FFFFFF"/>
                </a:solidFill>
              </a14:hiddenFill>
            </a:ext>
          </a:extLst>
        </p:spPr>
        <p:txBody>
          <a:bodyPr lIns="0" tIns="0" rIns="0" bIns="0"/>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prstClr val="black"/>
              </a:solidFill>
              <a:effectLst/>
              <a:uLnTx/>
              <a:uFillTx/>
              <a:latin typeface="Verdana" panose="020B0804030504040204" pitchFamily="34" charset="0"/>
              <a:ea typeface="宋体" pitchFamily="2" charset="-122"/>
              <a:cs typeface="+mn-cs"/>
            </a:endParaRPr>
          </a:p>
        </p:txBody>
      </p:sp>
      <p:sp>
        <p:nvSpPr>
          <p:cNvPr id="118795" name="object 11"/>
          <p:cNvSpPr/>
          <p:nvPr/>
        </p:nvSpPr>
        <p:spPr bwMode="auto">
          <a:xfrm>
            <a:off x="1703388" y="5080000"/>
            <a:ext cx="2881312" cy="0"/>
          </a:xfrm>
          <a:custGeom>
            <a:avLst/>
            <a:gdLst>
              <a:gd name="T0" fmla="*/ 0 w 2880360"/>
              <a:gd name="T1" fmla="*/ 2889895 w 2880360"/>
              <a:gd name="T2" fmla="*/ 0 60000 65536"/>
              <a:gd name="T3" fmla="*/ 0 60000 65536"/>
            </a:gdLst>
            <a:ahLst/>
            <a:cxnLst>
              <a:cxn ang="T2">
                <a:pos x="T0" y="0"/>
              </a:cxn>
              <a:cxn ang="T3">
                <a:pos x="T1" y="0"/>
              </a:cxn>
            </a:cxnLst>
            <a:rect l="0" t="0" r="r" b="b"/>
            <a:pathLst>
              <a:path w="2880360">
                <a:moveTo>
                  <a:pt x="0" y="0"/>
                </a:moveTo>
                <a:lnTo>
                  <a:pt x="2880360" y="0"/>
                </a:lnTo>
              </a:path>
            </a:pathLst>
          </a:custGeom>
          <a:noFill/>
          <a:ln w="9525">
            <a:solidFill>
              <a:srgbClr val="858585"/>
            </a:solidFill>
            <a:round/>
          </a:ln>
          <a:extLst>
            <a:ext uri="{909E8E84-426E-40DD-AFC4-6F175D3DCCD1}">
              <a14:hiddenFill xmlns:a14="http://schemas.microsoft.com/office/drawing/2010/main">
                <a:solidFill>
                  <a:srgbClr val="FFFFFF"/>
                </a:solidFill>
              </a14:hiddenFill>
            </a:ext>
          </a:extLst>
        </p:spPr>
        <p:txBody>
          <a:bodyPr lIns="0" tIns="0" rIns="0" bIns="0"/>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prstClr val="black"/>
              </a:solidFill>
              <a:effectLst/>
              <a:uLnTx/>
              <a:uFillTx/>
              <a:latin typeface="Verdana" panose="020B0804030504040204" pitchFamily="34" charset="0"/>
              <a:ea typeface="宋体" pitchFamily="2" charset="-122"/>
              <a:cs typeface="+mn-cs"/>
            </a:endParaRPr>
          </a:p>
        </p:txBody>
      </p:sp>
      <p:sp>
        <p:nvSpPr>
          <p:cNvPr id="118796" name="object 12"/>
          <p:cNvSpPr/>
          <p:nvPr/>
        </p:nvSpPr>
        <p:spPr bwMode="auto">
          <a:xfrm>
            <a:off x="4581525" y="3987800"/>
            <a:ext cx="2814638" cy="1092200"/>
          </a:xfrm>
          <a:custGeom>
            <a:avLst/>
            <a:gdLst>
              <a:gd name="T0" fmla="*/ 703298 w 2814954"/>
              <a:gd name="T1" fmla="*/ 0 h 1092835"/>
              <a:gd name="T2" fmla="*/ 0 w 2814954"/>
              <a:gd name="T3" fmla="*/ 0 h 1092835"/>
              <a:gd name="T4" fmla="*/ 0 w 2814954"/>
              <a:gd name="T5" fmla="*/ 1086375 h 1092835"/>
              <a:gd name="T6" fmla="*/ 2811668 w 2814954"/>
              <a:gd name="T7" fmla="*/ 1086375 h 1092835"/>
              <a:gd name="T8" fmla="*/ 2109893 w 2814954"/>
              <a:gd name="T9" fmla="*/ 678795 h 1092835"/>
              <a:gd name="T10" fmla="*/ 1406596 w 2814954"/>
              <a:gd name="T11" fmla="*/ 678795 h 1092835"/>
              <a:gd name="T12" fmla="*/ 703298 w 2814954"/>
              <a:gd name="T13" fmla="*/ 0 h 109283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814954" h="1092835">
                <a:moveTo>
                  <a:pt x="704088" y="0"/>
                </a:moveTo>
                <a:lnTo>
                  <a:pt x="0" y="0"/>
                </a:lnTo>
                <a:lnTo>
                  <a:pt x="0" y="1092708"/>
                </a:lnTo>
                <a:lnTo>
                  <a:pt x="2814828" y="1092708"/>
                </a:lnTo>
                <a:lnTo>
                  <a:pt x="2112263" y="682752"/>
                </a:lnTo>
                <a:lnTo>
                  <a:pt x="1408176" y="682752"/>
                </a:lnTo>
                <a:lnTo>
                  <a:pt x="704088" y="0"/>
                </a:lnTo>
                <a:close/>
              </a:path>
            </a:pathLst>
          </a:custGeom>
          <a:solidFill>
            <a:srgbClr val="636363"/>
          </a:solidFill>
          <a:ln>
            <a:noFill/>
          </a:ln>
          <a:extLst>
            <a:ext uri="{91240B29-F687-4F45-9708-019B960494DF}">
              <a14:hiddenLine xmlns:a14="http://schemas.microsoft.com/office/drawing/2010/main" w="9525">
                <a:solidFill>
                  <a:srgbClr val="000000"/>
                </a:solidFill>
                <a:round/>
              </a14:hiddenLine>
            </a:ext>
          </a:extLst>
        </p:spPr>
        <p:txBody>
          <a:bodyPr lIns="0" tIns="0" rIns="0" bIns="0"/>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prstClr val="black"/>
              </a:solidFill>
              <a:effectLst/>
              <a:uLnTx/>
              <a:uFillTx/>
              <a:latin typeface="Verdana" panose="020B0804030504040204" pitchFamily="34" charset="0"/>
              <a:ea typeface="宋体" pitchFamily="2" charset="-122"/>
              <a:cs typeface="+mn-cs"/>
            </a:endParaRPr>
          </a:p>
        </p:txBody>
      </p:sp>
      <p:sp>
        <p:nvSpPr>
          <p:cNvPr id="118797" name="object 13"/>
          <p:cNvSpPr/>
          <p:nvPr/>
        </p:nvSpPr>
        <p:spPr bwMode="auto">
          <a:xfrm>
            <a:off x="4581525" y="5080000"/>
            <a:ext cx="2814638" cy="0"/>
          </a:xfrm>
          <a:custGeom>
            <a:avLst/>
            <a:gdLst>
              <a:gd name="T0" fmla="*/ 2811668 w 2814954"/>
              <a:gd name="T1" fmla="*/ 0 w 2814954"/>
              <a:gd name="T2" fmla="*/ 0 60000 65536"/>
              <a:gd name="T3" fmla="*/ 0 60000 65536"/>
            </a:gdLst>
            <a:ahLst/>
            <a:cxnLst>
              <a:cxn ang="T2">
                <a:pos x="T0" y="0"/>
              </a:cxn>
              <a:cxn ang="T3">
                <a:pos x="T1" y="0"/>
              </a:cxn>
            </a:cxnLst>
            <a:rect l="0" t="0" r="r" b="b"/>
            <a:pathLst>
              <a:path w="2814954">
                <a:moveTo>
                  <a:pt x="2814828" y="0"/>
                </a:moveTo>
                <a:lnTo>
                  <a:pt x="0" y="0"/>
                </a:lnTo>
              </a:path>
            </a:pathLst>
          </a:custGeom>
          <a:noFill/>
          <a:ln w="9525">
            <a:solidFill>
              <a:srgbClr val="858585"/>
            </a:solidFill>
            <a:round/>
          </a:ln>
          <a:extLst>
            <a:ext uri="{909E8E84-426E-40DD-AFC4-6F175D3DCCD1}">
              <a14:hiddenFill xmlns:a14="http://schemas.microsoft.com/office/drawing/2010/main">
                <a:solidFill>
                  <a:srgbClr val="FFFFFF"/>
                </a:solidFill>
              </a14:hiddenFill>
            </a:ext>
          </a:extLst>
        </p:spPr>
        <p:txBody>
          <a:bodyPr lIns="0" tIns="0" rIns="0" bIns="0"/>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prstClr val="black"/>
              </a:solidFill>
              <a:effectLst/>
              <a:uLnTx/>
              <a:uFillTx/>
              <a:latin typeface="Verdana" panose="020B0804030504040204" pitchFamily="34" charset="0"/>
              <a:ea typeface="宋体" pitchFamily="2" charset="-122"/>
              <a:cs typeface="+mn-cs"/>
            </a:endParaRPr>
          </a:p>
        </p:txBody>
      </p:sp>
      <p:sp>
        <p:nvSpPr>
          <p:cNvPr id="118798" name="object 14"/>
          <p:cNvSpPr/>
          <p:nvPr/>
        </p:nvSpPr>
        <p:spPr bwMode="auto">
          <a:xfrm>
            <a:off x="4589463" y="3689350"/>
            <a:ext cx="0" cy="1422400"/>
          </a:xfrm>
          <a:custGeom>
            <a:avLst/>
            <a:gdLst>
              <a:gd name="T0" fmla="*/ 1427652 h 1421764"/>
              <a:gd name="T1" fmla="*/ 0 h 1421764"/>
              <a:gd name="T2" fmla="*/ 0 60000 65536"/>
              <a:gd name="T3" fmla="*/ 0 60000 65536"/>
            </a:gdLst>
            <a:ahLst/>
            <a:cxnLst>
              <a:cxn ang="T2">
                <a:pos x="0" y="T0"/>
              </a:cxn>
              <a:cxn ang="T3">
                <a:pos x="0" y="T1"/>
              </a:cxn>
            </a:cxnLst>
            <a:rect l="0" t="0" r="r" b="b"/>
            <a:pathLst>
              <a:path h="1421764">
                <a:moveTo>
                  <a:pt x="0" y="1421282"/>
                </a:moveTo>
                <a:lnTo>
                  <a:pt x="0" y="0"/>
                </a:lnTo>
              </a:path>
            </a:pathLst>
          </a:custGeom>
          <a:noFill/>
          <a:ln w="28575">
            <a:solidFill>
              <a:srgbClr val="EE3D42"/>
            </a:solidFill>
            <a:prstDash val="dash"/>
            <a:round/>
          </a:ln>
          <a:extLst>
            <a:ext uri="{909E8E84-426E-40DD-AFC4-6F175D3DCCD1}">
              <a14:hiddenFill xmlns:a14="http://schemas.microsoft.com/office/drawing/2010/main">
                <a:solidFill>
                  <a:srgbClr val="FFFFFF"/>
                </a:solidFill>
              </a14:hiddenFill>
            </a:ext>
          </a:extLst>
        </p:spPr>
        <p:txBody>
          <a:bodyPr lIns="0" tIns="0" rIns="0" bIns="0"/>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prstClr val="black"/>
              </a:solidFill>
              <a:effectLst/>
              <a:uLnTx/>
              <a:uFillTx/>
              <a:latin typeface="Verdana" panose="020B0804030504040204" pitchFamily="34" charset="0"/>
              <a:ea typeface="宋体" pitchFamily="2" charset="-122"/>
              <a:cs typeface="+mn-cs"/>
            </a:endParaRPr>
          </a:p>
        </p:txBody>
      </p:sp>
      <p:sp>
        <p:nvSpPr>
          <p:cNvPr id="118799" name="object 15"/>
          <p:cNvSpPr txBox="1">
            <a:spLocks noChangeArrowheads="1"/>
          </p:cNvSpPr>
          <p:nvPr/>
        </p:nvSpPr>
        <p:spPr bwMode="auto">
          <a:xfrm>
            <a:off x="1527175" y="2254250"/>
            <a:ext cx="5699125" cy="1025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12700">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itchFamily="2" charset="-122"/>
              </a:defRPr>
            </a:lvl5pPr>
            <a:lvl6pPr marL="2514600" indent="-228600" fontAlgn="base">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itchFamily="2" charset="-122"/>
              </a:defRPr>
            </a:lvl6pPr>
            <a:lvl7pPr marL="2971800" indent="-228600" fontAlgn="base">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itchFamily="2" charset="-122"/>
              </a:defRPr>
            </a:lvl7pPr>
            <a:lvl8pPr marL="3429000" indent="-228600" fontAlgn="base">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itchFamily="2" charset="-122"/>
              </a:defRPr>
            </a:lvl8pPr>
            <a:lvl9pPr marL="3886200" indent="-228600" fontAlgn="base">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itchFamily="2" charset="-122"/>
              </a:defRPr>
            </a:lvl9pPr>
          </a:lstStyle>
          <a:p>
            <a:pPr marL="12700" marR="0" lvl="0" indent="0" algn="l" defTabSz="914400" rtl="0" eaLnBrk="1" fontAlgn="base" latinLnBrk="0" hangingPunct="1">
              <a:lnSpc>
                <a:spcPts val="2590"/>
              </a:lnSpc>
              <a:spcBef>
                <a:spcPct val="0"/>
              </a:spcBef>
              <a:spcAft>
                <a:spcPct val="0"/>
              </a:spcAft>
              <a:buClrTx/>
              <a:buSzTx/>
              <a:buFontTx/>
              <a:buNone/>
              <a:defRPr/>
            </a:pPr>
            <a:r>
              <a:rPr kumimoji="1" lang="zh-CN" altLang="en-US" sz="2400" b="0" i="0" u="none" strike="noStrike" kern="1200" cap="none" spc="0" normalizeH="0" baseline="0" noProof="0" dirty="0">
                <a:ln>
                  <a:noFill/>
                </a:ln>
                <a:solidFill>
                  <a:srgbClr val="585858"/>
                </a:solidFill>
                <a:effectLst/>
                <a:uLnTx/>
                <a:uFillTx/>
                <a:latin typeface="Palatino Linotype" panose="02040502050505030304" pitchFamily="18" charset="0"/>
                <a:ea typeface="宋体" pitchFamily="2" charset="-122"/>
                <a:cs typeface="+mn-cs"/>
              </a:rPr>
              <a:t>在</a:t>
            </a:r>
            <a:r>
              <a:rPr kumimoji="1" lang="zh-CN" altLang="en-US" sz="2400" b="0" i="0" u="none" strike="noStrike" kern="1200" cap="none" spc="0" normalizeH="0" baseline="0" noProof="0" dirty="0">
                <a:ln>
                  <a:noFill/>
                </a:ln>
                <a:solidFill>
                  <a:srgbClr val="FF0000"/>
                </a:solidFill>
                <a:effectLst/>
                <a:uLnTx/>
                <a:uFillTx/>
                <a:latin typeface="Palatino Linotype" panose="02040502050505030304" pitchFamily="18" charset="0"/>
                <a:ea typeface="宋体" pitchFamily="2" charset="-122"/>
                <a:cs typeface="+mn-cs"/>
              </a:rPr>
              <a:t>扩展阶段之后</a:t>
            </a:r>
            <a:r>
              <a:rPr kumimoji="1" lang="zh-CN" altLang="en-US" sz="2400" b="0" i="0" u="none" strike="noStrike" kern="1200" cap="none" spc="0" normalizeH="0" baseline="0" noProof="0" dirty="0">
                <a:ln>
                  <a:noFill/>
                </a:ln>
                <a:solidFill>
                  <a:srgbClr val="585858"/>
                </a:solidFill>
                <a:effectLst/>
                <a:uLnTx/>
                <a:uFillTx/>
                <a:latin typeface="Palatino Linotype" panose="02040502050505030304" pitchFamily="18" charset="0"/>
                <a:ea typeface="宋体" pitchFamily="2" charset="-122"/>
                <a:cs typeface="+mn-cs"/>
              </a:rPr>
              <a:t>，事务不允许获得</a:t>
            </a:r>
            <a:r>
              <a:rPr kumimoji="1" lang="en-US" altLang="zh-CN" sz="2400" b="0" i="0" u="none" strike="noStrike" kern="1200" cap="none" spc="0" normalizeH="0" baseline="0" noProof="0" dirty="0">
                <a:ln>
                  <a:noFill/>
                </a:ln>
                <a:solidFill>
                  <a:srgbClr val="585858"/>
                </a:solidFill>
                <a:effectLst/>
                <a:uLnTx/>
                <a:uFillTx/>
                <a:latin typeface="Palatino Linotype" panose="02040502050505030304" pitchFamily="18" charset="0"/>
                <a:ea typeface="宋体" pitchFamily="2" charset="-122"/>
                <a:cs typeface="+mn-cs"/>
              </a:rPr>
              <a:t>/</a:t>
            </a:r>
            <a:r>
              <a:rPr kumimoji="1" lang="zh-CN" altLang="en-US" sz="2400" b="0" i="0" u="none" strike="noStrike" kern="1200" cap="none" spc="0" normalizeH="0" baseline="0" noProof="0" dirty="0">
                <a:ln>
                  <a:noFill/>
                </a:ln>
                <a:solidFill>
                  <a:srgbClr val="585858"/>
                </a:solidFill>
                <a:effectLst/>
                <a:uLnTx/>
                <a:uFillTx/>
                <a:latin typeface="Palatino Linotype" panose="02040502050505030304" pitchFamily="18" charset="0"/>
                <a:ea typeface="宋体" pitchFamily="2" charset="-122"/>
                <a:cs typeface="+mn-cs"/>
              </a:rPr>
              <a:t>更新锁</a:t>
            </a:r>
            <a:r>
              <a:rPr kumimoji="1" lang="zh-CN" altLang="zh-CN" sz="2400" b="0" i="0" u="none" strike="noStrike" kern="1200" cap="none" spc="0" normalizeH="0" baseline="0" noProof="0" dirty="0">
                <a:ln>
                  <a:noFill/>
                </a:ln>
                <a:solidFill>
                  <a:srgbClr val="585858"/>
                </a:solidFill>
                <a:effectLst/>
                <a:uLnTx/>
                <a:uFillTx/>
                <a:latin typeface="Palatino Linotype" panose="02040502050505030304" pitchFamily="18" charset="0"/>
                <a:ea typeface="宋体" pitchFamily="2" charset="-122"/>
                <a:cs typeface="+mn-cs"/>
              </a:rPr>
              <a:t>.</a:t>
            </a:r>
            <a:endParaRPr kumimoji="1" lang="zh-CN" altLang="zh-CN" sz="2400" b="0" i="0" u="none" strike="noStrike" kern="1200" cap="none" spc="0" normalizeH="0" baseline="0" noProof="0" dirty="0">
              <a:ln>
                <a:noFill/>
              </a:ln>
              <a:solidFill>
                <a:prstClr val="black"/>
              </a:solidFill>
              <a:effectLst/>
              <a:uLnTx/>
              <a:uFillTx/>
              <a:latin typeface="Palatino Linotype" panose="02040502050505030304" pitchFamily="18" charset="0"/>
              <a:ea typeface="宋体" pitchFamily="2" charset="-122"/>
              <a:cs typeface="+mn-cs"/>
            </a:endParaRPr>
          </a:p>
          <a:p>
            <a:pPr marL="12700" marR="0" lvl="0" indent="0" algn="l" defTabSz="914400" rtl="0" eaLnBrk="1" fontAlgn="base" latinLnBrk="0" hangingPunct="1">
              <a:lnSpc>
                <a:spcPct val="100000"/>
              </a:lnSpc>
              <a:spcBef>
                <a:spcPts val="25"/>
              </a:spcBef>
              <a:spcAft>
                <a:spcPct val="0"/>
              </a:spcAft>
              <a:buClrTx/>
              <a:buSzTx/>
              <a:buFontTx/>
              <a:buNone/>
              <a:defRPr/>
            </a:pPr>
            <a:endParaRPr kumimoji="1" lang="zh-CN" altLang="zh-CN" sz="21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Times New Roman" panose="02020503050405090304" pitchFamily="18" charset="0"/>
            </a:endParaRPr>
          </a:p>
          <a:p>
            <a:pPr marL="12700" marR="0" lvl="0" indent="0" algn="l" defTabSz="914400" rtl="0" eaLnBrk="1" fontAlgn="base" latinLnBrk="0" hangingPunct="1">
              <a:lnSpc>
                <a:spcPct val="100000"/>
              </a:lnSpc>
              <a:spcBef>
                <a:spcPct val="0"/>
              </a:spcBef>
              <a:spcAft>
                <a:spcPct val="0"/>
              </a:spcAft>
              <a:buClrTx/>
              <a:buSzTx/>
              <a:buFontTx/>
              <a:buNone/>
              <a:defRPr/>
            </a:pPr>
            <a:r>
              <a:rPr kumimoji="1" lang="zh-CN" altLang="en-US" sz="2400" b="0" i="1" u="none" strike="noStrike" kern="1200" cap="none" spc="0" normalizeH="0" baseline="0" noProof="0" dirty="0">
                <a:ln>
                  <a:noFill/>
                </a:ln>
                <a:solidFill>
                  <a:srgbClr val="636363"/>
                </a:solidFill>
                <a:effectLst/>
                <a:uLnTx/>
                <a:uFillTx/>
                <a:latin typeface="Book Antiqua" panose="02040602050305030304" pitchFamily="18" charset="0"/>
                <a:ea typeface="宋体" pitchFamily="2" charset="-122"/>
                <a:cs typeface="+mn-cs"/>
              </a:rPr>
              <a:t>事务生命期</a:t>
            </a:r>
            <a:endParaRPr kumimoji="1" lang="zh-CN" altLang="zh-CN" sz="2400" b="0" i="0" u="none" strike="noStrike" kern="1200" cap="none" spc="0" normalizeH="0" baseline="0" noProof="0" dirty="0">
              <a:ln>
                <a:noFill/>
              </a:ln>
              <a:solidFill>
                <a:prstClr val="black"/>
              </a:solidFill>
              <a:effectLst/>
              <a:uLnTx/>
              <a:uFillTx/>
              <a:latin typeface="Book Antiqua" panose="02040602050305030304" pitchFamily="18" charset="0"/>
              <a:ea typeface="宋体" pitchFamily="2" charset="-122"/>
              <a:cs typeface="+mn-cs"/>
            </a:endParaRPr>
          </a:p>
        </p:txBody>
      </p:sp>
      <p:sp>
        <p:nvSpPr>
          <p:cNvPr id="17" name="object 17"/>
          <p:cNvSpPr txBox="1"/>
          <p:nvPr/>
        </p:nvSpPr>
        <p:spPr>
          <a:xfrm>
            <a:off x="1466974" y="3893160"/>
            <a:ext cx="276999" cy="1011555"/>
          </a:xfrm>
          <a:prstGeom prst="rect">
            <a:avLst/>
          </a:prstGeom>
        </p:spPr>
        <p:txBody>
          <a:bodyPr vert="vert270" lIns="0" tIns="0" rIns="0" bIns="0">
            <a:spAutoFit/>
          </a:bodyPr>
          <a:lstStyle/>
          <a:p>
            <a:pPr marL="12700" marR="0" lvl="0" indent="0" algn="l" defTabSz="914400" rtl="0" eaLnBrk="1" fontAlgn="base" latinLnBrk="0" hangingPunct="1">
              <a:lnSpc>
                <a:spcPct val="100000"/>
              </a:lnSpc>
              <a:spcBef>
                <a:spcPct val="0"/>
              </a:spcBef>
              <a:spcAft>
                <a:spcPct val="0"/>
              </a:spcAft>
              <a:buClrTx/>
              <a:buSzTx/>
              <a:buFontTx/>
              <a:buNone/>
              <a:defRPr/>
            </a:pPr>
            <a:r>
              <a:rPr kumimoji="1" sz="2400" b="0" i="0" u="none" strike="noStrike" kern="1200" cap="none" spc="0" normalizeH="0" baseline="0" noProof="0" dirty="0">
                <a:ln>
                  <a:noFill/>
                </a:ln>
                <a:solidFill>
                  <a:srgbClr val="636363"/>
                </a:solidFill>
                <a:effectLst/>
                <a:uLnTx/>
                <a:uFillTx/>
                <a:latin typeface="Times New Roman" panose="02020503050405090304"/>
                <a:ea typeface="宋体" pitchFamily="2" charset="-122"/>
                <a:cs typeface="Times New Roman" panose="02020503050405090304"/>
              </a:rPr>
              <a:t>#</a:t>
            </a:r>
            <a:r>
              <a:rPr kumimoji="1" sz="2400" b="0" i="0" u="none" strike="noStrike" kern="1200" cap="none" spc="-85" normalizeH="0" baseline="0" noProof="0" dirty="0">
                <a:ln>
                  <a:noFill/>
                </a:ln>
                <a:solidFill>
                  <a:srgbClr val="636363"/>
                </a:solidFill>
                <a:effectLst/>
                <a:uLnTx/>
                <a:uFillTx/>
                <a:latin typeface="Times New Roman" panose="02020503050405090304"/>
                <a:ea typeface="宋体" pitchFamily="2" charset="-122"/>
                <a:cs typeface="Times New Roman" panose="02020503050405090304"/>
              </a:rPr>
              <a:t> </a:t>
            </a:r>
            <a:r>
              <a:rPr kumimoji="1" sz="2400" b="0" i="0" u="none" strike="noStrike" kern="1200" cap="none" spc="0" normalizeH="0" baseline="0" noProof="0" dirty="0">
                <a:ln>
                  <a:noFill/>
                </a:ln>
                <a:solidFill>
                  <a:srgbClr val="636363"/>
                </a:solidFill>
                <a:effectLst/>
                <a:uLnTx/>
                <a:uFillTx/>
                <a:latin typeface="Times New Roman" panose="02020503050405090304"/>
                <a:ea typeface="宋体" pitchFamily="2" charset="-122"/>
                <a:cs typeface="Times New Roman" panose="02020503050405090304"/>
              </a:rPr>
              <a:t>of</a:t>
            </a:r>
            <a:r>
              <a:rPr kumimoji="1" sz="2400" b="0" i="0" u="none" strike="noStrike" kern="1200" cap="none" spc="-85" normalizeH="0" baseline="0" noProof="0" dirty="0">
                <a:ln>
                  <a:noFill/>
                </a:ln>
                <a:solidFill>
                  <a:srgbClr val="636363"/>
                </a:solidFill>
                <a:effectLst/>
                <a:uLnTx/>
                <a:uFillTx/>
                <a:latin typeface="Times New Roman" panose="02020503050405090304"/>
                <a:ea typeface="宋体" pitchFamily="2" charset="-122"/>
                <a:cs typeface="Times New Roman" panose="02020503050405090304"/>
              </a:rPr>
              <a:t> </a:t>
            </a:r>
            <a:r>
              <a:rPr kumimoji="1" sz="2400" b="0" i="0" u="none" strike="noStrike" kern="1200" cap="none" spc="0" normalizeH="0" baseline="0" noProof="0" dirty="0">
                <a:ln>
                  <a:noFill/>
                </a:ln>
                <a:solidFill>
                  <a:srgbClr val="636363"/>
                </a:solidFill>
                <a:effectLst/>
                <a:uLnTx/>
                <a:uFillTx/>
                <a:latin typeface="Times New Roman" panose="02020503050405090304"/>
                <a:ea typeface="宋体" pitchFamily="2" charset="-122"/>
                <a:cs typeface="Times New Roman" panose="02020503050405090304"/>
              </a:rPr>
              <a:t>L</a:t>
            </a:r>
            <a:r>
              <a:rPr kumimoji="1" sz="2400" b="0" i="0" u="none" strike="noStrike" kern="1200" cap="none" spc="5" normalizeH="0" baseline="0" noProof="0" dirty="0">
                <a:ln>
                  <a:noFill/>
                </a:ln>
                <a:solidFill>
                  <a:srgbClr val="636363"/>
                </a:solidFill>
                <a:effectLst/>
                <a:uLnTx/>
                <a:uFillTx/>
                <a:latin typeface="Times New Roman" panose="02020503050405090304"/>
                <a:ea typeface="宋体" pitchFamily="2" charset="-122"/>
                <a:cs typeface="Times New Roman" panose="02020503050405090304"/>
              </a:rPr>
              <a:t>o</a:t>
            </a:r>
            <a:r>
              <a:rPr kumimoji="1" sz="2400" b="0" i="0" u="none" strike="noStrike" kern="1200" cap="none" spc="-5" normalizeH="0" baseline="0" noProof="0" dirty="0">
                <a:ln>
                  <a:noFill/>
                </a:ln>
                <a:solidFill>
                  <a:srgbClr val="636363"/>
                </a:solidFill>
                <a:effectLst/>
                <a:uLnTx/>
                <a:uFillTx/>
                <a:latin typeface="Times New Roman" panose="02020503050405090304"/>
                <a:ea typeface="宋体" pitchFamily="2" charset="-122"/>
                <a:cs typeface="Times New Roman" panose="02020503050405090304"/>
              </a:rPr>
              <a:t>c</a:t>
            </a:r>
            <a:r>
              <a:rPr kumimoji="1" sz="2400" b="0" i="0" u="none" strike="noStrike" kern="1200" cap="none" spc="5" normalizeH="0" baseline="0" noProof="0" dirty="0">
                <a:ln>
                  <a:noFill/>
                </a:ln>
                <a:solidFill>
                  <a:srgbClr val="636363"/>
                </a:solidFill>
                <a:effectLst/>
                <a:uLnTx/>
                <a:uFillTx/>
                <a:latin typeface="Times New Roman" panose="02020503050405090304"/>
                <a:ea typeface="宋体" pitchFamily="2" charset="-122"/>
                <a:cs typeface="Times New Roman" panose="02020503050405090304"/>
              </a:rPr>
              <a:t>k</a:t>
            </a:r>
            <a:r>
              <a:rPr kumimoji="1" sz="2400" b="0" i="0" u="none" strike="noStrike" kern="1200" cap="none" spc="0" normalizeH="0" baseline="0" noProof="0" dirty="0">
                <a:ln>
                  <a:noFill/>
                </a:ln>
                <a:solidFill>
                  <a:srgbClr val="636363"/>
                </a:solidFill>
                <a:effectLst/>
                <a:uLnTx/>
                <a:uFillTx/>
                <a:latin typeface="Times New Roman" panose="02020503050405090304"/>
                <a:ea typeface="宋体" pitchFamily="2" charset="-122"/>
                <a:cs typeface="Times New Roman" panose="02020503050405090304"/>
              </a:rPr>
              <a:t>s</a:t>
            </a:r>
            <a:endParaRPr kumimoji="1" sz="2400" b="0" i="0" u="none" strike="noStrike" kern="1200" cap="none" spc="0" normalizeH="0" baseline="0" noProof="0" dirty="0">
              <a:ln>
                <a:noFill/>
              </a:ln>
              <a:solidFill>
                <a:prstClr val="black"/>
              </a:solidFill>
              <a:effectLst/>
              <a:uLnTx/>
              <a:uFillTx/>
              <a:latin typeface="Times New Roman" panose="02020503050405090304"/>
              <a:ea typeface="宋体" pitchFamily="2" charset="-122"/>
              <a:cs typeface="Times New Roman" panose="02020503050405090304"/>
            </a:endParaRPr>
          </a:p>
        </p:txBody>
      </p:sp>
      <p:sp>
        <p:nvSpPr>
          <p:cNvPr id="118801" name="object 18"/>
          <p:cNvSpPr/>
          <p:nvPr/>
        </p:nvSpPr>
        <p:spPr bwMode="auto">
          <a:xfrm>
            <a:off x="2857500" y="5353050"/>
            <a:ext cx="3314700" cy="647700"/>
          </a:xfrm>
          <a:custGeom>
            <a:avLst/>
            <a:gdLst>
              <a:gd name="T0" fmla="*/ 2990850 w 3314700"/>
              <a:gd name="T1" fmla="*/ 0 h 647700"/>
              <a:gd name="T2" fmla="*/ 2990850 w 3314700"/>
              <a:gd name="T3" fmla="*/ 161925 h 647700"/>
              <a:gd name="T4" fmla="*/ 0 w 3314700"/>
              <a:gd name="T5" fmla="*/ 161925 h 647700"/>
              <a:gd name="T6" fmla="*/ 0 w 3314700"/>
              <a:gd name="T7" fmla="*/ 485775 h 647700"/>
              <a:gd name="T8" fmla="*/ 2990850 w 3314700"/>
              <a:gd name="T9" fmla="*/ 485775 h 647700"/>
              <a:gd name="T10" fmla="*/ 2990850 w 3314700"/>
              <a:gd name="T11" fmla="*/ 647699 h 647700"/>
              <a:gd name="T12" fmla="*/ 3314700 w 3314700"/>
              <a:gd name="T13" fmla="*/ 323850 h 647700"/>
              <a:gd name="T14" fmla="*/ 2990850 w 3314700"/>
              <a:gd name="T15" fmla="*/ 0 h 64770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314700" h="647700">
                <a:moveTo>
                  <a:pt x="2990850" y="0"/>
                </a:moveTo>
                <a:lnTo>
                  <a:pt x="2990850" y="161925"/>
                </a:lnTo>
                <a:lnTo>
                  <a:pt x="0" y="161925"/>
                </a:lnTo>
                <a:lnTo>
                  <a:pt x="0" y="485775"/>
                </a:lnTo>
                <a:lnTo>
                  <a:pt x="2990850" y="485775"/>
                </a:lnTo>
                <a:lnTo>
                  <a:pt x="2990850" y="647699"/>
                </a:lnTo>
                <a:lnTo>
                  <a:pt x="3314700" y="323850"/>
                </a:lnTo>
                <a:lnTo>
                  <a:pt x="2990850" y="0"/>
                </a:lnTo>
                <a:close/>
              </a:path>
            </a:pathLst>
          </a:custGeom>
          <a:solidFill>
            <a:srgbClr val="EE3D42"/>
          </a:solidFill>
          <a:ln>
            <a:noFill/>
          </a:ln>
          <a:extLst>
            <a:ext uri="{91240B29-F687-4F45-9708-019B960494DF}">
              <a14:hiddenLine xmlns:a14="http://schemas.microsoft.com/office/drawing/2010/main" w="9525">
                <a:solidFill>
                  <a:srgbClr val="000000"/>
                </a:solidFill>
                <a:round/>
              </a14:hiddenLine>
            </a:ext>
          </a:extLst>
        </p:spPr>
        <p:txBody>
          <a:bodyPr lIns="0" tIns="0" rIns="0" bIns="0"/>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prstClr val="black"/>
              </a:solidFill>
              <a:effectLst/>
              <a:uLnTx/>
              <a:uFillTx/>
              <a:latin typeface="Verdana" panose="020B0804030504040204" pitchFamily="34" charset="0"/>
              <a:ea typeface="宋体" pitchFamily="2" charset="-122"/>
              <a:cs typeface="+mn-cs"/>
            </a:endParaRPr>
          </a:p>
        </p:txBody>
      </p:sp>
      <p:sp>
        <p:nvSpPr>
          <p:cNvPr id="19" name="object 19"/>
          <p:cNvSpPr txBox="1"/>
          <p:nvPr/>
        </p:nvSpPr>
        <p:spPr>
          <a:xfrm>
            <a:off x="2465388" y="5078413"/>
            <a:ext cx="1319212" cy="277812"/>
          </a:xfrm>
          <a:prstGeom prst="rect">
            <a:avLst/>
          </a:prstGeom>
        </p:spPr>
        <p:txBody>
          <a:bodyPr lIns="0" tIns="0" rIns="0" bIns="0">
            <a:spAutoFit/>
          </a:bodyPr>
          <a:lstStyle/>
          <a:p>
            <a:pPr marL="12700" marR="0" lvl="0" indent="0" algn="l" defTabSz="914400" rtl="0" eaLnBrk="1" fontAlgn="base" latinLnBrk="0" hangingPunct="1">
              <a:lnSpc>
                <a:spcPct val="100000"/>
              </a:lnSpc>
              <a:spcBef>
                <a:spcPct val="0"/>
              </a:spcBef>
              <a:spcAft>
                <a:spcPct val="0"/>
              </a:spcAft>
              <a:buClrTx/>
              <a:buSzTx/>
              <a:buFontTx/>
              <a:buNone/>
              <a:defRPr/>
            </a:pPr>
            <a:r>
              <a:rPr kumimoji="1" lang="zh-CN" altLang="en-US" sz="2400" b="0" i="1" u="none" strike="noStrike" kern="1200" cap="none" spc="-165" normalizeH="0" baseline="0" noProof="0" dirty="0">
                <a:ln>
                  <a:noFill/>
                </a:ln>
                <a:solidFill>
                  <a:srgbClr val="636363"/>
                </a:solidFill>
                <a:effectLst/>
                <a:uLnTx/>
                <a:uFillTx/>
                <a:latin typeface="Book Antiqua" panose="02040602050305030304"/>
                <a:ea typeface="宋体" pitchFamily="2" charset="-122"/>
                <a:cs typeface="Book Antiqua" panose="02040602050305030304"/>
              </a:rPr>
              <a:t>扩展阶段</a:t>
            </a:r>
            <a:endParaRPr kumimoji="1" sz="2400" b="0" i="0" u="none" strike="noStrike" kern="1200" cap="none" spc="0" normalizeH="0" baseline="0" noProof="0" dirty="0">
              <a:ln>
                <a:noFill/>
              </a:ln>
              <a:solidFill>
                <a:prstClr val="black"/>
              </a:solidFill>
              <a:effectLst/>
              <a:uLnTx/>
              <a:uFillTx/>
              <a:latin typeface="Book Antiqua" panose="02040602050305030304"/>
              <a:ea typeface="宋体" pitchFamily="2" charset="-122"/>
              <a:cs typeface="Book Antiqua" panose="02040602050305030304"/>
            </a:endParaRPr>
          </a:p>
        </p:txBody>
      </p:sp>
      <p:sp>
        <p:nvSpPr>
          <p:cNvPr id="20" name="object 20"/>
          <p:cNvSpPr txBox="1"/>
          <p:nvPr/>
        </p:nvSpPr>
        <p:spPr>
          <a:xfrm>
            <a:off x="5384800" y="5078413"/>
            <a:ext cx="1423988" cy="277812"/>
          </a:xfrm>
          <a:prstGeom prst="rect">
            <a:avLst/>
          </a:prstGeom>
        </p:spPr>
        <p:txBody>
          <a:bodyPr lIns="0" tIns="0" rIns="0" bIns="0">
            <a:spAutoFit/>
          </a:bodyPr>
          <a:lstStyle/>
          <a:p>
            <a:pPr marL="12700" marR="0" lvl="0" indent="0" algn="l" defTabSz="914400" rtl="0" eaLnBrk="1" fontAlgn="base" latinLnBrk="0" hangingPunct="1">
              <a:lnSpc>
                <a:spcPct val="100000"/>
              </a:lnSpc>
              <a:spcBef>
                <a:spcPct val="0"/>
              </a:spcBef>
              <a:spcAft>
                <a:spcPct val="0"/>
              </a:spcAft>
              <a:buClrTx/>
              <a:buSzTx/>
              <a:buFontTx/>
              <a:buNone/>
              <a:defRPr/>
            </a:pPr>
            <a:r>
              <a:rPr kumimoji="1" lang="zh-CN" altLang="en-US" sz="2400" b="0" i="1" u="none" strike="noStrike" kern="1200" cap="none" spc="-125" normalizeH="0" baseline="0" noProof="0" dirty="0">
                <a:ln>
                  <a:noFill/>
                </a:ln>
                <a:solidFill>
                  <a:srgbClr val="636363"/>
                </a:solidFill>
                <a:effectLst/>
                <a:uLnTx/>
                <a:uFillTx/>
                <a:latin typeface="Book Antiqua" panose="02040602050305030304"/>
                <a:ea typeface="宋体" pitchFamily="2" charset="-122"/>
                <a:cs typeface="Book Antiqua" panose="02040602050305030304"/>
              </a:rPr>
              <a:t>收缩阶段</a:t>
            </a:r>
            <a:endParaRPr kumimoji="1" sz="2400" b="0" i="0" u="none" strike="noStrike" kern="1200" cap="none" spc="0" normalizeH="0" baseline="0" noProof="0" dirty="0">
              <a:ln>
                <a:noFill/>
              </a:ln>
              <a:solidFill>
                <a:prstClr val="black"/>
              </a:solidFill>
              <a:effectLst/>
              <a:uLnTx/>
              <a:uFillTx/>
              <a:latin typeface="Book Antiqua" panose="02040602050305030304"/>
              <a:ea typeface="宋体" pitchFamily="2" charset="-122"/>
              <a:cs typeface="Book Antiqua" panose="02040602050305030304"/>
            </a:endParaRPr>
          </a:p>
        </p:txBody>
      </p:sp>
      <p:sp>
        <p:nvSpPr>
          <p:cNvPr id="21" name="object 21"/>
          <p:cNvSpPr txBox="1"/>
          <p:nvPr/>
        </p:nvSpPr>
        <p:spPr>
          <a:xfrm>
            <a:off x="4013200" y="5524500"/>
            <a:ext cx="836613" cy="369888"/>
          </a:xfrm>
          <a:prstGeom prst="rect">
            <a:avLst/>
          </a:prstGeom>
        </p:spPr>
        <p:txBody>
          <a:bodyPr lIns="0" tIns="0" rIns="0" bIns="0">
            <a:spAutoFit/>
          </a:bodyPr>
          <a:lstStyle/>
          <a:p>
            <a:pPr marL="12700" marR="0" lvl="0" indent="0" algn="l" defTabSz="914400" rtl="0" eaLnBrk="1" fontAlgn="base" latinLnBrk="0" hangingPunct="1">
              <a:lnSpc>
                <a:spcPct val="100000"/>
              </a:lnSpc>
              <a:spcBef>
                <a:spcPct val="0"/>
              </a:spcBef>
              <a:spcAft>
                <a:spcPct val="0"/>
              </a:spcAft>
              <a:buClrTx/>
              <a:buSzTx/>
              <a:buFontTx/>
              <a:buNone/>
              <a:defRPr/>
            </a:pPr>
            <a:r>
              <a:rPr kumimoji="1" sz="2400" b="0" i="0" u="none" strike="noStrike" kern="1200" cap="none" spc="150" normalizeH="0" baseline="0" noProof="0" dirty="0">
                <a:ln>
                  <a:noFill/>
                </a:ln>
                <a:solidFill>
                  <a:srgbClr val="F1F1F1"/>
                </a:solidFill>
                <a:effectLst/>
                <a:uLnTx/>
                <a:uFillTx/>
                <a:latin typeface="Arial" panose="020B0604020202090204"/>
                <a:ea typeface="宋体" pitchFamily="2" charset="-122"/>
                <a:cs typeface="Arial" panose="020B0604020202090204"/>
              </a:rPr>
              <a:t>T</a:t>
            </a:r>
            <a:r>
              <a:rPr kumimoji="1" sz="2400" b="0" i="0" u="none" strike="noStrike" kern="1200" cap="none" spc="215" normalizeH="0" baseline="0" noProof="0" dirty="0">
                <a:ln>
                  <a:noFill/>
                </a:ln>
                <a:solidFill>
                  <a:srgbClr val="F1F1F1"/>
                </a:solidFill>
                <a:effectLst/>
                <a:uLnTx/>
                <a:uFillTx/>
                <a:latin typeface="Arial" panose="020B0604020202090204"/>
                <a:ea typeface="宋体" pitchFamily="2" charset="-122"/>
                <a:cs typeface="Arial" panose="020B0604020202090204"/>
              </a:rPr>
              <a:t>I</a:t>
            </a:r>
            <a:r>
              <a:rPr kumimoji="1" sz="2400" b="0" i="0" u="none" strike="noStrike" kern="1200" cap="none" spc="275" normalizeH="0" baseline="0" noProof="0" dirty="0">
                <a:ln>
                  <a:noFill/>
                </a:ln>
                <a:solidFill>
                  <a:srgbClr val="F1F1F1"/>
                </a:solidFill>
                <a:effectLst/>
                <a:uLnTx/>
                <a:uFillTx/>
                <a:latin typeface="Arial" panose="020B0604020202090204"/>
                <a:ea typeface="宋体" pitchFamily="2" charset="-122"/>
                <a:cs typeface="Arial" panose="020B0604020202090204"/>
              </a:rPr>
              <a:t>M</a:t>
            </a:r>
            <a:r>
              <a:rPr kumimoji="1" sz="2400" b="0" i="0" u="none" strike="noStrike" kern="1200" cap="none" spc="0" normalizeH="0" baseline="0" noProof="0" dirty="0">
                <a:ln>
                  <a:noFill/>
                </a:ln>
                <a:solidFill>
                  <a:srgbClr val="F1F1F1"/>
                </a:solidFill>
                <a:effectLst/>
                <a:uLnTx/>
                <a:uFillTx/>
                <a:latin typeface="Arial" panose="020B0604020202090204"/>
                <a:ea typeface="宋体" pitchFamily="2" charset="-122"/>
                <a:cs typeface="Arial" panose="020B0604020202090204"/>
              </a:rPr>
              <a:t>E</a:t>
            </a:r>
            <a:endParaRPr kumimoji="1" sz="2400" b="0" i="0" u="none" strike="noStrike" kern="1200" cap="none" spc="0" normalizeH="0" baseline="0" noProof="0">
              <a:ln>
                <a:noFill/>
              </a:ln>
              <a:solidFill>
                <a:prstClr val="black"/>
              </a:solidFill>
              <a:effectLst/>
              <a:uLnTx/>
              <a:uFillTx/>
              <a:latin typeface="Arial" panose="020B0604020202090204"/>
              <a:ea typeface="宋体" pitchFamily="2" charset="-122"/>
              <a:cs typeface="Arial" panose="020B0604020202090204"/>
            </a:endParaRPr>
          </a:p>
        </p:txBody>
      </p:sp>
      <p:sp>
        <p:nvSpPr>
          <p:cNvPr id="22" name="星形: 十二角 21"/>
          <p:cNvSpPr/>
          <p:nvPr/>
        </p:nvSpPr>
        <p:spPr>
          <a:xfrm>
            <a:off x="168932" y="178581"/>
            <a:ext cx="414700" cy="338336"/>
          </a:xfrm>
          <a:prstGeom prst="star12">
            <a:avLst/>
          </a:prstGeom>
          <a:ln>
            <a:solidFill>
              <a:srgbClr val="FF0000"/>
            </a:solidFill>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prstClr val="black"/>
              </a:solidFill>
              <a:effectLst/>
              <a:uLnTx/>
              <a:uFillTx/>
              <a:latin typeface="Constantia"/>
              <a:ea typeface="宋体" pitchFamily="2" charset="-122"/>
              <a:cs typeface="+mn-cs"/>
            </a:endParaRPr>
          </a:p>
        </p:txBody>
      </p:sp>
      <p:sp>
        <p:nvSpPr>
          <p:cNvPr id="2" name="灯片编号占位符 1"/>
          <p:cNvSpPr>
            <a:spLocks noGrp="1"/>
          </p:cNvSpPr>
          <p:nvPr>
            <p:ph type="sldNum" sz="quarter" idx="10"/>
          </p:nvPr>
        </p:nvSpPr>
        <p:spPr/>
        <p:txBody>
          <a:bodyPr/>
          <a:lstStyle/>
          <a:p>
            <a:pPr>
              <a:defRPr/>
            </a:pPr>
            <a:fld id="{F4F04043-1C08-4BBE-97B7-003515CF2E9C}" type="slidenum">
              <a:rPr lang="en-US" altLang="zh-CN" smtClean="0"/>
            </a:fld>
            <a:endParaRPr lang="en-US" altLang="zh-CN"/>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4"/>
          <p:cNvSpPr>
            <a:spLocks noChangeArrowheads="1"/>
          </p:cNvSpPr>
          <p:nvPr/>
        </p:nvSpPr>
        <p:spPr bwMode="auto">
          <a:xfrm>
            <a:off x="250825" y="836613"/>
            <a:ext cx="8569325" cy="3416320"/>
          </a:xfrm>
          <a:prstGeom prst="rect">
            <a:avLst/>
          </a:prstGeom>
          <a:noFill/>
          <a:ln w="9525">
            <a:noFill/>
            <a:miter lim="800000"/>
          </a:ln>
        </p:spPr>
        <p:txBody>
          <a:bodyPr>
            <a:spAutoFit/>
          </a:bodyPr>
          <a:lstStyle/>
          <a:p>
            <a:r>
              <a:rPr lang="zh-CN" altLang="en-US" dirty="0"/>
              <a:t>例：</a:t>
            </a:r>
            <a:r>
              <a:rPr lang="en-US" altLang="zh-CN" dirty="0"/>
              <a:t>T1</a:t>
            </a:r>
            <a:r>
              <a:rPr lang="zh-CN" altLang="en-US" dirty="0"/>
              <a:t>封锁序列：</a:t>
            </a:r>
            <a:endParaRPr lang="zh-CN" altLang="en-US" dirty="0"/>
          </a:p>
          <a:p>
            <a:r>
              <a:rPr lang="en-US" altLang="zh-CN" dirty="0" err="1">
                <a:solidFill>
                  <a:srgbClr val="0066FF"/>
                </a:solidFill>
              </a:rPr>
              <a:t>Slock</a:t>
            </a:r>
            <a:r>
              <a:rPr lang="en-US" altLang="zh-CN" dirty="0">
                <a:solidFill>
                  <a:srgbClr val="0066FF"/>
                </a:solidFill>
              </a:rPr>
              <a:t> A</a:t>
            </a:r>
            <a:r>
              <a:rPr lang="en-US" altLang="zh-CN" dirty="0">
                <a:solidFill>
                  <a:srgbClr val="0066FF"/>
                </a:solidFill>
                <a:latin typeface="Times New Roman" panose="02020503050405090304" pitchFamily="18" charset="0"/>
              </a:rPr>
              <a:t>…</a:t>
            </a:r>
            <a:r>
              <a:rPr lang="en-US" altLang="zh-CN" dirty="0" err="1">
                <a:solidFill>
                  <a:srgbClr val="0066FF"/>
                </a:solidFill>
              </a:rPr>
              <a:t>Slock</a:t>
            </a:r>
            <a:r>
              <a:rPr lang="en-US" altLang="zh-CN" dirty="0">
                <a:solidFill>
                  <a:srgbClr val="0066FF"/>
                </a:solidFill>
              </a:rPr>
              <a:t> B</a:t>
            </a:r>
            <a:r>
              <a:rPr lang="en-US" altLang="zh-CN" dirty="0">
                <a:solidFill>
                  <a:srgbClr val="0066FF"/>
                </a:solidFill>
                <a:latin typeface="Times New Roman" panose="02020503050405090304" pitchFamily="18" charset="0"/>
              </a:rPr>
              <a:t>…</a:t>
            </a:r>
            <a:r>
              <a:rPr lang="en-US" altLang="zh-CN" dirty="0" err="1">
                <a:solidFill>
                  <a:srgbClr val="0066FF"/>
                </a:solidFill>
              </a:rPr>
              <a:t>Xlock</a:t>
            </a:r>
            <a:r>
              <a:rPr lang="en-US" altLang="zh-CN" dirty="0">
                <a:solidFill>
                  <a:srgbClr val="0066FF"/>
                </a:solidFill>
              </a:rPr>
              <a:t> C</a:t>
            </a:r>
            <a:r>
              <a:rPr lang="en-US" altLang="zh-CN" dirty="0">
                <a:solidFill>
                  <a:srgbClr val="0066FF"/>
                </a:solidFill>
                <a:latin typeface="Times New Roman" panose="02020503050405090304" pitchFamily="18" charset="0"/>
              </a:rPr>
              <a:t>…</a:t>
            </a:r>
            <a:r>
              <a:rPr lang="en-US" altLang="zh-CN" dirty="0">
                <a:solidFill>
                  <a:srgbClr val="FF0000"/>
                </a:solidFill>
              </a:rPr>
              <a:t>Unlock B</a:t>
            </a:r>
            <a:r>
              <a:rPr lang="en-US" altLang="zh-CN" dirty="0">
                <a:solidFill>
                  <a:srgbClr val="FF0000"/>
                </a:solidFill>
                <a:latin typeface="Times New Roman" panose="02020503050405090304" pitchFamily="18" charset="0"/>
              </a:rPr>
              <a:t>…</a:t>
            </a:r>
            <a:r>
              <a:rPr lang="en-US" altLang="zh-CN" dirty="0">
                <a:solidFill>
                  <a:srgbClr val="FF0000"/>
                </a:solidFill>
              </a:rPr>
              <a:t>Unlock A</a:t>
            </a:r>
            <a:endParaRPr lang="en-US" altLang="zh-CN" dirty="0">
              <a:solidFill>
                <a:srgbClr val="FF0000"/>
              </a:solidFill>
            </a:endParaRPr>
          </a:p>
          <a:p>
            <a:r>
              <a:rPr lang="en-US" altLang="zh-CN" dirty="0">
                <a:solidFill>
                  <a:srgbClr val="FF0000"/>
                </a:solidFill>
                <a:latin typeface="Times New Roman" panose="02020503050405090304" pitchFamily="18" charset="0"/>
              </a:rPr>
              <a:t>…</a:t>
            </a:r>
            <a:r>
              <a:rPr lang="en-US" altLang="zh-CN" dirty="0">
                <a:solidFill>
                  <a:srgbClr val="FF0000"/>
                </a:solidFill>
              </a:rPr>
              <a:t>Unlock C</a:t>
            </a:r>
            <a:r>
              <a:rPr lang="zh-CN" altLang="en-US" dirty="0">
                <a:solidFill>
                  <a:srgbClr val="FF0000"/>
                </a:solidFill>
              </a:rPr>
              <a:t>；</a:t>
            </a:r>
            <a:endParaRPr lang="zh-CN" altLang="en-US" dirty="0">
              <a:solidFill>
                <a:srgbClr val="FF0000"/>
              </a:solidFill>
            </a:endParaRPr>
          </a:p>
          <a:p>
            <a:r>
              <a:rPr lang="zh-CN" altLang="en-US" dirty="0"/>
              <a:t>正确的遵守</a:t>
            </a:r>
            <a:r>
              <a:rPr lang="en-US" altLang="zh-CN" dirty="0"/>
              <a:t>2PL</a:t>
            </a:r>
            <a:r>
              <a:rPr lang="zh-CN" altLang="en-US" dirty="0"/>
              <a:t>协议，所有获得锁均在释放锁之前。</a:t>
            </a:r>
            <a:endParaRPr lang="zh-CN" altLang="en-US" dirty="0"/>
          </a:p>
          <a:p>
            <a:endParaRPr lang="zh-CN" altLang="en-US" dirty="0"/>
          </a:p>
          <a:p>
            <a:r>
              <a:rPr lang="zh-CN" altLang="en-US" dirty="0"/>
              <a:t>例：</a:t>
            </a:r>
            <a:r>
              <a:rPr lang="en-US" altLang="zh-CN" dirty="0"/>
              <a:t>T2</a:t>
            </a:r>
            <a:r>
              <a:rPr lang="zh-CN" altLang="en-US" dirty="0"/>
              <a:t>封锁序列：</a:t>
            </a:r>
            <a:endParaRPr lang="zh-CN" altLang="en-US" dirty="0"/>
          </a:p>
          <a:p>
            <a:r>
              <a:rPr lang="en-US" altLang="zh-CN" dirty="0" err="1">
                <a:solidFill>
                  <a:srgbClr val="1D22F9"/>
                </a:solidFill>
              </a:rPr>
              <a:t>Slock</a:t>
            </a:r>
            <a:r>
              <a:rPr lang="en-US" altLang="zh-CN" dirty="0">
                <a:solidFill>
                  <a:srgbClr val="1D22F9"/>
                </a:solidFill>
              </a:rPr>
              <a:t> A</a:t>
            </a:r>
            <a:r>
              <a:rPr lang="en-US" altLang="zh-CN" dirty="0">
                <a:solidFill>
                  <a:srgbClr val="1D22F9"/>
                </a:solidFill>
                <a:latin typeface="Times New Roman" panose="02020503050405090304" pitchFamily="18" charset="0"/>
              </a:rPr>
              <a:t>…</a:t>
            </a:r>
            <a:r>
              <a:rPr lang="en-US" altLang="zh-CN" dirty="0">
                <a:solidFill>
                  <a:srgbClr val="FF0000"/>
                </a:solidFill>
              </a:rPr>
              <a:t>Unlock A</a:t>
            </a:r>
            <a:r>
              <a:rPr lang="en-US" altLang="zh-CN" dirty="0">
                <a:solidFill>
                  <a:srgbClr val="1D22F9"/>
                </a:solidFill>
                <a:latin typeface="Times New Roman" panose="02020503050405090304" pitchFamily="18" charset="0"/>
              </a:rPr>
              <a:t>…</a:t>
            </a:r>
            <a:r>
              <a:rPr lang="en-US" altLang="zh-CN" dirty="0" err="1">
                <a:solidFill>
                  <a:srgbClr val="1D22F9"/>
                </a:solidFill>
              </a:rPr>
              <a:t>Slock</a:t>
            </a:r>
            <a:r>
              <a:rPr lang="en-US" altLang="zh-CN" dirty="0">
                <a:solidFill>
                  <a:srgbClr val="1D22F9"/>
                </a:solidFill>
              </a:rPr>
              <a:t> B</a:t>
            </a:r>
            <a:r>
              <a:rPr lang="en-US" altLang="zh-CN" dirty="0">
                <a:solidFill>
                  <a:srgbClr val="1D22F9"/>
                </a:solidFill>
                <a:latin typeface="Times New Roman" panose="02020503050405090304" pitchFamily="18" charset="0"/>
              </a:rPr>
              <a:t>…</a:t>
            </a:r>
            <a:r>
              <a:rPr lang="en-US" altLang="zh-CN" dirty="0" err="1">
                <a:solidFill>
                  <a:srgbClr val="1D22F9"/>
                </a:solidFill>
              </a:rPr>
              <a:t>Xlock</a:t>
            </a:r>
            <a:r>
              <a:rPr lang="en-US" altLang="zh-CN" dirty="0">
                <a:solidFill>
                  <a:srgbClr val="1D22F9"/>
                </a:solidFill>
              </a:rPr>
              <a:t> </a:t>
            </a:r>
            <a:r>
              <a:rPr lang="en-US" altLang="zh-CN" dirty="0">
                <a:solidFill>
                  <a:srgbClr val="FF0000"/>
                </a:solidFill>
              </a:rPr>
              <a:t>C</a:t>
            </a:r>
            <a:r>
              <a:rPr lang="en-US" altLang="zh-CN" dirty="0">
                <a:solidFill>
                  <a:srgbClr val="FF0000"/>
                </a:solidFill>
                <a:latin typeface="Times New Roman" panose="02020503050405090304" pitchFamily="18" charset="0"/>
              </a:rPr>
              <a:t>…</a:t>
            </a:r>
            <a:r>
              <a:rPr lang="en-US" altLang="zh-CN" dirty="0">
                <a:solidFill>
                  <a:srgbClr val="FF0000"/>
                </a:solidFill>
              </a:rPr>
              <a:t>Unlock C</a:t>
            </a:r>
            <a:endParaRPr lang="en-US" altLang="zh-CN" dirty="0">
              <a:solidFill>
                <a:srgbClr val="FF0000"/>
              </a:solidFill>
            </a:endParaRPr>
          </a:p>
          <a:p>
            <a:r>
              <a:rPr lang="en-US" altLang="zh-CN" dirty="0">
                <a:solidFill>
                  <a:srgbClr val="FF0000"/>
                </a:solidFill>
                <a:latin typeface="Times New Roman" panose="02020503050405090304" pitchFamily="18" charset="0"/>
              </a:rPr>
              <a:t>…</a:t>
            </a:r>
            <a:r>
              <a:rPr lang="en-US" altLang="zh-CN" dirty="0">
                <a:solidFill>
                  <a:srgbClr val="FF0000"/>
                </a:solidFill>
              </a:rPr>
              <a:t>Unlock B</a:t>
            </a:r>
            <a:r>
              <a:rPr lang="zh-CN" altLang="en-US" dirty="0">
                <a:solidFill>
                  <a:srgbClr val="FF0000"/>
                </a:solidFill>
              </a:rPr>
              <a:t>；</a:t>
            </a:r>
            <a:endParaRPr lang="zh-CN" altLang="en-US" dirty="0">
              <a:solidFill>
                <a:srgbClr val="FF0000"/>
              </a:solidFill>
            </a:endParaRPr>
          </a:p>
          <a:p>
            <a:r>
              <a:rPr lang="zh-CN" altLang="en-US" dirty="0"/>
              <a:t>不正确（未遵守</a:t>
            </a:r>
            <a:r>
              <a:rPr lang="en-US" altLang="zh-CN" dirty="0"/>
              <a:t>2PL</a:t>
            </a:r>
            <a:r>
              <a:rPr lang="zh-CN" altLang="en-US" dirty="0"/>
              <a:t>协议）：不是所有申请锁均在释放之前。</a:t>
            </a:r>
            <a:endParaRPr lang="zh-CN" altLang="en-US" dirty="0"/>
          </a:p>
        </p:txBody>
      </p:sp>
      <p:sp>
        <p:nvSpPr>
          <p:cNvPr id="6" name="灯片编号占位符 5"/>
          <p:cNvSpPr>
            <a:spLocks noGrp="1"/>
          </p:cNvSpPr>
          <p:nvPr>
            <p:ph type="sldNum" sz="quarter" idx="12"/>
          </p:nvPr>
        </p:nvSpPr>
        <p:spPr/>
        <p:txBody>
          <a:bodyPr/>
          <a:lstStyle/>
          <a:p>
            <a:pPr>
              <a:defRPr/>
            </a:pPr>
            <a:fld id="{0AFF1DF8-1E18-40D5-933A-F6CEFEC3DF9B}" type="slidenum">
              <a:rPr lang="en-US" altLang="zh-CN"/>
            </a:fld>
            <a:endParaRPr lang="en-US" altLang="zh-CN"/>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ChangeArrowheads="1"/>
          </p:cNvSpPr>
          <p:nvPr/>
        </p:nvSpPr>
        <p:spPr bwMode="auto">
          <a:xfrm>
            <a:off x="304800" y="765175"/>
            <a:ext cx="8534400" cy="3378200"/>
          </a:xfrm>
          <a:prstGeom prst="rect">
            <a:avLst/>
          </a:prstGeom>
          <a:noFill/>
          <a:ln w="9525">
            <a:noFill/>
            <a:miter lim="800000"/>
          </a:ln>
        </p:spPr>
        <p:txBody>
          <a:bodyPr>
            <a:spAutoFit/>
          </a:bodyPr>
          <a:lstStyle/>
          <a:p>
            <a:pPr>
              <a:spcBef>
                <a:spcPct val="50000"/>
              </a:spcBef>
            </a:pPr>
            <a:r>
              <a:rPr lang="en-US" altLang="zh-CN" dirty="0"/>
              <a:t>2</a:t>
            </a:r>
            <a:r>
              <a:rPr lang="zh-CN" altLang="en-US" dirty="0">
                <a:latin typeface="Times New Roman" panose="02020503050405090304" pitchFamily="18" charset="0"/>
              </a:rPr>
              <a:t>）策略</a:t>
            </a:r>
            <a:endParaRPr lang="zh-CN" altLang="en-US" dirty="0"/>
          </a:p>
          <a:p>
            <a:pPr>
              <a:spcBef>
                <a:spcPct val="50000"/>
              </a:spcBef>
            </a:pPr>
            <a:r>
              <a:rPr lang="zh-CN" altLang="en-US" dirty="0">
                <a:latin typeface="宋体" pitchFamily="2" charset="-122"/>
              </a:rPr>
              <a:t>①</a:t>
            </a:r>
            <a:r>
              <a:rPr lang="zh-CN" altLang="en-US" dirty="0"/>
              <a:t> </a:t>
            </a:r>
            <a:r>
              <a:rPr lang="zh-CN" altLang="en-US" dirty="0">
                <a:latin typeface="Times New Roman" panose="02020503050405090304" pitchFamily="18" charset="0"/>
              </a:rPr>
              <a:t>在对任何数据读、写之前，须先获得该数据锁（且）；</a:t>
            </a:r>
            <a:endParaRPr lang="zh-CN" altLang="en-US" dirty="0"/>
          </a:p>
          <a:p>
            <a:pPr>
              <a:spcBef>
                <a:spcPct val="50000"/>
              </a:spcBef>
            </a:pPr>
            <a:r>
              <a:rPr lang="zh-CN" altLang="en-US" dirty="0">
                <a:latin typeface="宋体" pitchFamily="2" charset="-122"/>
              </a:rPr>
              <a:t>②</a:t>
            </a:r>
            <a:r>
              <a:rPr lang="zh-CN" altLang="en-US" dirty="0"/>
              <a:t> </a:t>
            </a:r>
            <a:r>
              <a:rPr lang="zh-CN" altLang="en-US" dirty="0">
                <a:latin typeface="Times New Roman" panose="02020503050405090304" pitchFamily="18" charset="0"/>
              </a:rPr>
              <a:t>在释放一个封锁之后，该事务不能再申请任何其它锁。</a:t>
            </a:r>
            <a:endParaRPr lang="zh-CN" altLang="en-US" dirty="0">
              <a:latin typeface="Times New Roman" panose="02020503050405090304" pitchFamily="18" charset="0"/>
            </a:endParaRPr>
          </a:p>
          <a:p>
            <a:endParaRPr lang="zh-CN" altLang="en-US" dirty="0"/>
          </a:p>
          <a:p>
            <a:r>
              <a:rPr lang="en-US" altLang="zh-CN" dirty="0"/>
              <a:t>3</a:t>
            </a:r>
            <a:r>
              <a:rPr lang="zh-CN" altLang="en-US" dirty="0">
                <a:latin typeface="Times New Roman" panose="02020503050405090304" pitchFamily="18" charset="0"/>
              </a:rPr>
              <a:t>）目标</a:t>
            </a:r>
            <a:endParaRPr lang="zh-CN" altLang="en-US" dirty="0"/>
          </a:p>
          <a:p>
            <a:r>
              <a:rPr lang="zh-CN" altLang="en-US" dirty="0">
                <a:latin typeface="Times New Roman" panose="02020503050405090304" pitchFamily="18" charset="0"/>
              </a:rPr>
              <a:t>实现并发操作调度的可串行化。</a:t>
            </a:r>
            <a:endParaRPr lang="zh-CN" altLang="en-US" dirty="0"/>
          </a:p>
          <a:p>
            <a:r>
              <a:rPr lang="zh-CN" altLang="en-US" dirty="0">
                <a:latin typeface="Times New Roman" panose="02020503050405090304" pitchFamily="18" charset="0"/>
              </a:rPr>
              <a:t>（释放一个锁之后又继续去获得另一个锁的事务仍然可能产生错误结果）</a:t>
            </a:r>
            <a:endParaRPr lang="zh-CN" altLang="en-US" dirty="0">
              <a:latin typeface="Times New Roman" panose="02020503050405090304" pitchFamily="18" charset="0"/>
            </a:endParaRPr>
          </a:p>
        </p:txBody>
      </p:sp>
      <p:sp>
        <p:nvSpPr>
          <p:cNvPr id="6" name="灯片编号占位符 5"/>
          <p:cNvSpPr>
            <a:spLocks noGrp="1"/>
          </p:cNvSpPr>
          <p:nvPr>
            <p:ph type="sldNum" sz="quarter" idx="12"/>
          </p:nvPr>
        </p:nvSpPr>
        <p:spPr/>
        <p:txBody>
          <a:bodyPr/>
          <a:lstStyle/>
          <a:p>
            <a:pPr>
              <a:defRPr/>
            </a:pPr>
            <a:fld id="{68B7FF54-ABF6-4C1E-A44F-70496491CCB7}" type="slidenum">
              <a:rPr lang="en-US" altLang="zh-CN"/>
            </a:fld>
            <a:endParaRPr lang="en-US" altLang="zh-CN"/>
          </a:p>
        </p:txBody>
      </p:sp>
      <p:sp>
        <p:nvSpPr>
          <p:cNvPr id="2" name="圆角矩形标注 1"/>
          <p:cNvSpPr/>
          <p:nvPr/>
        </p:nvSpPr>
        <p:spPr>
          <a:xfrm>
            <a:off x="5652120" y="4581128"/>
            <a:ext cx="1512168" cy="864096"/>
          </a:xfrm>
          <a:prstGeom prst="wedgeRoundRectCallout">
            <a:avLst>
              <a:gd name="adj1" fmla="val -67667"/>
              <a:gd name="adj2" fmla="val -98307"/>
              <a:gd name="adj3" fmla="val 16667"/>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dirty="0"/>
              <a:t>到什么时候释放？</a:t>
            </a:r>
            <a:endParaRPr lang="zh-CN" altLang="en-US"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Text Box 2"/>
          <p:cNvSpPr txBox="1">
            <a:spLocks noChangeArrowheads="1"/>
          </p:cNvSpPr>
          <p:nvPr/>
        </p:nvSpPr>
        <p:spPr bwMode="auto">
          <a:xfrm>
            <a:off x="212725" y="107950"/>
            <a:ext cx="8702675" cy="6740307"/>
          </a:xfrm>
          <a:prstGeom prst="rect">
            <a:avLst/>
          </a:prstGeom>
          <a:noFill/>
          <a:ln w="9525">
            <a:noFill/>
            <a:miter lim="800000"/>
          </a:ln>
        </p:spPr>
        <p:txBody>
          <a:bodyPr>
            <a:spAutoFit/>
          </a:bodyPr>
          <a:lstStyle/>
          <a:p>
            <a:r>
              <a:rPr lang="en-US" altLang="zh-CN" dirty="0"/>
              <a:t>4</a:t>
            </a:r>
            <a:r>
              <a:rPr lang="zh-CN" altLang="en-US" dirty="0">
                <a:latin typeface="Times New Roman" panose="02020503050405090304" pitchFamily="18" charset="0"/>
              </a:rPr>
              <a:t>）</a:t>
            </a:r>
            <a:r>
              <a:rPr lang="zh-CN" altLang="en-US" b="1" dirty="0">
                <a:latin typeface="微软雅黑" charset="-122"/>
                <a:ea typeface="微软雅黑" charset="-122"/>
              </a:rPr>
              <a:t>定理</a:t>
            </a:r>
            <a:endParaRPr lang="zh-CN" altLang="en-US" b="1" dirty="0">
              <a:latin typeface="微软雅黑" charset="-122"/>
              <a:ea typeface="微软雅黑" charset="-122"/>
            </a:endParaRPr>
          </a:p>
          <a:p>
            <a:r>
              <a:rPr lang="zh-CN" altLang="en-US" dirty="0">
                <a:latin typeface="Times New Roman" panose="02020503050405090304" pitchFamily="18" charset="0"/>
              </a:rPr>
              <a:t>        </a:t>
            </a:r>
            <a:r>
              <a:rPr lang="zh-CN" altLang="en-US" b="1" dirty="0">
                <a:latin typeface="微软雅黑" charset="-122"/>
                <a:ea typeface="微软雅黑" charset="-122"/>
              </a:rPr>
              <a:t>若所有事务都</a:t>
            </a:r>
            <a:r>
              <a:rPr lang="zh-CN" altLang="en-US" b="1" dirty="0">
                <a:solidFill>
                  <a:srgbClr val="FF0000"/>
                </a:solidFill>
                <a:latin typeface="微软雅黑" charset="-122"/>
                <a:ea typeface="微软雅黑" charset="-122"/>
              </a:rPr>
              <a:t>严格</a:t>
            </a:r>
            <a:r>
              <a:rPr lang="zh-CN" altLang="en-US" b="1" dirty="0">
                <a:latin typeface="微软雅黑" charset="-122"/>
                <a:ea typeface="微软雅黑" charset="-122"/>
              </a:rPr>
              <a:t>遵守</a:t>
            </a:r>
            <a:r>
              <a:rPr lang="en-US" altLang="zh-CN" b="1" dirty="0">
                <a:latin typeface="微软雅黑" charset="-122"/>
                <a:ea typeface="微软雅黑" charset="-122"/>
              </a:rPr>
              <a:t>2PL</a:t>
            </a:r>
            <a:r>
              <a:rPr lang="zh-CN" altLang="en-US" b="1" dirty="0">
                <a:latin typeface="微软雅黑" charset="-122"/>
                <a:ea typeface="微软雅黑" charset="-122"/>
              </a:rPr>
              <a:t>协议，则对这些事务的所有并发调度策略都是可串行化的。</a:t>
            </a:r>
            <a:endParaRPr lang="zh-CN" altLang="en-US" b="1" dirty="0">
              <a:latin typeface="微软雅黑" charset="-122"/>
              <a:ea typeface="微软雅黑" charset="-122"/>
            </a:endParaRPr>
          </a:p>
          <a:p>
            <a:endParaRPr lang="zh-CN" altLang="en-US" dirty="0">
              <a:latin typeface="Times New Roman" panose="02020503050405090304" pitchFamily="18" charset="0"/>
            </a:endParaRPr>
          </a:p>
          <a:p>
            <a:r>
              <a:rPr lang="zh-CN" altLang="en-US" dirty="0">
                <a:latin typeface="Times New Roman" panose="02020503050405090304" pitchFamily="18" charset="0"/>
              </a:rPr>
              <a:t>证明步骤：</a:t>
            </a:r>
            <a:endParaRPr lang="zh-CN" altLang="en-US" dirty="0"/>
          </a:p>
          <a:p>
            <a:r>
              <a:rPr lang="zh-CN" altLang="en-US" dirty="0">
                <a:latin typeface="宋体" pitchFamily="2" charset="-122"/>
              </a:rPr>
              <a:t>①</a:t>
            </a:r>
            <a:r>
              <a:rPr lang="zh-CN" altLang="en-US" dirty="0"/>
              <a:t> </a:t>
            </a:r>
            <a:r>
              <a:rPr lang="zh-CN" altLang="en-US" dirty="0">
                <a:latin typeface="Times New Roman" panose="02020503050405090304" pitchFamily="18" charset="0"/>
              </a:rPr>
              <a:t>按</a:t>
            </a:r>
            <a:r>
              <a:rPr lang="en-US" altLang="zh-CN" dirty="0"/>
              <a:t>Lock</a:t>
            </a:r>
            <a:r>
              <a:rPr lang="zh-CN" altLang="en-US" dirty="0">
                <a:latin typeface="Times New Roman" panose="02020503050405090304" pitchFamily="18" charset="0"/>
              </a:rPr>
              <a:t>、</a:t>
            </a:r>
            <a:r>
              <a:rPr lang="en-US" altLang="zh-CN" dirty="0" err="1"/>
              <a:t>UnLock</a:t>
            </a:r>
            <a:r>
              <a:rPr lang="zh-CN" altLang="en-US" dirty="0"/>
              <a:t>操作中</a:t>
            </a:r>
            <a:r>
              <a:rPr lang="zh-CN" altLang="en-US" dirty="0">
                <a:solidFill>
                  <a:srgbClr val="FF0000"/>
                </a:solidFill>
              </a:rPr>
              <a:t>冲突等待关系的拓扑结构</a:t>
            </a:r>
            <a:r>
              <a:rPr lang="zh-CN" altLang="en-US" dirty="0">
                <a:latin typeface="Times New Roman" panose="02020503050405090304" pitchFamily="18" charset="0"/>
              </a:rPr>
              <a:t>建立有向图</a:t>
            </a:r>
            <a:r>
              <a:rPr lang="en-US" altLang="zh-CN" dirty="0"/>
              <a:t>G</a:t>
            </a:r>
            <a:r>
              <a:rPr lang="zh-CN" altLang="en-US" dirty="0">
                <a:latin typeface="Times New Roman" panose="02020503050405090304" pitchFamily="18" charset="0"/>
              </a:rPr>
              <a:t>；</a:t>
            </a:r>
            <a:endParaRPr lang="zh-CN" altLang="en-US" dirty="0"/>
          </a:p>
          <a:p>
            <a:r>
              <a:rPr lang="zh-CN" altLang="en-US" dirty="0">
                <a:latin typeface="宋体" pitchFamily="2" charset="-122"/>
              </a:rPr>
              <a:t>② 假设不是可串行化调度；</a:t>
            </a:r>
            <a:endParaRPr lang="zh-CN" altLang="en-US" dirty="0"/>
          </a:p>
          <a:p>
            <a:r>
              <a:rPr lang="zh-CN" altLang="en-US" dirty="0">
                <a:latin typeface="宋体" pitchFamily="2" charset="-122"/>
              </a:rPr>
              <a:t>③ 在锁机制的背景下，</a:t>
            </a:r>
            <a:r>
              <a:rPr lang="en-US" altLang="zh-CN" dirty="0">
                <a:latin typeface="宋体" pitchFamily="2" charset="-122"/>
              </a:rPr>
              <a:t>G</a:t>
            </a:r>
            <a:r>
              <a:rPr lang="zh-CN" altLang="en-US" dirty="0">
                <a:latin typeface="宋体" pitchFamily="2" charset="-122"/>
              </a:rPr>
              <a:t>中必存在冲突环路（</a:t>
            </a:r>
            <a:r>
              <a:rPr lang="zh-CN" altLang="en-US" dirty="0">
                <a:solidFill>
                  <a:srgbClr val="FF0000"/>
                </a:solidFill>
                <a:latin typeface="宋体" pitchFamily="2" charset="-122"/>
              </a:rPr>
              <a:t>虫洞定理</a:t>
            </a:r>
            <a:r>
              <a:rPr lang="zh-CN" altLang="en-US" dirty="0">
                <a:latin typeface="宋体" pitchFamily="2" charset="-122"/>
              </a:rPr>
              <a:t>）：</a:t>
            </a:r>
            <a:endParaRPr lang="zh-CN" altLang="en-US" dirty="0"/>
          </a:p>
          <a:p>
            <a:r>
              <a:rPr lang="en-US" altLang="zh-CN" dirty="0">
                <a:latin typeface="宋体" pitchFamily="2" charset="-122"/>
              </a:rPr>
              <a:t>Ti1→Ti2→</a:t>
            </a:r>
            <a:r>
              <a:rPr lang="en-US" altLang="zh-CN" dirty="0">
                <a:latin typeface="Times New Roman" panose="02020503050405090304" pitchFamily="18" charset="0"/>
              </a:rPr>
              <a:t>……</a:t>
            </a:r>
            <a:r>
              <a:rPr lang="en-US" altLang="zh-CN" dirty="0">
                <a:latin typeface="宋体" pitchFamily="2" charset="-122"/>
              </a:rPr>
              <a:t>→Tjp→Ti1</a:t>
            </a:r>
            <a:r>
              <a:rPr lang="zh-CN" altLang="en-US" dirty="0">
                <a:latin typeface="宋体" pitchFamily="2" charset="-122"/>
              </a:rPr>
              <a:t>；其中某个冲突事务获得锁的前提是前面的冲突事务释放锁。</a:t>
            </a:r>
            <a:endParaRPr lang="zh-CN" altLang="en-US" dirty="0"/>
          </a:p>
          <a:p>
            <a:r>
              <a:rPr lang="zh-CN" altLang="en-US" dirty="0">
                <a:latin typeface="宋体" pitchFamily="2" charset="-122"/>
              </a:rPr>
              <a:t>④ </a:t>
            </a:r>
            <a:r>
              <a:rPr lang="en-US" altLang="zh-CN" dirty="0">
                <a:latin typeface="宋体" pitchFamily="2" charset="-122"/>
              </a:rPr>
              <a:t>Ti1</a:t>
            </a:r>
            <a:r>
              <a:rPr lang="zh-CN" altLang="en-US" dirty="0">
                <a:latin typeface="宋体" pitchFamily="2" charset="-122"/>
              </a:rPr>
              <a:t>解锁后又有</a:t>
            </a:r>
            <a:r>
              <a:rPr lang="en-US" altLang="zh-CN" dirty="0">
                <a:latin typeface="宋体" pitchFamily="2" charset="-122"/>
              </a:rPr>
              <a:t>Ti1</a:t>
            </a:r>
            <a:r>
              <a:rPr lang="zh-CN" altLang="en-US" dirty="0">
                <a:latin typeface="宋体" pitchFamily="2" charset="-122"/>
              </a:rPr>
              <a:t>加锁；</a:t>
            </a:r>
            <a:endParaRPr lang="zh-CN" altLang="en-US" dirty="0"/>
          </a:p>
          <a:p>
            <a:r>
              <a:rPr lang="zh-CN" altLang="en-US" dirty="0">
                <a:latin typeface="宋体" pitchFamily="2" charset="-122"/>
              </a:rPr>
              <a:t>⑤ </a:t>
            </a:r>
            <a:r>
              <a:rPr lang="zh-CN" altLang="en-US" dirty="0">
                <a:latin typeface="Times New Roman" panose="02020503050405090304" pitchFamily="18" charset="0"/>
              </a:rPr>
              <a:t>“</a:t>
            </a:r>
            <a:r>
              <a:rPr lang="zh-CN" altLang="en-US" dirty="0">
                <a:latin typeface="宋体" pitchFamily="2" charset="-122"/>
              </a:rPr>
              <a:t>④</a:t>
            </a:r>
            <a:r>
              <a:rPr lang="zh-CN" altLang="en-US" dirty="0">
                <a:latin typeface="Times New Roman" panose="02020503050405090304" pitchFamily="18" charset="0"/>
              </a:rPr>
              <a:t>”</a:t>
            </a:r>
            <a:r>
              <a:rPr lang="zh-CN" altLang="en-US" dirty="0">
                <a:latin typeface="宋体" pitchFamily="2" charset="-122"/>
              </a:rPr>
              <a:t>与</a:t>
            </a:r>
            <a:r>
              <a:rPr lang="en-US" altLang="zh-CN" dirty="0">
                <a:latin typeface="宋体" pitchFamily="2" charset="-122"/>
              </a:rPr>
              <a:t>Ti1</a:t>
            </a:r>
            <a:r>
              <a:rPr lang="zh-CN" altLang="en-US" dirty="0">
                <a:latin typeface="宋体" pitchFamily="2" charset="-122"/>
              </a:rPr>
              <a:t>的两阶段事务假设矛盾。</a:t>
            </a:r>
            <a:endParaRPr lang="zh-CN" altLang="en-US" dirty="0"/>
          </a:p>
          <a:p>
            <a:r>
              <a:rPr lang="zh-CN" altLang="en-US" dirty="0">
                <a:latin typeface="宋体" pitchFamily="2" charset="-122"/>
              </a:rPr>
              <a:t>证毕</a:t>
            </a:r>
            <a:endParaRPr lang="zh-CN" altLang="en-US" dirty="0"/>
          </a:p>
          <a:p>
            <a:endParaRPr lang="zh-CN" altLang="en-US" dirty="0"/>
          </a:p>
          <a:p>
            <a:r>
              <a:rPr lang="en-US" altLang="zh-CN" dirty="0"/>
              <a:t>5</a:t>
            </a:r>
            <a:r>
              <a:rPr lang="zh-CN" altLang="en-US" dirty="0">
                <a:latin typeface="Times New Roman" panose="02020503050405090304" pitchFamily="18" charset="0"/>
              </a:rPr>
              <a:t>）说明</a:t>
            </a:r>
            <a:endParaRPr lang="zh-CN" altLang="en-US" dirty="0"/>
          </a:p>
          <a:p>
            <a:r>
              <a:rPr lang="en-US" altLang="zh-CN" dirty="0"/>
              <a:t>2PL</a:t>
            </a:r>
            <a:r>
              <a:rPr lang="zh-CN" altLang="en-US" dirty="0">
                <a:latin typeface="宋体" pitchFamily="2" charset="-122"/>
              </a:rPr>
              <a:t>协议是可串行化的充分条件，不是必要条件。</a:t>
            </a:r>
            <a:endParaRPr lang="zh-CN" altLang="en-US" dirty="0">
              <a:latin typeface="宋体" pitchFamily="2" charset="-122"/>
            </a:endParaRPr>
          </a:p>
          <a:p>
            <a:r>
              <a:rPr lang="zh-CN" altLang="en-US" dirty="0">
                <a:latin typeface="宋体" pitchFamily="2" charset="-122"/>
              </a:rPr>
              <a:t>此外，遵守两阶段锁协议的事务还可能发生死锁。</a:t>
            </a:r>
            <a:r>
              <a:rPr lang="zh-CN" altLang="en-US" dirty="0"/>
              <a:t> </a:t>
            </a:r>
            <a:endParaRPr lang="zh-CN" altLang="en-US" dirty="0"/>
          </a:p>
        </p:txBody>
      </p:sp>
      <p:sp>
        <p:nvSpPr>
          <p:cNvPr id="6" name="灯片编号占位符 5"/>
          <p:cNvSpPr>
            <a:spLocks noGrp="1"/>
          </p:cNvSpPr>
          <p:nvPr>
            <p:ph type="sldNum" sz="quarter" idx="12"/>
          </p:nvPr>
        </p:nvSpPr>
        <p:spPr/>
        <p:txBody>
          <a:bodyPr/>
          <a:lstStyle/>
          <a:p>
            <a:pPr>
              <a:defRPr/>
            </a:pPr>
            <a:fld id="{FA5F0361-AC87-4674-8E39-9D9D28DBB920}" type="slidenum">
              <a:rPr lang="en-US" altLang="zh-CN"/>
            </a:fld>
            <a:endParaRPr lang="en-US" altLang="zh-CN"/>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object 2"/>
          <p:cNvSpPr/>
          <p:nvPr/>
        </p:nvSpPr>
        <p:spPr bwMode="auto">
          <a:xfrm>
            <a:off x="1773238" y="1096963"/>
            <a:ext cx="5486400" cy="0"/>
          </a:xfrm>
          <a:custGeom>
            <a:avLst/>
            <a:gdLst>
              <a:gd name="T0" fmla="*/ 0 w 5486400"/>
              <a:gd name="T1" fmla="*/ 5486400 w 5486400"/>
              <a:gd name="T2" fmla="*/ 0 60000 65536"/>
              <a:gd name="T3" fmla="*/ 0 60000 65536"/>
            </a:gdLst>
            <a:ahLst/>
            <a:cxnLst>
              <a:cxn ang="T2">
                <a:pos x="T0" y="0"/>
              </a:cxn>
              <a:cxn ang="T3">
                <a:pos x="T1" y="0"/>
              </a:cxn>
            </a:cxnLst>
            <a:rect l="0" t="0" r="r" b="b"/>
            <a:pathLst>
              <a:path w="5486400">
                <a:moveTo>
                  <a:pt x="0" y="0"/>
                </a:moveTo>
                <a:lnTo>
                  <a:pt x="5486400" y="0"/>
                </a:lnTo>
              </a:path>
            </a:pathLst>
          </a:custGeom>
          <a:noFill/>
          <a:ln w="18287">
            <a:solidFill>
              <a:srgbClr val="BEBEBE"/>
            </a:solidFill>
            <a:round/>
          </a:ln>
          <a:extLst>
            <a:ext uri="{909E8E84-426E-40DD-AFC4-6F175D3DCCD1}">
              <a14:hiddenFill xmlns:a14="http://schemas.microsoft.com/office/drawing/2010/main">
                <a:solidFill>
                  <a:srgbClr val="FFFFFF"/>
                </a:solidFill>
              </a14:hiddenFill>
            </a:ext>
          </a:extLst>
        </p:spPr>
        <p:txBody>
          <a:bodyPr lIns="0" tIns="0" rIns="0" bIns="0"/>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prstClr val="black"/>
              </a:solidFill>
              <a:effectLst/>
              <a:uLnTx/>
              <a:uFillTx/>
              <a:latin typeface="Verdana" panose="020B0804030504040204" pitchFamily="34" charset="0"/>
              <a:ea typeface="宋体" pitchFamily="2" charset="-122"/>
              <a:cs typeface="+mn-cs"/>
            </a:endParaRPr>
          </a:p>
        </p:txBody>
      </p:sp>
      <p:sp>
        <p:nvSpPr>
          <p:cNvPr id="3" name="object 3"/>
          <p:cNvSpPr txBox="1">
            <a:spLocks noGrp="1"/>
          </p:cNvSpPr>
          <p:nvPr>
            <p:ph type="title"/>
          </p:nvPr>
        </p:nvSpPr>
        <p:spPr>
          <a:xfrm>
            <a:off x="0" y="450890"/>
            <a:ext cx="7426325" cy="553998"/>
          </a:xfrm>
        </p:spPr>
        <p:txBody>
          <a:bodyPr tIns="0" rtlCol="0">
            <a:spAutoFit/>
          </a:bodyPr>
          <a:lstStyle/>
          <a:p>
            <a:pPr marL="1612265">
              <a:defRPr/>
            </a:pPr>
            <a:r>
              <a:rPr lang="zh-CN" altLang="en-US" sz="3600" spc="60" dirty="0"/>
              <a:t>两阶段锁协议的问题</a:t>
            </a:r>
            <a:endParaRPr sz="3600" spc="5" dirty="0"/>
          </a:p>
        </p:txBody>
      </p:sp>
      <p:sp>
        <p:nvSpPr>
          <p:cNvPr id="120836" name="object 4"/>
          <p:cNvSpPr txBox="1">
            <a:spLocks noChangeArrowheads="1"/>
          </p:cNvSpPr>
          <p:nvPr/>
        </p:nvSpPr>
        <p:spPr bwMode="auto">
          <a:xfrm>
            <a:off x="1582737" y="1628800"/>
            <a:ext cx="5978525" cy="2166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12700">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itchFamily="2" charset="-122"/>
              </a:defRPr>
            </a:lvl5pPr>
            <a:lvl6pPr marL="2514600" indent="-228600" fontAlgn="base">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itchFamily="2" charset="-122"/>
              </a:defRPr>
            </a:lvl6pPr>
            <a:lvl7pPr marL="2971800" indent="-228600" fontAlgn="base">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itchFamily="2" charset="-122"/>
              </a:defRPr>
            </a:lvl7pPr>
            <a:lvl8pPr marL="3429000" indent="-228600" fontAlgn="base">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itchFamily="2" charset="-122"/>
              </a:defRPr>
            </a:lvl8pPr>
            <a:lvl9pPr marL="3886200" indent="-228600" fontAlgn="base">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itchFamily="2" charset="-122"/>
              </a:defRPr>
            </a:lvl9pPr>
          </a:lstStyle>
          <a:p>
            <a:pPr marL="12700" marR="0" lvl="0" indent="0" algn="l" defTabSz="914400" rtl="0" eaLnBrk="1" fontAlgn="base" latinLnBrk="0" hangingPunct="1">
              <a:lnSpc>
                <a:spcPct val="150000"/>
              </a:lnSpc>
              <a:spcBef>
                <a:spcPct val="0"/>
              </a:spcBef>
              <a:spcAft>
                <a:spcPct val="0"/>
              </a:spcAft>
              <a:buClrTx/>
              <a:buSzTx/>
              <a:buFontTx/>
              <a:buNone/>
              <a:defRPr/>
            </a:pPr>
            <a:r>
              <a:rPr kumimoji="1" lang="zh-CN" altLang="zh-CN" sz="2400" b="0" i="0" u="none" strike="noStrike" kern="1200" cap="none" spc="0" normalizeH="0" baseline="0" noProof="0" dirty="0">
                <a:ln>
                  <a:noFill/>
                </a:ln>
                <a:effectLst/>
                <a:uLnTx/>
                <a:uFillTx/>
                <a:latin typeface="Palatino Linotype" panose="02040502050505030304" pitchFamily="18" charset="0"/>
                <a:ea typeface="宋体" pitchFamily="2" charset="-122"/>
                <a:cs typeface="+mn-cs"/>
              </a:rPr>
              <a:t>2PL</a:t>
            </a:r>
            <a:r>
              <a:rPr kumimoji="1" lang="zh-CN" altLang="en-US" sz="2400" b="0" i="0" u="none" strike="noStrike" kern="1200" cap="none" spc="0" normalizeH="0" baseline="0" noProof="0" dirty="0">
                <a:ln>
                  <a:noFill/>
                </a:ln>
                <a:effectLst/>
                <a:uLnTx/>
                <a:uFillTx/>
                <a:latin typeface="Palatino Linotype" panose="02040502050505030304" pitchFamily="18" charset="0"/>
                <a:ea typeface="宋体" pitchFamily="2" charset="-122"/>
                <a:cs typeface="+mn-cs"/>
              </a:rPr>
              <a:t>足够保证</a:t>
            </a:r>
            <a:r>
              <a:rPr kumimoji="1" lang="zh-CN" altLang="en-US" sz="2400" b="0" i="0" u="none" strike="noStrike" kern="1200" cap="none" spc="0" normalizeH="0" baseline="0" noProof="0" dirty="0">
                <a:ln>
                  <a:noFill/>
                </a:ln>
                <a:solidFill>
                  <a:srgbClr val="FF0000"/>
                </a:solidFill>
                <a:effectLst/>
                <a:uLnTx/>
                <a:uFillTx/>
                <a:latin typeface="Palatino Linotype" panose="02040502050505030304" pitchFamily="18" charset="0"/>
                <a:ea typeface="宋体" pitchFamily="2" charset="-122"/>
                <a:cs typeface="+mn-cs"/>
              </a:rPr>
              <a:t>冲突可串行化</a:t>
            </a:r>
            <a:endParaRPr kumimoji="1" lang="zh-CN" altLang="zh-CN" sz="2400" b="0" i="0" u="none" strike="noStrike" kern="1200" cap="none" spc="0" normalizeH="0" baseline="0" noProof="0" dirty="0">
              <a:ln>
                <a:noFill/>
              </a:ln>
              <a:solidFill>
                <a:srgbClr val="FF0000"/>
              </a:solidFill>
              <a:effectLst/>
              <a:uLnTx/>
              <a:uFillTx/>
              <a:latin typeface="Palatino Linotype" panose="02040502050505030304" pitchFamily="18" charset="0"/>
              <a:ea typeface="宋体" pitchFamily="2" charset="-122"/>
              <a:cs typeface="+mn-cs"/>
            </a:endParaRPr>
          </a:p>
          <a:p>
            <a:pPr marL="12700" marR="0" lvl="0" indent="0" algn="l" defTabSz="914400" rtl="0" eaLnBrk="1" fontAlgn="base" latinLnBrk="0" hangingPunct="1">
              <a:lnSpc>
                <a:spcPct val="150000"/>
              </a:lnSpc>
              <a:spcBef>
                <a:spcPct val="0"/>
              </a:spcBef>
              <a:spcAft>
                <a:spcPct val="0"/>
              </a:spcAft>
              <a:buClrTx/>
              <a:buSzTx/>
              <a:buFontTx/>
              <a:buNone/>
              <a:defRPr/>
            </a:pPr>
            <a:r>
              <a:rPr kumimoji="1" lang="zh-CN" altLang="zh-CN" sz="2400" b="0" i="0" u="none" strike="noStrike" kern="1200" cap="none" spc="0" normalizeH="0" baseline="0" noProof="0" dirty="0">
                <a:ln>
                  <a:noFill/>
                </a:ln>
                <a:effectLst/>
                <a:uLnTx/>
                <a:uFillTx/>
                <a:latin typeface="Times New Roman" panose="02020503050405090304" pitchFamily="18" charset="0"/>
                <a:ea typeface="宋体" pitchFamily="2" charset="-122"/>
                <a:cs typeface="Times New Roman" panose="02020503050405090304" pitchFamily="18" charset="0"/>
              </a:rPr>
              <a:t>→ </a:t>
            </a:r>
            <a:r>
              <a:rPr kumimoji="1" lang="zh-CN" altLang="en-US" sz="2400" b="0" i="0" u="none" strike="noStrike" kern="1200" cap="none" spc="0" normalizeH="0" baseline="0" noProof="0" dirty="0">
                <a:ln>
                  <a:noFill/>
                </a:ln>
                <a:effectLst/>
                <a:uLnTx/>
                <a:uFillTx/>
                <a:latin typeface="Times New Roman" panose="02020503050405090304" pitchFamily="18" charset="0"/>
                <a:ea typeface="宋体" pitchFamily="2" charset="-122"/>
                <a:cs typeface="Times New Roman" panose="02020503050405090304" pitchFamily="18" charset="0"/>
              </a:rPr>
              <a:t>所产生的调度图是无环</a:t>
            </a:r>
            <a:endParaRPr kumimoji="1" lang="zh-CN" altLang="zh-CN" sz="2400" b="0" i="0" u="none" strike="noStrike" kern="1200" cap="none" spc="0" normalizeH="0" baseline="0" noProof="0" dirty="0">
              <a:ln>
                <a:noFill/>
              </a:ln>
              <a:effectLst/>
              <a:uLnTx/>
              <a:uFillTx/>
              <a:latin typeface="Palatino Linotype" panose="02040502050505030304" pitchFamily="18" charset="0"/>
              <a:ea typeface="宋体" pitchFamily="2" charset="-122"/>
              <a:cs typeface="+mn-cs"/>
            </a:endParaRPr>
          </a:p>
          <a:p>
            <a:pPr marL="12700" marR="0" lvl="0" indent="0" algn="l" defTabSz="914400" rtl="0" eaLnBrk="1" fontAlgn="base" latinLnBrk="0" hangingPunct="1">
              <a:lnSpc>
                <a:spcPct val="150000"/>
              </a:lnSpc>
              <a:spcBef>
                <a:spcPts val="50"/>
              </a:spcBef>
              <a:spcAft>
                <a:spcPct val="0"/>
              </a:spcAft>
              <a:buClrTx/>
              <a:buSzTx/>
              <a:buFontTx/>
              <a:buNone/>
              <a:defRPr/>
            </a:pPr>
            <a:endParaRPr kumimoji="1" lang="zh-CN" altLang="zh-CN" sz="2400" b="0" i="0" u="none" strike="noStrike" kern="1200" cap="none" spc="0" normalizeH="0" baseline="0" noProof="0" dirty="0">
              <a:ln>
                <a:noFill/>
              </a:ln>
              <a:effectLst/>
              <a:uLnTx/>
              <a:uFillTx/>
              <a:latin typeface="Times New Roman" panose="02020503050405090304" pitchFamily="18" charset="0"/>
              <a:ea typeface="宋体" pitchFamily="2" charset="-122"/>
              <a:cs typeface="+mn-cs"/>
            </a:endParaRPr>
          </a:p>
          <a:p>
            <a:pPr marL="12700" marR="0" lvl="0" indent="0" algn="l" defTabSz="914400" rtl="0" eaLnBrk="1" fontAlgn="base" latinLnBrk="0" hangingPunct="1">
              <a:lnSpc>
                <a:spcPct val="150000"/>
              </a:lnSpc>
              <a:spcBef>
                <a:spcPct val="0"/>
              </a:spcBef>
              <a:spcAft>
                <a:spcPct val="0"/>
              </a:spcAft>
              <a:buClrTx/>
              <a:buSzTx/>
              <a:buFontTx/>
              <a:buNone/>
              <a:defRPr/>
            </a:pPr>
            <a:r>
              <a:rPr kumimoji="1" lang="zh-CN" altLang="en-US" sz="2400" b="0" i="0" u="none" strike="noStrike" kern="1200" cap="none" spc="0" normalizeH="0" baseline="0" noProof="0" dirty="0">
                <a:ln>
                  <a:noFill/>
                </a:ln>
                <a:effectLst/>
                <a:uLnTx/>
                <a:uFillTx/>
                <a:latin typeface="Palatino Linotype" panose="02040502050505030304" pitchFamily="18" charset="0"/>
                <a:ea typeface="宋体" pitchFamily="2" charset="-122"/>
                <a:cs typeface="+mn-cs"/>
              </a:rPr>
              <a:t>但可能存在</a:t>
            </a:r>
            <a:r>
              <a:rPr kumimoji="1" lang="zh-CN" altLang="en-US" sz="2400" b="0" i="0" u="none" strike="noStrike" kern="1200" cap="none" spc="0" normalizeH="0" baseline="0" noProof="0" dirty="0">
                <a:ln>
                  <a:noFill/>
                </a:ln>
                <a:solidFill>
                  <a:srgbClr val="FF0000"/>
                </a:solidFill>
                <a:effectLst/>
                <a:uLnTx/>
                <a:uFillTx/>
                <a:latin typeface="Palatino Linotype" panose="02040502050505030304" pitchFamily="18" charset="0"/>
                <a:ea typeface="宋体" pitchFamily="2" charset="-122"/>
                <a:cs typeface="+mn-cs"/>
              </a:rPr>
              <a:t>级联撤销</a:t>
            </a:r>
            <a:r>
              <a:rPr kumimoji="1" lang="zh-CN" altLang="en-US" sz="2400" b="0" i="0" u="none" strike="noStrike" kern="1200" cap="none" spc="0" normalizeH="0" baseline="0" noProof="0" dirty="0">
                <a:ln>
                  <a:noFill/>
                </a:ln>
                <a:effectLst/>
                <a:uLnTx/>
                <a:uFillTx/>
                <a:latin typeface="Palatino Linotype" panose="02040502050505030304" pitchFamily="18" charset="0"/>
                <a:ea typeface="宋体" pitchFamily="2" charset="-122"/>
                <a:cs typeface="+mn-cs"/>
              </a:rPr>
              <a:t>（</a:t>
            </a:r>
            <a:r>
              <a:rPr kumimoji="1" lang="zh-CN" altLang="zh-CN" sz="2400" b="0" i="0" strike="noStrike" kern="1200" cap="none" spc="0" normalizeH="0" baseline="0" noProof="0" dirty="0">
                <a:ln>
                  <a:noFill/>
                </a:ln>
                <a:effectLst/>
                <a:uLnTx/>
                <a:uFillTx/>
                <a:latin typeface="Times New Roman" panose="02020503050405090304" pitchFamily="18" charset="0"/>
                <a:ea typeface="宋体" pitchFamily="2" charset="-122"/>
                <a:cs typeface="+mn-cs"/>
              </a:rPr>
              <a:t>cascading abort</a:t>
            </a:r>
            <a:r>
              <a:rPr kumimoji="1" lang="zh-CN" altLang="en-US" sz="2400" b="0" i="0" strike="noStrike" kern="1200" cap="none" spc="0" normalizeH="0" baseline="0" noProof="0" dirty="0">
                <a:ln>
                  <a:noFill/>
                </a:ln>
                <a:effectLst/>
                <a:uLnTx/>
                <a:uFillTx/>
                <a:latin typeface="Times New Roman" panose="02020503050405090304" pitchFamily="18" charset="0"/>
                <a:ea typeface="宋体" pitchFamily="2" charset="-122"/>
                <a:cs typeface="+mn-cs"/>
              </a:rPr>
              <a:t>）</a:t>
            </a:r>
            <a:endParaRPr kumimoji="1" lang="zh-CN" altLang="zh-CN" sz="2400" b="0" i="0" strike="noStrike" kern="1200" cap="none" spc="0" normalizeH="0" baseline="0" noProof="0" dirty="0">
              <a:ln>
                <a:noFill/>
              </a:ln>
              <a:effectLst/>
              <a:uLnTx/>
              <a:uFillTx/>
              <a:latin typeface="Palatino Linotype" panose="02040502050505030304" pitchFamily="18" charset="0"/>
              <a:ea typeface="宋体" pitchFamily="2" charset="-122"/>
              <a:cs typeface="+mn-cs"/>
            </a:endParaRPr>
          </a:p>
        </p:txBody>
      </p:sp>
      <p:sp>
        <p:nvSpPr>
          <p:cNvPr id="6" name="星形: 十二角 5"/>
          <p:cNvSpPr/>
          <p:nvPr/>
        </p:nvSpPr>
        <p:spPr>
          <a:xfrm>
            <a:off x="168932" y="178581"/>
            <a:ext cx="414700" cy="338336"/>
          </a:xfrm>
          <a:prstGeom prst="star12">
            <a:avLst/>
          </a:prstGeom>
          <a:ln>
            <a:solidFill>
              <a:srgbClr val="FF0000"/>
            </a:solidFill>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prstClr val="black"/>
              </a:solidFill>
              <a:effectLst/>
              <a:uLnTx/>
              <a:uFillTx/>
              <a:latin typeface="Constantia"/>
              <a:ea typeface="宋体" pitchFamily="2" charset="-122"/>
              <a:cs typeface="+mn-cs"/>
            </a:endParaRPr>
          </a:p>
        </p:txBody>
      </p:sp>
      <p:sp>
        <p:nvSpPr>
          <p:cNvPr id="2" name="灯片编号占位符 1"/>
          <p:cNvSpPr>
            <a:spLocks noGrp="1"/>
          </p:cNvSpPr>
          <p:nvPr>
            <p:ph type="sldNum" sz="quarter" idx="10"/>
          </p:nvPr>
        </p:nvSpPr>
        <p:spPr/>
        <p:txBody>
          <a:bodyPr/>
          <a:lstStyle/>
          <a:p>
            <a:pPr>
              <a:defRPr/>
            </a:pPr>
            <a:fld id="{F4F04043-1C08-4BBE-97B7-003515CF2E9C}" type="slidenum">
              <a:rPr lang="en-US" altLang="zh-CN" smtClean="0"/>
            </a:fld>
            <a:endParaRPr lang="en-US" altLang="zh-CN"/>
          </a:p>
        </p:txBody>
      </p:sp>
      <p:sp>
        <p:nvSpPr>
          <p:cNvPr id="7" name="对话气泡: 圆角矩形 6"/>
          <p:cNvSpPr/>
          <p:nvPr/>
        </p:nvSpPr>
        <p:spPr>
          <a:xfrm>
            <a:off x="4559179" y="4221088"/>
            <a:ext cx="2880320" cy="504056"/>
          </a:xfrm>
          <a:prstGeom prst="wedgeRoundRectCallout">
            <a:avLst>
              <a:gd name="adj1" fmla="val -57203"/>
              <a:gd name="adj2" fmla="val -72580"/>
              <a:gd name="adj3" fmla="val 16667"/>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dirty="0"/>
              <a:t>对方提前释放锁了</a:t>
            </a:r>
            <a:endParaRPr lang="zh-CN" altLang="en-US"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object 2"/>
          <p:cNvSpPr/>
          <p:nvPr/>
        </p:nvSpPr>
        <p:spPr bwMode="auto">
          <a:xfrm>
            <a:off x="1350963" y="2317750"/>
            <a:ext cx="2814637" cy="3475038"/>
          </a:xfrm>
          <a:custGeom>
            <a:avLst/>
            <a:gdLst>
              <a:gd name="T0" fmla="*/ 0 w 2468879"/>
              <a:gd name="T1" fmla="*/ 189527 h 3474720"/>
              <a:gd name="T2" fmla="*/ 20418 w 2468879"/>
              <a:gd name="T3" fmla="*/ 144001 h 3474720"/>
              <a:gd name="T4" fmla="*/ 78423 w 2468879"/>
              <a:gd name="T5" fmla="*/ 102452 h 3474720"/>
              <a:gd name="T6" fmla="*/ 169117 w 2468879"/>
              <a:gd name="T7" fmla="*/ 66209 h 3474720"/>
              <a:gd name="T8" fmla="*/ 287616 w 2468879"/>
              <a:gd name="T9" fmla="*/ 36581 h 3474720"/>
              <a:gd name="T10" fmla="*/ 429010 w 2468879"/>
              <a:gd name="T11" fmla="*/ 14898 h 3474720"/>
              <a:gd name="T12" fmla="*/ 588411 w 2468879"/>
              <a:gd name="T13" fmla="*/ 2479 h 3474720"/>
              <a:gd name="T14" fmla="*/ 702276 w 2468879"/>
              <a:gd name="T15" fmla="*/ 0 h 3474720"/>
              <a:gd name="T16" fmla="*/ 8454147 w 2468879"/>
              <a:gd name="T17" fmla="*/ 0 h 3474720"/>
              <a:gd name="T18" fmla="*/ 8622839 w 2468879"/>
              <a:gd name="T19" fmla="*/ 5516 h 3474720"/>
              <a:gd name="T20" fmla="*/ 8776785 w 2468879"/>
              <a:gd name="T21" fmla="*/ 21166 h 3474720"/>
              <a:gd name="T22" fmla="*/ 8911090 w 2468879"/>
              <a:gd name="T23" fmla="*/ 45640 h 3474720"/>
              <a:gd name="T24" fmla="*/ 9020861 w 2468879"/>
              <a:gd name="T25" fmla="*/ 77620 h 3474720"/>
              <a:gd name="T26" fmla="*/ 9101204 w 2468879"/>
              <a:gd name="T27" fmla="*/ 115785 h 3474720"/>
              <a:gd name="T28" fmla="*/ 9147225 w 2468879"/>
              <a:gd name="T29" fmla="*/ 158806 h 3474720"/>
              <a:gd name="T30" fmla="*/ 9156418 w 2468879"/>
              <a:gd name="T31" fmla="*/ 189527 h 3474720"/>
              <a:gd name="T32" fmla="*/ 9156418 w 2468879"/>
              <a:gd name="T33" fmla="*/ 3288373 h 3474720"/>
              <a:gd name="T34" fmla="*/ 9135998 w 2468879"/>
              <a:gd name="T35" fmla="*/ 3333915 h 3474720"/>
              <a:gd name="T36" fmla="*/ 9077997 w 2468879"/>
              <a:gd name="T37" fmla="*/ 3375470 h 3474720"/>
              <a:gd name="T38" fmla="*/ 8987303 w 2468879"/>
              <a:gd name="T39" fmla="*/ 3411711 h 3474720"/>
              <a:gd name="T40" fmla="*/ 8868807 w 2468879"/>
              <a:gd name="T41" fmla="*/ 3441333 h 3474720"/>
              <a:gd name="T42" fmla="*/ 8727415 w 2468879"/>
              <a:gd name="T43" fmla="*/ 3463008 h 3474720"/>
              <a:gd name="T44" fmla="*/ 8568005 w 2468879"/>
              <a:gd name="T45" fmla="*/ 3475421 h 3474720"/>
              <a:gd name="T46" fmla="*/ 8454147 w 2468879"/>
              <a:gd name="T47" fmla="*/ 3477900 h 3474720"/>
              <a:gd name="T48" fmla="*/ 702276 w 2468879"/>
              <a:gd name="T49" fmla="*/ 3477900 h 3474720"/>
              <a:gd name="T50" fmla="*/ 533581 w 2468879"/>
              <a:gd name="T51" fmla="*/ 3472395 h 3474720"/>
              <a:gd name="T52" fmla="*/ 379632 w 2468879"/>
              <a:gd name="T53" fmla="*/ 3456742 h 3474720"/>
              <a:gd name="T54" fmla="*/ 245330 w 2468879"/>
              <a:gd name="T55" fmla="*/ 3432275 h 3474720"/>
              <a:gd name="T56" fmla="*/ 135561 w 2468879"/>
              <a:gd name="T57" fmla="*/ 3400301 h 3474720"/>
              <a:gd name="T58" fmla="*/ 55216 w 2468879"/>
              <a:gd name="T59" fmla="*/ 3362142 h 3474720"/>
              <a:gd name="T60" fmla="*/ 9191 w 2468879"/>
              <a:gd name="T61" fmla="*/ 3319114 h 3474720"/>
              <a:gd name="T62" fmla="*/ 0 w 2468879"/>
              <a:gd name="T63" fmla="*/ 3288373 h 3474720"/>
              <a:gd name="T64" fmla="*/ 0 w 2468879"/>
              <a:gd name="T65" fmla="*/ 189527 h 3474720"/>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2468879" h="3474720">
                <a:moveTo>
                  <a:pt x="0" y="189357"/>
                </a:moveTo>
                <a:lnTo>
                  <a:pt x="5506" y="143871"/>
                </a:lnTo>
                <a:lnTo>
                  <a:pt x="21146" y="102362"/>
                </a:lnTo>
                <a:lnTo>
                  <a:pt x="45600" y="66149"/>
                </a:lnTo>
                <a:lnTo>
                  <a:pt x="77550" y="36551"/>
                </a:lnTo>
                <a:lnTo>
                  <a:pt x="115675" y="14888"/>
                </a:lnTo>
                <a:lnTo>
                  <a:pt x="158656" y="2479"/>
                </a:lnTo>
                <a:lnTo>
                  <a:pt x="189356" y="0"/>
                </a:lnTo>
                <a:lnTo>
                  <a:pt x="2279523" y="0"/>
                </a:lnTo>
                <a:lnTo>
                  <a:pt x="2325008" y="5506"/>
                </a:lnTo>
                <a:lnTo>
                  <a:pt x="2366517" y="21146"/>
                </a:lnTo>
                <a:lnTo>
                  <a:pt x="2402730" y="45600"/>
                </a:lnTo>
                <a:lnTo>
                  <a:pt x="2432328" y="77550"/>
                </a:lnTo>
                <a:lnTo>
                  <a:pt x="2453991" y="115675"/>
                </a:lnTo>
                <a:lnTo>
                  <a:pt x="2466400" y="158656"/>
                </a:lnTo>
                <a:lnTo>
                  <a:pt x="2468879" y="189357"/>
                </a:lnTo>
                <a:lnTo>
                  <a:pt x="2468879" y="3285363"/>
                </a:lnTo>
                <a:lnTo>
                  <a:pt x="2463373" y="3330865"/>
                </a:lnTo>
                <a:lnTo>
                  <a:pt x="2447733" y="3372380"/>
                </a:lnTo>
                <a:lnTo>
                  <a:pt x="2423279" y="3408591"/>
                </a:lnTo>
                <a:lnTo>
                  <a:pt x="2391329" y="3438183"/>
                </a:lnTo>
                <a:lnTo>
                  <a:pt x="2353204" y="3459838"/>
                </a:lnTo>
                <a:lnTo>
                  <a:pt x="2310223" y="3472241"/>
                </a:lnTo>
                <a:lnTo>
                  <a:pt x="2279523" y="3474720"/>
                </a:lnTo>
                <a:lnTo>
                  <a:pt x="189356" y="3474720"/>
                </a:lnTo>
                <a:lnTo>
                  <a:pt x="143871" y="3469216"/>
                </a:lnTo>
                <a:lnTo>
                  <a:pt x="102362" y="3453582"/>
                </a:lnTo>
                <a:lnTo>
                  <a:pt x="66149" y="3429135"/>
                </a:lnTo>
                <a:lnTo>
                  <a:pt x="36551" y="3397191"/>
                </a:lnTo>
                <a:lnTo>
                  <a:pt x="14888" y="3359066"/>
                </a:lnTo>
                <a:lnTo>
                  <a:pt x="2479" y="3316075"/>
                </a:lnTo>
                <a:lnTo>
                  <a:pt x="0" y="3285363"/>
                </a:lnTo>
                <a:lnTo>
                  <a:pt x="0" y="189357"/>
                </a:lnTo>
                <a:close/>
              </a:path>
            </a:pathLst>
          </a:custGeom>
          <a:noFill/>
          <a:ln w="38100">
            <a:solidFill>
              <a:srgbClr val="636363"/>
            </a:solidFill>
            <a:prstDash val="lgDash"/>
            <a:round/>
          </a:ln>
          <a:extLst>
            <a:ext uri="{909E8E84-426E-40DD-AFC4-6F175D3DCCD1}">
              <a14:hiddenFill xmlns:a14="http://schemas.microsoft.com/office/drawing/2010/main">
                <a:solidFill>
                  <a:srgbClr val="FFFFFF"/>
                </a:solidFill>
              </a14:hiddenFill>
            </a:ext>
          </a:extLst>
        </p:spPr>
        <p:txBody>
          <a:bodyPr lIns="0" tIns="0" rIns="0" bIns="0"/>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prstClr val="black"/>
              </a:solidFill>
              <a:effectLst/>
              <a:uLnTx/>
              <a:uFillTx/>
              <a:latin typeface="Verdana" panose="020B0804030504040204" pitchFamily="34" charset="0"/>
              <a:ea typeface="宋体" pitchFamily="2" charset="-122"/>
              <a:cs typeface="+mn-cs"/>
            </a:endParaRPr>
          </a:p>
        </p:txBody>
      </p:sp>
      <p:sp>
        <p:nvSpPr>
          <p:cNvPr id="3" name="object 3"/>
          <p:cNvSpPr txBox="1"/>
          <p:nvPr/>
        </p:nvSpPr>
        <p:spPr>
          <a:xfrm>
            <a:off x="2271713" y="2003425"/>
            <a:ext cx="1206500" cy="698500"/>
          </a:xfrm>
          <a:prstGeom prst="rect">
            <a:avLst/>
          </a:prstGeom>
        </p:spPr>
        <p:txBody>
          <a:bodyPr lIns="0" tIns="0" rIns="0" bIns="0">
            <a:spAutoFit/>
          </a:bodyPr>
          <a:lstStyle/>
          <a:p>
            <a:pPr marL="124460" marR="0" lvl="0" indent="0" algn="l" defTabSz="914400" rtl="0" eaLnBrk="1" fontAlgn="base" latinLnBrk="0" hangingPunct="1">
              <a:lnSpc>
                <a:spcPct val="100000"/>
              </a:lnSpc>
              <a:spcBef>
                <a:spcPct val="0"/>
              </a:spcBef>
              <a:spcAft>
                <a:spcPct val="0"/>
              </a:spcAft>
              <a:buClrTx/>
              <a:buSzTx/>
              <a:buFontTx/>
              <a:buNone/>
              <a:defRPr/>
            </a:pPr>
            <a:r>
              <a:rPr kumimoji="1" sz="2000" b="0" i="0" u="none" strike="noStrike" kern="1200" cap="none" spc="-70" normalizeH="0" baseline="0" noProof="0" dirty="0">
                <a:ln>
                  <a:noFill/>
                </a:ln>
                <a:solidFill>
                  <a:srgbClr val="636363"/>
                </a:solidFill>
                <a:effectLst/>
                <a:uLnTx/>
                <a:uFillTx/>
                <a:latin typeface="Arial" panose="020B0604020202090204"/>
                <a:ea typeface="宋体" pitchFamily="2" charset="-122"/>
                <a:cs typeface="Arial" panose="020B0604020202090204"/>
              </a:rPr>
              <a:t>S</a:t>
            </a:r>
            <a:r>
              <a:rPr kumimoji="1" sz="2000" b="0" i="0" u="none" strike="noStrike" kern="1200" cap="none" spc="-190" normalizeH="0" baseline="0" noProof="0" dirty="0">
                <a:ln>
                  <a:noFill/>
                </a:ln>
                <a:solidFill>
                  <a:srgbClr val="636363"/>
                </a:solidFill>
                <a:effectLst/>
                <a:uLnTx/>
                <a:uFillTx/>
                <a:latin typeface="Arial" panose="020B0604020202090204"/>
                <a:ea typeface="宋体" pitchFamily="2" charset="-122"/>
                <a:cs typeface="Arial" panose="020B0604020202090204"/>
              </a:rPr>
              <a:t>c</a:t>
            </a:r>
            <a:r>
              <a:rPr kumimoji="1" sz="2000" b="0" i="0" u="none" strike="noStrike" kern="1200" cap="none" spc="-65" normalizeH="0" baseline="0" noProof="0" dirty="0">
                <a:ln>
                  <a:noFill/>
                </a:ln>
                <a:solidFill>
                  <a:srgbClr val="636363"/>
                </a:solidFill>
                <a:effectLst/>
                <a:uLnTx/>
                <a:uFillTx/>
                <a:latin typeface="Arial" panose="020B0604020202090204"/>
                <a:ea typeface="宋体" pitchFamily="2" charset="-122"/>
                <a:cs typeface="Arial" panose="020B0604020202090204"/>
              </a:rPr>
              <a:t>h</a:t>
            </a:r>
            <a:r>
              <a:rPr kumimoji="1" sz="2000" b="0" i="0" u="none" strike="noStrike" kern="1200" cap="none" spc="-10" normalizeH="0" baseline="0" noProof="0" dirty="0">
                <a:ln>
                  <a:noFill/>
                </a:ln>
                <a:solidFill>
                  <a:srgbClr val="636363"/>
                </a:solidFill>
                <a:effectLst/>
                <a:uLnTx/>
                <a:uFillTx/>
                <a:latin typeface="Arial" panose="020B0604020202090204"/>
                <a:ea typeface="宋体" pitchFamily="2" charset="-122"/>
                <a:cs typeface="Arial" panose="020B0604020202090204"/>
              </a:rPr>
              <a:t>e</a:t>
            </a:r>
            <a:r>
              <a:rPr kumimoji="1" sz="2000" b="0" i="0" u="none" strike="noStrike" kern="1200" cap="none" spc="-25" normalizeH="0" baseline="0" noProof="0" dirty="0">
                <a:ln>
                  <a:noFill/>
                </a:ln>
                <a:solidFill>
                  <a:srgbClr val="636363"/>
                </a:solidFill>
                <a:effectLst/>
                <a:uLnTx/>
                <a:uFillTx/>
                <a:latin typeface="Arial" panose="020B0604020202090204"/>
                <a:ea typeface="宋体" pitchFamily="2" charset="-122"/>
                <a:cs typeface="Arial" panose="020B0604020202090204"/>
              </a:rPr>
              <a:t>du</a:t>
            </a:r>
            <a:r>
              <a:rPr kumimoji="1" sz="2000" b="0" i="0" u="none" strike="noStrike" kern="1200" cap="none" spc="-114" normalizeH="0" baseline="0" noProof="0" dirty="0">
                <a:ln>
                  <a:noFill/>
                </a:ln>
                <a:solidFill>
                  <a:srgbClr val="636363"/>
                </a:solidFill>
                <a:effectLst/>
                <a:uLnTx/>
                <a:uFillTx/>
                <a:latin typeface="Arial" panose="020B0604020202090204"/>
                <a:ea typeface="宋体" pitchFamily="2" charset="-122"/>
                <a:cs typeface="Arial" panose="020B0604020202090204"/>
              </a:rPr>
              <a:t>l</a:t>
            </a:r>
            <a:r>
              <a:rPr kumimoji="1" sz="2000" b="0" i="0" u="none" strike="noStrike" kern="1200" cap="none" spc="0" normalizeH="0" baseline="0" noProof="0" dirty="0">
                <a:ln>
                  <a:noFill/>
                </a:ln>
                <a:solidFill>
                  <a:srgbClr val="636363"/>
                </a:solidFill>
                <a:effectLst/>
                <a:uLnTx/>
                <a:uFillTx/>
                <a:latin typeface="Arial" panose="020B0604020202090204"/>
                <a:ea typeface="宋体" pitchFamily="2" charset="-122"/>
                <a:cs typeface="Arial" panose="020B0604020202090204"/>
              </a:rPr>
              <a:t>e</a:t>
            </a:r>
            <a:endParaRPr kumimoji="1" sz="2000" b="0" i="0" u="none" strike="noStrike" kern="1200" cap="none" spc="0" normalizeH="0" baseline="0" noProof="0">
              <a:ln>
                <a:noFill/>
              </a:ln>
              <a:solidFill>
                <a:prstClr val="black"/>
              </a:solidFill>
              <a:effectLst/>
              <a:uLnTx/>
              <a:uFillTx/>
              <a:latin typeface="Arial" panose="020B0604020202090204"/>
              <a:ea typeface="宋体" pitchFamily="2" charset="-122"/>
              <a:cs typeface="Arial" panose="020B0604020202090204"/>
            </a:endParaRPr>
          </a:p>
          <a:p>
            <a:pPr marL="12700" marR="0" lvl="0" indent="0" algn="l" defTabSz="914400" rtl="0" eaLnBrk="1" fontAlgn="base" latinLnBrk="0" hangingPunct="1">
              <a:lnSpc>
                <a:spcPct val="100000"/>
              </a:lnSpc>
              <a:spcBef>
                <a:spcPts val="820"/>
              </a:spcBef>
              <a:spcAft>
                <a:spcPct val="0"/>
              </a:spcAft>
              <a:buClrTx/>
              <a:buSzTx/>
              <a:buFontTx/>
              <a:buNone/>
              <a:defRPr/>
            </a:pPr>
            <a:r>
              <a:rPr kumimoji="1" sz="2400" b="0" i="0" u="none" strike="noStrike" kern="1200" cap="none" spc="-200" normalizeH="0" baseline="0" noProof="0" dirty="0">
                <a:ln>
                  <a:noFill/>
                </a:ln>
                <a:solidFill>
                  <a:srgbClr val="EE3D42"/>
                </a:solidFill>
                <a:effectLst/>
                <a:uLnTx/>
                <a:uFillTx/>
                <a:latin typeface="Arial" panose="020B0604020202090204"/>
                <a:ea typeface="宋体" pitchFamily="2" charset="-122"/>
                <a:cs typeface="Arial" panose="020B0604020202090204"/>
              </a:rPr>
              <a:t>T</a:t>
            </a:r>
            <a:r>
              <a:rPr kumimoji="1" sz="2400" b="0" i="0" u="none" strike="noStrike" kern="1200" cap="none" spc="-104" normalizeH="0" baseline="-21000" noProof="0" dirty="0">
                <a:ln>
                  <a:noFill/>
                </a:ln>
                <a:solidFill>
                  <a:srgbClr val="EE3D42"/>
                </a:solidFill>
                <a:effectLst/>
                <a:uLnTx/>
                <a:uFillTx/>
                <a:latin typeface="Arial" panose="020B0604020202090204"/>
                <a:ea typeface="宋体" pitchFamily="2" charset="-122"/>
                <a:cs typeface="Arial" panose="020B0604020202090204"/>
              </a:rPr>
              <a:t>1</a:t>
            </a:r>
            <a:endParaRPr kumimoji="1" sz="2400" b="0" i="0" u="none" strike="noStrike" kern="1200" cap="none" spc="0" normalizeH="0" baseline="-21000" noProof="0">
              <a:ln>
                <a:noFill/>
              </a:ln>
              <a:solidFill>
                <a:prstClr val="black"/>
              </a:solidFill>
              <a:effectLst/>
              <a:uLnTx/>
              <a:uFillTx/>
              <a:latin typeface="Arial" panose="020B0604020202090204"/>
              <a:ea typeface="宋体" pitchFamily="2" charset="-122"/>
              <a:cs typeface="Arial" panose="020B0604020202090204"/>
            </a:endParaRPr>
          </a:p>
        </p:txBody>
      </p:sp>
      <p:sp>
        <p:nvSpPr>
          <p:cNvPr id="4" name="object 4"/>
          <p:cNvSpPr txBox="1"/>
          <p:nvPr/>
        </p:nvSpPr>
        <p:spPr>
          <a:xfrm>
            <a:off x="3362325" y="2427288"/>
            <a:ext cx="215900" cy="277812"/>
          </a:xfrm>
          <a:prstGeom prst="rect">
            <a:avLst/>
          </a:prstGeom>
        </p:spPr>
        <p:txBody>
          <a:bodyPr lIns="0" tIns="0" rIns="0" bIns="0">
            <a:spAutoFit/>
          </a:bodyPr>
          <a:lstStyle/>
          <a:p>
            <a:pPr marL="12700" marR="0" lvl="0" indent="0" algn="l" defTabSz="914400" rtl="0" eaLnBrk="1" fontAlgn="base" latinLnBrk="0" hangingPunct="1">
              <a:lnSpc>
                <a:spcPct val="100000"/>
              </a:lnSpc>
              <a:spcBef>
                <a:spcPct val="0"/>
              </a:spcBef>
              <a:spcAft>
                <a:spcPct val="0"/>
              </a:spcAft>
              <a:buClrTx/>
              <a:buSzTx/>
              <a:buFontTx/>
              <a:buNone/>
              <a:defRPr/>
            </a:pPr>
            <a:r>
              <a:rPr kumimoji="1" sz="2400" b="0" i="0" u="none" strike="noStrike" kern="1200" cap="none" spc="-200" normalizeH="0" baseline="0" noProof="0" dirty="0">
                <a:ln>
                  <a:noFill/>
                </a:ln>
                <a:solidFill>
                  <a:srgbClr val="EE3D42"/>
                </a:solidFill>
                <a:effectLst/>
                <a:uLnTx/>
                <a:uFillTx/>
                <a:latin typeface="Arial" panose="020B0604020202090204"/>
                <a:ea typeface="宋体" pitchFamily="2" charset="-122"/>
                <a:cs typeface="Arial" panose="020B0604020202090204"/>
              </a:rPr>
              <a:t>T</a:t>
            </a:r>
            <a:r>
              <a:rPr kumimoji="1" sz="2400" b="0" i="0" u="none" strike="noStrike" kern="1200" cap="none" spc="-104" normalizeH="0" baseline="-21000" noProof="0" dirty="0">
                <a:ln>
                  <a:noFill/>
                </a:ln>
                <a:solidFill>
                  <a:srgbClr val="EE3D42"/>
                </a:solidFill>
                <a:effectLst/>
                <a:uLnTx/>
                <a:uFillTx/>
                <a:latin typeface="Arial" panose="020B0604020202090204"/>
                <a:ea typeface="宋体" pitchFamily="2" charset="-122"/>
                <a:cs typeface="Arial" panose="020B0604020202090204"/>
              </a:rPr>
              <a:t>2</a:t>
            </a:r>
            <a:endParaRPr kumimoji="1" sz="2400" b="0" i="0" u="none" strike="noStrike" kern="1200" cap="none" spc="0" normalizeH="0" baseline="-21000" noProof="0">
              <a:ln>
                <a:noFill/>
              </a:ln>
              <a:solidFill>
                <a:prstClr val="black"/>
              </a:solidFill>
              <a:effectLst/>
              <a:uLnTx/>
              <a:uFillTx/>
              <a:latin typeface="Arial" panose="020B0604020202090204"/>
              <a:ea typeface="宋体" pitchFamily="2" charset="-122"/>
              <a:cs typeface="Arial" panose="020B0604020202090204"/>
            </a:endParaRPr>
          </a:p>
        </p:txBody>
      </p:sp>
      <p:sp>
        <p:nvSpPr>
          <p:cNvPr id="6" name="object 6"/>
          <p:cNvSpPr txBox="1">
            <a:spLocks noGrp="1"/>
          </p:cNvSpPr>
          <p:nvPr>
            <p:ph type="title"/>
          </p:nvPr>
        </p:nvSpPr>
        <p:spPr>
          <a:xfrm>
            <a:off x="2011363" y="335002"/>
            <a:ext cx="5121275" cy="553998"/>
          </a:xfrm>
        </p:spPr>
        <p:txBody>
          <a:bodyPr rtlCol="0">
            <a:spAutoFit/>
          </a:bodyPr>
          <a:lstStyle/>
          <a:p>
            <a:pPr marL="12700">
              <a:tabLst>
                <a:tab pos="1209040" algn="l"/>
                <a:tab pos="3590290" algn="l"/>
              </a:tabLst>
              <a:defRPr/>
            </a:pPr>
            <a:r>
              <a:rPr sz="3600" dirty="0">
                <a:solidFill>
                  <a:schemeClr val="tx2"/>
                </a:solidFill>
                <a:latin typeface="+mj-ea"/>
              </a:rPr>
              <a:t>2</a:t>
            </a:r>
            <a:r>
              <a:rPr sz="3600" spc="-370" dirty="0">
                <a:solidFill>
                  <a:schemeClr val="tx2"/>
                </a:solidFill>
                <a:latin typeface="+mj-ea"/>
              </a:rPr>
              <a:t> </a:t>
            </a:r>
            <a:r>
              <a:rPr sz="3600" spc="150" dirty="0">
                <a:solidFill>
                  <a:schemeClr val="tx2"/>
                </a:solidFill>
                <a:latin typeface="+mj-ea"/>
              </a:rPr>
              <a:t>P</a:t>
            </a:r>
            <a:r>
              <a:rPr sz="3600" dirty="0">
                <a:solidFill>
                  <a:schemeClr val="tx2"/>
                </a:solidFill>
                <a:latin typeface="+mj-ea"/>
              </a:rPr>
              <a:t>L	</a:t>
            </a:r>
            <a:r>
              <a:rPr lang="zh-CN" altLang="en-US" sz="3600" dirty="0">
                <a:solidFill>
                  <a:schemeClr val="tx2"/>
                </a:solidFill>
                <a:latin typeface="+mj-ea"/>
              </a:rPr>
              <a:t>级联撤销</a:t>
            </a:r>
            <a:endParaRPr sz="3600" dirty="0">
              <a:solidFill>
                <a:schemeClr val="tx2"/>
              </a:solidFill>
              <a:latin typeface="+mj-ea"/>
            </a:endParaRPr>
          </a:p>
        </p:txBody>
      </p:sp>
      <p:sp>
        <p:nvSpPr>
          <p:cNvPr id="7" name="object 7"/>
          <p:cNvSpPr txBox="1"/>
          <p:nvPr/>
        </p:nvSpPr>
        <p:spPr>
          <a:xfrm>
            <a:off x="8896350" y="912813"/>
            <a:ext cx="169863" cy="184150"/>
          </a:xfrm>
          <a:prstGeom prst="rect">
            <a:avLst/>
          </a:prstGeom>
        </p:spPr>
        <p:txBody>
          <a:bodyPr lIns="0" tIns="0" rIns="0" bIns="0">
            <a:spAutoFit/>
          </a:bodyPr>
          <a:lstStyle/>
          <a:p>
            <a:pPr marL="12700" marR="0" lvl="0" indent="0" algn="l" defTabSz="914400" rtl="0" eaLnBrk="1" fontAlgn="base" latinLnBrk="0" hangingPunct="1">
              <a:lnSpc>
                <a:spcPct val="100000"/>
              </a:lnSpc>
              <a:spcBef>
                <a:spcPct val="0"/>
              </a:spcBef>
              <a:spcAft>
                <a:spcPct val="0"/>
              </a:spcAft>
              <a:buClrTx/>
              <a:buSzTx/>
              <a:buFontTx/>
              <a:buNone/>
              <a:defRPr/>
            </a:pPr>
            <a:r>
              <a:rPr kumimoji="1" sz="1200" b="0" i="0" u="none" strike="noStrike" kern="1200" cap="none" spc="-40" normalizeH="0" baseline="0" noProof="0" dirty="0">
                <a:ln>
                  <a:noFill/>
                </a:ln>
                <a:solidFill>
                  <a:srgbClr val="7E7E7E"/>
                </a:solidFill>
                <a:effectLst/>
                <a:uLnTx/>
                <a:uFillTx/>
                <a:latin typeface="Palatino Linotype" panose="02040502050505030304"/>
                <a:ea typeface="宋体" pitchFamily="2" charset="-122"/>
                <a:cs typeface="Palatino Linotype" panose="02040502050505030304"/>
              </a:rPr>
              <a:t>20</a:t>
            </a:r>
            <a:endParaRPr kumimoji="1" sz="1200" b="0" i="0" u="none" strike="noStrike" kern="1200" cap="none" spc="0" normalizeH="0" baseline="0" noProof="0">
              <a:ln>
                <a:noFill/>
              </a:ln>
              <a:solidFill>
                <a:prstClr val="black"/>
              </a:solidFill>
              <a:effectLst/>
              <a:uLnTx/>
              <a:uFillTx/>
              <a:latin typeface="Palatino Linotype" panose="02040502050505030304"/>
              <a:ea typeface="宋体" pitchFamily="2" charset="-122"/>
              <a:cs typeface="Palatino Linotype" panose="02040502050505030304"/>
            </a:endParaRPr>
          </a:p>
        </p:txBody>
      </p:sp>
      <p:sp>
        <p:nvSpPr>
          <p:cNvPr id="121863" name="object 8"/>
          <p:cNvSpPr/>
          <p:nvPr/>
        </p:nvSpPr>
        <p:spPr bwMode="auto">
          <a:xfrm>
            <a:off x="1828800" y="2703513"/>
            <a:ext cx="1096963" cy="2925762"/>
          </a:xfrm>
          <a:custGeom>
            <a:avLst/>
            <a:gdLst>
              <a:gd name="T0" fmla="*/ 0 w 1097280"/>
              <a:gd name="T1" fmla="*/ 2922910 h 2926079"/>
              <a:gd name="T2" fmla="*/ 1094114 w 1097280"/>
              <a:gd name="T3" fmla="*/ 2922910 h 2926079"/>
              <a:gd name="T4" fmla="*/ 1094114 w 1097280"/>
              <a:gd name="T5" fmla="*/ 0 h 2926079"/>
              <a:gd name="T6" fmla="*/ 0 w 1097280"/>
              <a:gd name="T7" fmla="*/ 0 h 2926079"/>
              <a:gd name="T8" fmla="*/ 0 w 1097280"/>
              <a:gd name="T9" fmla="*/ 2922910 h 292607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97280" h="2926079">
                <a:moveTo>
                  <a:pt x="0" y="2926080"/>
                </a:moveTo>
                <a:lnTo>
                  <a:pt x="1097280" y="2926080"/>
                </a:lnTo>
                <a:lnTo>
                  <a:pt x="1097280" y="0"/>
                </a:lnTo>
                <a:lnTo>
                  <a:pt x="0" y="0"/>
                </a:lnTo>
                <a:lnTo>
                  <a:pt x="0" y="292608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lIns="0" tIns="0" rIns="0" bIns="0"/>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prstClr val="black"/>
              </a:solidFill>
              <a:effectLst/>
              <a:uLnTx/>
              <a:uFillTx/>
              <a:latin typeface="Verdana" panose="020B0804030504040204" pitchFamily="34" charset="0"/>
              <a:ea typeface="宋体" pitchFamily="2" charset="-122"/>
              <a:cs typeface="+mn-cs"/>
            </a:endParaRPr>
          </a:p>
        </p:txBody>
      </p:sp>
      <p:sp>
        <p:nvSpPr>
          <p:cNvPr id="121864" name="object 9"/>
          <p:cNvSpPr/>
          <p:nvPr/>
        </p:nvSpPr>
        <p:spPr bwMode="auto">
          <a:xfrm>
            <a:off x="1706563" y="2703513"/>
            <a:ext cx="1219200" cy="2925762"/>
          </a:xfrm>
          <a:custGeom>
            <a:avLst/>
            <a:gdLst>
              <a:gd name="T0" fmla="*/ 0 w 1097280"/>
              <a:gd name="T1" fmla="*/ 2922910 h 2926079"/>
              <a:gd name="T2" fmla="*/ 3146970 w 1097280"/>
              <a:gd name="T3" fmla="*/ 2922910 h 2926079"/>
              <a:gd name="T4" fmla="*/ 3146970 w 1097280"/>
              <a:gd name="T5" fmla="*/ 0 h 2926079"/>
              <a:gd name="T6" fmla="*/ 0 w 1097280"/>
              <a:gd name="T7" fmla="*/ 0 h 2926079"/>
              <a:gd name="T8" fmla="*/ 0 w 1097280"/>
              <a:gd name="T9" fmla="*/ 2922910 h 292607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97280" h="2926079">
                <a:moveTo>
                  <a:pt x="0" y="2926080"/>
                </a:moveTo>
                <a:lnTo>
                  <a:pt x="1097280" y="2926080"/>
                </a:lnTo>
                <a:lnTo>
                  <a:pt x="1097280" y="0"/>
                </a:lnTo>
                <a:lnTo>
                  <a:pt x="0" y="0"/>
                </a:lnTo>
                <a:lnTo>
                  <a:pt x="0" y="2926080"/>
                </a:lnTo>
                <a:close/>
              </a:path>
            </a:pathLst>
          </a:custGeom>
          <a:noFill/>
          <a:ln w="9525">
            <a:solidFill>
              <a:srgbClr val="0D0D0D"/>
            </a:solidFill>
            <a:round/>
          </a:ln>
          <a:extLst>
            <a:ext uri="{909E8E84-426E-40DD-AFC4-6F175D3DCCD1}">
              <a14:hiddenFill xmlns:a14="http://schemas.microsoft.com/office/drawing/2010/main">
                <a:solidFill>
                  <a:srgbClr val="FFFFFF"/>
                </a:solidFill>
              </a14:hiddenFill>
            </a:ext>
          </a:extLst>
        </p:spPr>
        <p:txBody>
          <a:bodyPr lIns="0" tIns="0" rIns="0" bIns="0"/>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prstClr val="black"/>
              </a:solidFill>
              <a:effectLst/>
              <a:uLnTx/>
              <a:uFillTx/>
              <a:latin typeface="Verdana" panose="020B0804030504040204" pitchFamily="34" charset="0"/>
              <a:ea typeface="宋体" pitchFamily="2" charset="-122"/>
              <a:cs typeface="+mn-cs"/>
            </a:endParaRPr>
          </a:p>
        </p:txBody>
      </p:sp>
      <p:sp>
        <p:nvSpPr>
          <p:cNvPr id="121865" name="object 10"/>
          <p:cNvSpPr/>
          <p:nvPr/>
        </p:nvSpPr>
        <p:spPr bwMode="auto">
          <a:xfrm>
            <a:off x="2919413" y="2703513"/>
            <a:ext cx="1098550" cy="2925762"/>
          </a:xfrm>
          <a:custGeom>
            <a:avLst/>
            <a:gdLst>
              <a:gd name="T0" fmla="*/ 0 w 1097279"/>
              <a:gd name="T1" fmla="*/ 2922910 h 2926079"/>
              <a:gd name="T2" fmla="*/ 1110055 w 1097279"/>
              <a:gd name="T3" fmla="*/ 2922910 h 2926079"/>
              <a:gd name="T4" fmla="*/ 1110055 w 1097279"/>
              <a:gd name="T5" fmla="*/ 0 h 2926079"/>
              <a:gd name="T6" fmla="*/ 0 w 1097279"/>
              <a:gd name="T7" fmla="*/ 0 h 2926079"/>
              <a:gd name="T8" fmla="*/ 0 w 1097279"/>
              <a:gd name="T9" fmla="*/ 2922910 h 292607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97279" h="2926079">
                <a:moveTo>
                  <a:pt x="0" y="2926080"/>
                </a:moveTo>
                <a:lnTo>
                  <a:pt x="1097280" y="2926080"/>
                </a:lnTo>
                <a:lnTo>
                  <a:pt x="1097280" y="0"/>
                </a:lnTo>
                <a:lnTo>
                  <a:pt x="0" y="0"/>
                </a:lnTo>
                <a:lnTo>
                  <a:pt x="0" y="292608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lIns="0" tIns="0" rIns="0" bIns="0"/>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prstClr val="black"/>
              </a:solidFill>
              <a:effectLst/>
              <a:uLnTx/>
              <a:uFillTx/>
              <a:latin typeface="Verdana" panose="020B0804030504040204" pitchFamily="34" charset="0"/>
              <a:ea typeface="宋体" pitchFamily="2" charset="-122"/>
              <a:cs typeface="+mn-cs"/>
            </a:endParaRPr>
          </a:p>
        </p:txBody>
      </p:sp>
      <p:sp>
        <p:nvSpPr>
          <p:cNvPr id="121866" name="object 11"/>
          <p:cNvSpPr/>
          <p:nvPr/>
        </p:nvSpPr>
        <p:spPr bwMode="auto">
          <a:xfrm>
            <a:off x="2919413" y="2703513"/>
            <a:ext cx="1098550" cy="2925762"/>
          </a:xfrm>
          <a:custGeom>
            <a:avLst/>
            <a:gdLst>
              <a:gd name="T0" fmla="*/ 0 w 1097279"/>
              <a:gd name="T1" fmla="*/ 2922910 h 2926079"/>
              <a:gd name="T2" fmla="*/ 1110055 w 1097279"/>
              <a:gd name="T3" fmla="*/ 2922910 h 2926079"/>
              <a:gd name="T4" fmla="*/ 1110055 w 1097279"/>
              <a:gd name="T5" fmla="*/ 0 h 2926079"/>
              <a:gd name="T6" fmla="*/ 0 w 1097279"/>
              <a:gd name="T7" fmla="*/ 0 h 2926079"/>
              <a:gd name="T8" fmla="*/ 0 w 1097279"/>
              <a:gd name="T9" fmla="*/ 2922910 h 292607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97279" h="2926079">
                <a:moveTo>
                  <a:pt x="0" y="2926080"/>
                </a:moveTo>
                <a:lnTo>
                  <a:pt x="1097280" y="2926080"/>
                </a:lnTo>
                <a:lnTo>
                  <a:pt x="1097280" y="0"/>
                </a:lnTo>
                <a:lnTo>
                  <a:pt x="0" y="0"/>
                </a:lnTo>
                <a:lnTo>
                  <a:pt x="0" y="2926080"/>
                </a:lnTo>
                <a:close/>
              </a:path>
            </a:pathLst>
          </a:custGeom>
          <a:noFill/>
          <a:ln w="9525">
            <a:solidFill>
              <a:srgbClr val="0D0D0D"/>
            </a:solidFill>
            <a:round/>
          </a:ln>
          <a:extLst>
            <a:ext uri="{909E8E84-426E-40DD-AFC4-6F175D3DCCD1}">
              <a14:hiddenFill xmlns:a14="http://schemas.microsoft.com/office/drawing/2010/main">
                <a:solidFill>
                  <a:srgbClr val="FFFFFF"/>
                </a:solidFill>
              </a14:hiddenFill>
            </a:ext>
          </a:extLst>
        </p:spPr>
        <p:txBody>
          <a:bodyPr lIns="0" tIns="0" rIns="0" bIns="0"/>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prstClr val="black"/>
              </a:solidFill>
              <a:effectLst/>
              <a:uLnTx/>
              <a:uFillTx/>
              <a:latin typeface="Verdana" panose="020B0804030504040204" pitchFamily="34" charset="0"/>
              <a:ea typeface="宋体" pitchFamily="2" charset="-122"/>
              <a:cs typeface="+mn-cs"/>
            </a:endParaRPr>
          </a:p>
        </p:txBody>
      </p:sp>
      <p:sp>
        <p:nvSpPr>
          <p:cNvPr id="121867" name="object 12"/>
          <p:cNvSpPr/>
          <p:nvPr/>
        </p:nvSpPr>
        <p:spPr bwMode="auto">
          <a:xfrm>
            <a:off x="3448050" y="4419600"/>
            <a:ext cx="3257550" cy="365125"/>
          </a:xfrm>
          <a:custGeom>
            <a:avLst/>
            <a:gdLst>
              <a:gd name="T0" fmla="*/ 0 w 3256915"/>
              <a:gd name="T1" fmla="*/ 54168 h 365760"/>
              <a:gd name="T2" fmla="*/ 605827 w 3256915"/>
              <a:gd name="T3" fmla="*/ 149775 h 365760"/>
              <a:gd name="T4" fmla="*/ 605827 w 3256915"/>
              <a:gd name="T5" fmla="*/ 299549 h 365760"/>
              <a:gd name="T6" fmla="*/ 607537 w 3256915"/>
              <a:gd name="T7" fmla="*/ 313700 h 365760"/>
              <a:gd name="T8" fmla="*/ 630032 w 3256915"/>
              <a:gd name="T9" fmla="*/ 347309 h 365760"/>
              <a:gd name="T10" fmla="*/ 1048647 w 3256915"/>
              <a:gd name="T11" fmla="*/ 359459 h 365760"/>
              <a:gd name="T12" fmla="*/ 3201682 w 3256915"/>
              <a:gd name="T13" fmla="*/ 359459 h 365760"/>
              <a:gd name="T14" fmla="*/ 3240850 w 3256915"/>
              <a:gd name="T15" fmla="*/ 345518 h 365760"/>
              <a:gd name="T16" fmla="*/ 3261688 w 3256915"/>
              <a:gd name="T17" fmla="*/ 310791 h 365760"/>
              <a:gd name="T18" fmla="*/ 3262762 w 3256915"/>
              <a:gd name="T19" fmla="*/ 149775 h 365760"/>
              <a:gd name="T20" fmla="*/ 3262762 w 3256915"/>
              <a:gd name="T21" fmla="*/ 59910 h 365760"/>
              <a:gd name="T22" fmla="*/ 605827 w 3256915"/>
              <a:gd name="T23" fmla="*/ 59910 h 365760"/>
              <a:gd name="T24" fmla="*/ 0 w 3256915"/>
              <a:gd name="T25" fmla="*/ 54168 h 365760"/>
              <a:gd name="T26" fmla="*/ 1712884 w 3256915"/>
              <a:gd name="T27" fmla="*/ 0 h 365760"/>
              <a:gd name="T28" fmla="*/ 666907 w 3256915"/>
              <a:gd name="T29" fmla="*/ 0 h 365760"/>
              <a:gd name="T30" fmla="*/ 652483 w 3256915"/>
              <a:gd name="T31" fmla="*/ 1680 h 365760"/>
              <a:gd name="T32" fmla="*/ 618215 w 3256915"/>
              <a:gd name="T33" fmla="*/ 23739 h 365760"/>
              <a:gd name="T34" fmla="*/ 605827 w 3256915"/>
              <a:gd name="T35" fmla="*/ 59910 h 365760"/>
              <a:gd name="T36" fmla="*/ 3262762 w 3256915"/>
              <a:gd name="T37" fmla="*/ 59910 h 365760"/>
              <a:gd name="T38" fmla="*/ 3248543 w 3256915"/>
              <a:gd name="T39" fmla="*/ 21490 h 365760"/>
              <a:gd name="T40" fmla="*/ 3213138 w 3256915"/>
              <a:gd name="T41" fmla="*/ 1051 h 365760"/>
              <a:gd name="T42" fmla="*/ 1712884 w 3256915"/>
              <a:gd name="T43" fmla="*/ 0 h 365760"/>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3256915" h="365760">
                <a:moveTo>
                  <a:pt x="0" y="55118"/>
                </a:moveTo>
                <a:lnTo>
                  <a:pt x="604647" y="152400"/>
                </a:lnTo>
                <a:lnTo>
                  <a:pt x="604647" y="304800"/>
                </a:lnTo>
                <a:lnTo>
                  <a:pt x="606357" y="319197"/>
                </a:lnTo>
                <a:lnTo>
                  <a:pt x="628802" y="353395"/>
                </a:lnTo>
                <a:lnTo>
                  <a:pt x="1046607" y="365760"/>
                </a:lnTo>
                <a:lnTo>
                  <a:pt x="3195446" y="365760"/>
                </a:lnTo>
                <a:lnTo>
                  <a:pt x="3234538" y="351573"/>
                </a:lnTo>
                <a:lnTo>
                  <a:pt x="3255335" y="316237"/>
                </a:lnTo>
                <a:lnTo>
                  <a:pt x="3256407" y="152400"/>
                </a:lnTo>
                <a:lnTo>
                  <a:pt x="3256407" y="60960"/>
                </a:lnTo>
                <a:lnTo>
                  <a:pt x="604647" y="60960"/>
                </a:lnTo>
                <a:lnTo>
                  <a:pt x="0" y="55118"/>
                </a:lnTo>
                <a:close/>
              </a:path>
              <a:path w="3256915" h="365760">
                <a:moveTo>
                  <a:pt x="1709547" y="0"/>
                </a:moveTo>
                <a:lnTo>
                  <a:pt x="665607" y="0"/>
                </a:lnTo>
                <a:lnTo>
                  <a:pt x="651213" y="1710"/>
                </a:lnTo>
                <a:lnTo>
                  <a:pt x="617014" y="24155"/>
                </a:lnTo>
                <a:lnTo>
                  <a:pt x="604647" y="60960"/>
                </a:lnTo>
                <a:lnTo>
                  <a:pt x="3256407" y="60960"/>
                </a:lnTo>
                <a:lnTo>
                  <a:pt x="3242216" y="21868"/>
                </a:lnTo>
                <a:lnTo>
                  <a:pt x="3206881" y="1071"/>
                </a:lnTo>
                <a:lnTo>
                  <a:pt x="1709547"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lIns="0" tIns="0" rIns="0" bIns="0"/>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prstClr val="black"/>
              </a:solidFill>
              <a:effectLst/>
              <a:uLnTx/>
              <a:uFillTx/>
              <a:latin typeface="Verdana" panose="020B0804030504040204" pitchFamily="34" charset="0"/>
              <a:ea typeface="宋体" pitchFamily="2" charset="-122"/>
              <a:cs typeface="+mn-cs"/>
            </a:endParaRPr>
          </a:p>
        </p:txBody>
      </p:sp>
      <p:sp>
        <p:nvSpPr>
          <p:cNvPr id="121868" name="object 13"/>
          <p:cNvSpPr/>
          <p:nvPr/>
        </p:nvSpPr>
        <p:spPr bwMode="auto">
          <a:xfrm>
            <a:off x="3435350" y="4475163"/>
            <a:ext cx="4449018" cy="365125"/>
          </a:xfrm>
          <a:custGeom>
            <a:avLst/>
            <a:gdLst>
              <a:gd name="T0" fmla="*/ 3246901 w 3256915"/>
              <a:gd name="T1" fmla="*/ 59910 h 365760"/>
              <a:gd name="T2" fmla="*/ 3232752 w 3256915"/>
              <a:gd name="T3" fmla="*/ 21490 h 365760"/>
              <a:gd name="T4" fmla="*/ 3197520 w 3256915"/>
              <a:gd name="T5" fmla="*/ 1051 h 365760"/>
              <a:gd name="T6" fmla="*/ 1704556 w 3256915"/>
              <a:gd name="T7" fmla="*/ 0 h 365760"/>
              <a:gd name="T8" fmla="*/ 1043552 w 3256915"/>
              <a:gd name="T9" fmla="*/ 0 h 365760"/>
              <a:gd name="T10" fmla="*/ 663665 w 3256915"/>
              <a:gd name="T11" fmla="*/ 0 h 365760"/>
              <a:gd name="T12" fmla="*/ 649313 w 3256915"/>
              <a:gd name="T13" fmla="*/ 1680 h 365760"/>
              <a:gd name="T14" fmla="*/ 615214 w 3256915"/>
              <a:gd name="T15" fmla="*/ 23739 h 365760"/>
              <a:gd name="T16" fmla="*/ 602882 w 3256915"/>
              <a:gd name="T17" fmla="*/ 59910 h 365760"/>
              <a:gd name="T18" fmla="*/ 0 w 3256915"/>
              <a:gd name="T19" fmla="*/ 54168 h 365760"/>
              <a:gd name="T20" fmla="*/ 602882 w 3256915"/>
              <a:gd name="T21" fmla="*/ 149775 h 365760"/>
              <a:gd name="T22" fmla="*/ 602882 w 3256915"/>
              <a:gd name="T23" fmla="*/ 299549 h 365760"/>
              <a:gd name="T24" fmla="*/ 604587 w 3256915"/>
              <a:gd name="T25" fmla="*/ 313700 h 365760"/>
              <a:gd name="T26" fmla="*/ 626966 w 3256915"/>
              <a:gd name="T27" fmla="*/ 347309 h 365760"/>
              <a:gd name="T28" fmla="*/ 1043552 w 3256915"/>
              <a:gd name="T29" fmla="*/ 359459 h 365760"/>
              <a:gd name="T30" fmla="*/ 1704556 w 3256915"/>
              <a:gd name="T31" fmla="*/ 359459 h 365760"/>
              <a:gd name="T32" fmla="*/ 3186118 w 3256915"/>
              <a:gd name="T33" fmla="*/ 359459 h 365760"/>
              <a:gd name="T34" fmla="*/ 3200470 w 3256915"/>
              <a:gd name="T35" fmla="*/ 357779 h 365760"/>
              <a:gd name="T36" fmla="*/ 3234569 w 3256915"/>
              <a:gd name="T37" fmla="*/ 335725 h 365760"/>
              <a:gd name="T38" fmla="*/ 3246901 w 3256915"/>
              <a:gd name="T39" fmla="*/ 149775 h 365760"/>
              <a:gd name="T40" fmla="*/ 3246901 w 3256915"/>
              <a:gd name="T41" fmla="*/ 59910 h 365760"/>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3256915" h="365760">
                <a:moveTo>
                  <a:pt x="3256407" y="60960"/>
                </a:moveTo>
                <a:lnTo>
                  <a:pt x="3242216" y="21868"/>
                </a:lnTo>
                <a:lnTo>
                  <a:pt x="3206881" y="1071"/>
                </a:lnTo>
                <a:lnTo>
                  <a:pt x="1709547" y="0"/>
                </a:lnTo>
                <a:lnTo>
                  <a:pt x="1046607" y="0"/>
                </a:lnTo>
                <a:lnTo>
                  <a:pt x="665607" y="0"/>
                </a:lnTo>
                <a:lnTo>
                  <a:pt x="651213" y="1710"/>
                </a:lnTo>
                <a:lnTo>
                  <a:pt x="617014" y="24155"/>
                </a:lnTo>
                <a:lnTo>
                  <a:pt x="604647" y="60960"/>
                </a:lnTo>
                <a:lnTo>
                  <a:pt x="0" y="55118"/>
                </a:lnTo>
                <a:lnTo>
                  <a:pt x="604647" y="152400"/>
                </a:lnTo>
                <a:lnTo>
                  <a:pt x="604647" y="304800"/>
                </a:lnTo>
                <a:lnTo>
                  <a:pt x="606357" y="319197"/>
                </a:lnTo>
                <a:lnTo>
                  <a:pt x="628802" y="353395"/>
                </a:lnTo>
                <a:lnTo>
                  <a:pt x="1046607" y="365760"/>
                </a:lnTo>
                <a:lnTo>
                  <a:pt x="1709547" y="365760"/>
                </a:lnTo>
                <a:lnTo>
                  <a:pt x="3195446" y="365760"/>
                </a:lnTo>
                <a:lnTo>
                  <a:pt x="3209840" y="364050"/>
                </a:lnTo>
                <a:lnTo>
                  <a:pt x="3244039" y="341610"/>
                </a:lnTo>
                <a:lnTo>
                  <a:pt x="3256407" y="152400"/>
                </a:lnTo>
                <a:lnTo>
                  <a:pt x="3256407" y="60960"/>
                </a:lnTo>
                <a:close/>
              </a:path>
            </a:pathLst>
          </a:custGeom>
          <a:noFill/>
          <a:ln w="28575">
            <a:solidFill>
              <a:srgbClr val="636363"/>
            </a:solidFill>
            <a:round/>
          </a:ln>
          <a:extLst>
            <a:ext uri="{909E8E84-426E-40DD-AFC4-6F175D3DCCD1}">
              <a14:hiddenFill xmlns:a14="http://schemas.microsoft.com/office/drawing/2010/main">
                <a:solidFill>
                  <a:srgbClr val="FFFFFF"/>
                </a:solidFill>
              </a14:hiddenFill>
            </a:ext>
          </a:extLst>
        </p:spPr>
        <p:txBody>
          <a:bodyPr lIns="0" tIns="0" rIns="0" bIns="0"/>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prstClr val="black"/>
              </a:solidFill>
              <a:effectLst/>
              <a:uLnTx/>
              <a:uFillTx/>
              <a:latin typeface="Verdana" panose="020B0804030504040204" pitchFamily="34" charset="0"/>
              <a:ea typeface="宋体" pitchFamily="2" charset="-122"/>
              <a:cs typeface="+mn-cs"/>
            </a:endParaRPr>
          </a:p>
        </p:txBody>
      </p:sp>
      <p:sp>
        <p:nvSpPr>
          <p:cNvPr id="121869" name="object 14"/>
          <p:cNvSpPr txBox="1">
            <a:spLocks noChangeArrowheads="1"/>
          </p:cNvSpPr>
          <p:nvPr/>
        </p:nvSpPr>
        <p:spPr bwMode="auto">
          <a:xfrm>
            <a:off x="4179888" y="2403475"/>
            <a:ext cx="4762500" cy="2379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939800">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itchFamily="2" charset="-122"/>
              </a:defRPr>
            </a:lvl5pPr>
            <a:lvl6pPr marL="2514600" indent="-228600" fontAlgn="base">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itchFamily="2" charset="-122"/>
              </a:defRPr>
            </a:lvl6pPr>
            <a:lvl7pPr marL="2971800" indent="-228600" fontAlgn="base">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itchFamily="2" charset="-122"/>
              </a:defRPr>
            </a:lvl7pPr>
            <a:lvl8pPr marL="3429000" indent="-228600" fontAlgn="base">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itchFamily="2" charset="-122"/>
              </a:defRPr>
            </a:lvl8pPr>
            <a:lvl9pPr marL="3886200" indent="-228600" fontAlgn="base">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itchFamily="2" charset="-122"/>
              </a:defRPr>
            </a:lvl9pPr>
          </a:lstStyle>
          <a:p>
            <a:pPr marL="939800" marR="0" lvl="0" indent="0" algn="l" defTabSz="914400" rtl="0" eaLnBrk="1" fontAlgn="base" latinLnBrk="0" hangingPunct="1">
              <a:lnSpc>
                <a:spcPct val="100000"/>
              </a:lnSpc>
              <a:spcBef>
                <a:spcPct val="0"/>
              </a:spcBef>
              <a:spcAft>
                <a:spcPct val="0"/>
              </a:spcAft>
              <a:buClrTx/>
              <a:buSzTx/>
              <a:buFontTx/>
              <a:buNone/>
              <a:defRPr/>
            </a:pPr>
            <a:r>
              <a:rPr kumimoji="1" lang="zh-CN" altLang="en-US" sz="2400" b="0" i="0" u="none" strike="noStrike" kern="1200" cap="none" spc="0" normalizeH="0" baseline="0" noProof="0" dirty="0">
                <a:ln>
                  <a:noFill/>
                </a:ln>
                <a:solidFill>
                  <a:prstClr val="black"/>
                </a:solidFill>
                <a:effectLst/>
                <a:uLnTx/>
                <a:uFillTx/>
                <a:latin typeface="Palatino Linotype" panose="02040502050505030304" pitchFamily="18" charset="0"/>
                <a:ea typeface="宋体" pitchFamily="2" charset="-122"/>
                <a:cs typeface="+mn-cs"/>
              </a:rPr>
              <a:t>根据</a:t>
            </a:r>
            <a:r>
              <a:rPr kumimoji="1" lang="en-US" altLang="zh-CN" sz="2400" b="0" i="0" u="none" strike="noStrike" kern="1200" cap="none" spc="0" normalizeH="0" baseline="0" noProof="0" dirty="0">
                <a:ln>
                  <a:noFill/>
                </a:ln>
                <a:solidFill>
                  <a:prstClr val="black"/>
                </a:solidFill>
                <a:effectLst/>
                <a:uLnTx/>
                <a:uFillTx/>
                <a:latin typeface="Palatino Linotype" panose="02040502050505030304" pitchFamily="18" charset="0"/>
                <a:ea typeface="宋体" pitchFamily="2" charset="-122"/>
                <a:cs typeface="+mn-cs"/>
              </a:rPr>
              <a:t>2PL</a:t>
            </a:r>
            <a:r>
              <a:rPr kumimoji="1" lang="zh-CN" altLang="en-US" sz="2400" b="0" i="0" u="none" strike="noStrike" kern="1200" cap="none" spc="0" normalizeH="0" baseline="0" noProof="0" dirty="0">
                <a:ln>
                  <a:noFill/>
                </a:ln>
                <a:solidFill>
                  <a:prstClr val="black"/>
                </a:solidFill>
                <a:effectLst/>
                <a:uLnTx/>
                <a:uFillTx/>
                <a:latin typeface="Palatino Linotype" panose="02040502050505030304" pitchFamily="18" charset="0"/>
                <a:ea typeface="宋体" pitchFamily="2" charset="-122"/>
                <a:cs typeface="+mn-cs"/>
              </a:rPr>
              <a:t>，该调度是可行的，</a:t>
            </a:r>
            <a:r>
              <a:rPr kumimoji="1" lang="zh-CN" altLang="zh-CN" sz="2400" b="0" i="0" u="none" strike="noStrike" kern="1200" cap="none" spc="0" normalizeH="0" baseline="0" noProof="0" dirty="0">
                <a:ln>
                  <a:noFill/>
                </a:ln>
                <a:solidFill>
                  <a:prstClr val="black"/>
                </a:solidFill>
                <a:effectLst/>
                <a:uLnTx/>
                <a:uFillTx/>
                <a:latin typeface="Palatino Linotype" panose="02040502050505030304" pitchFamily="18" charset="0"/>
                <a:ea typeface="宋体" pitchFamily="2" charset="-122"/>
                <a:cs typeface="+mn-cs"/>
              </a:rPr>
              <a:t> </a:t>
            </a:r>
            <a:r>
              <a:rPr kumimoji="1" lang="zh-CN" altLang="en-US" sz="2400" b="0" i="0" u="none" strike="noStrike" kern="1200" cap="none" spc="0" normalizeH="0" baseline="0" noProof="0" dirty="0">
                <a:ln>
                  <a:noFill/>
                </a:ln>
                <a:solidFill>
                  <a:prstClr val="black"/>
                </a:solidFill>
                <a:effectLst/>
                <a:uLnTx/>
                <a:uFillTx/>
                <a:latin typeface="Palatino Linotype" panose="02040502050505030304" pitchFamily="18" charset="0"/>
                <a:ea typeface="宋体" pitchFamily="2" charset="-122"/>
                <a:cs typeface="+mn-cs"/>
              </a:rPr>
              <a:t>但当事务</a:t>
            </a:r>
            <a:r>
              <a:rPr kumimoji="1" lang="en-US" altLang="zh-CN" sz="2400" b="0" i="0" u="none" strike="noStrike" kern="1200" cap="none" spc="0" normalizeH="0" baseline="0" noProof="0" dirty="0">
                <a:ln>
                  <a:noFill/>
                </a:ln>
                <a:solidFill>
                  <a:srgbClr val="EE3D42"/>
                </a:solidFill>
                <a:effectLst/>
                <a:uLnTx/>
                <a:uFillTx/>
                <a:latin typeface="Arial" panose="020B0604020202090204" pitchFamily="34" charset="0"/>
                <a:ea typeface="宋体" pitchFamily="2" charset="-122"/>
                <a:cs typeface="Arial" panose="020B0604020202090204" pitchFamily="34" charset="0"/>
              </a:rPr>
              <a:t>T</a:t>
            </a:r>
            <a:r>
              <a:rPr kumimoji="1" lang="en-US" altLang="zh-CN" sz="2400" b="0" i="0" u="none" strike="noStrike" kern="1200" cap="none" spc="0" normalizeH="0" baseline="-21000" noProof="0" dirty="0">
                <a:ln>
                  <a:noFill/>
                </a:ln>
                <a:solidFill>
                  <a:srgbClr val="EE3D42"/>
                </a:solidFill>
                <a:effectLst/>
                <a:uLnTx/>
                <a:uFillTx/>
                <a:latin typeface="Arial" panose="020B0604020202090204" pitchFamily="34" charset="0"/>
                <a:ea typeface="宋体" pitchFamily="2" charset="-122"/>
                <a:cs typeface="Arial" panose="020B0604020202090204" pitchFamily="34" charset="0"/>
              </a:rPr>
              <a:t>1</a:t>
            </a:r>
            <a:r>
              <a:rPr kumimoji="1" lang="zh-CN" altLang="en-US" sz="2400" b="0" i="0" u="none" strike="noStrike" kern="1200" cap="none" spc="0" normalizeH="0" baseline="0" noProof="0" dirty="0">
                <a:ln>
                  <a:noFill/>
                </a:ln>
                <a:solidFill>
                  <a:prstClr val="black"/>
                </a:solidFill>
                <a:effectLst/>
                <a:uLnTx/>
                <a:uFillTx/>
                <a:latin typeface="Palatino Linotype" panose="02040502050505030304" pitchFamily="18" charset="0"/>
                <a:ea typeface="宋体" pitchFamily="2" charset="-122"/>
                <a:cs typeface="+mn-cs"/>
              </a:rPr>
              <a:t>撤销时，数据库须撤销</a:t>
            </a:r>
            <a:r>
              <a:rPr kumimoji="1" lang="zh-CN" altLang="zh-CN" sz="2400" b="0" i="0" u="none" strike="noStrike" kern="1200" cap="none" spc="0" normalizeH="0" baseline="0" noProof="0" dirty="0">
                <a:ln>
                  <a:noFill/>
                </a:ln>
                <a:solidFill>
                  <a:srgbClr val="EE3D42"/>
                </a:solidFill>
                <a:effectLst/>
                <a:uLnTx/>
                <a:uFillTx/>
                <a:latin typeface="Arial" panose="020B0604020202090204" pitchFamily="34" charset="0"/>
                <a:ea typeface="宋体" pitchFamily="2" charset="-122"/>
                <a:cs typeface="+mn-cs"/>
              </a:rPr>
              <a:t>T</a:t>
            </a:r>
            <a:r>
              <a:rPr kumimoji="1" lang="zh-CN" altLang="zh-CN" sz="2400" b="0" i="0" u="none" strike="noStrike" kern="1200" cap="none" spc="0" normalizeH="0" baseline="-21000" noProof="0" dirty="0">
                <a:ln>
                  <a:noFill/>
                </a:ln>
                <a:solidFill>
                  <a:srgbClr val="EE3D42"/>
                </a:solidFill>
                <a:effectLst/>
                <a:uLnTx/>
                <a:uFillTx/>
                <a:latin typeface="Arial" panose="020B0604020202090204" pitchFamily="34" charset="0"/>
                <a:ea typeface="宋体" pitchFamily="2" charset="-122"/>
                <a:cs typeface="+mn-cs"/>
              </a:rPr>
              <a:t>2 </a:t>
            </a:r>
            <a:endParaRPr kumimoji="1" lang="zh-CN" altLang="zh-CN" sz="2400" b="0" i="0" u="none" strike="noStrike" kern="1200" cap="none" spc="0" normalizeH="0" baseline="0" noProof="0" dirty="0">
              <a:ln>
                <a:noFill/>
              </a:ln>
              <a:solidFill>
                <a:prstClr val="black"/>
              </a:solidFill>
              <a:effectLst/>
              <a:uLnTx/>
              <a:uFillTx/>
              <a:latin typeface="Palatino Linotype" panose="02040502050505030304" pitchFamily="18" charset="0"/>
              <a:ea typeface="宋体" pitchFamily="2" charset="-122"/>
              <a:cs typeface="+mn-cs"/>
            </a:endParaRPr>
          </a:p>
          <a:p>
            <a:pPr marL="939800" marR="0" lvl="0" indent="0" algn="l" defTabSz="914400" rtl="0" eaLnBrk="1" fontAlgn="base" latinLnBrk="0" hangingPunct="1">
              <a:lnSpc>
                <a:spcPts val="2375"/>
              </a:lnSpc>
              <a:spcBef>
                <a:spcPts val="125"/>
              </a:spcBef>
              <a:spcAft>
                <a:spcPct val="0"/>
              </a:spcAft>
              <a:buClrTx/>
              <a:buSzTx/>
              <a:buFontTx/>
              <a:buNone/>
              <a:defRPr/>
            </a:pPr>
            <a:r>
              <a:rPr kumimoji="1" lang="zh-CN" altLang="zh-CN" sz="20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rPr>
              <a:t>→ </a:t>
            </a:r>
            <a:r>
              <a:rPr kumimoji="1" lang="zh-CN" altLang="zh-CN" sz="2000" b="0" i="0" u="none" strike="noStrike" kern="1200" cap="none" spc="0" normalizeH="0" baseline="0" noProof="0" dirty="0">
                <a:ln>
                  <a:noFill/>
                </a:ln>
                <a:solidFill>
                  <a:srgbClr val="EE3D42"/>
                </a:solidFill>
                <a:effectLst/>
                <a:uLnTx/>
                <a:uFillTx/>
                <a:latin typeface="Arial" panose="020B0604020202090204" pitchFamily="34" charset="0"/>
                <a:ea typeface="宋体" pitchFamily="2" charset="-122"/>
                <a:cs typeface="+mn-cs"/>
              </a:rPr>
              <a:t>T</a:t>
            </a:r>
            <a:r>
              <a:rPr kumimoji="1" lang="zh-CN" altLang="zh-CN" sz="1900" b="0" i="0" u="none" strike="noStrike" kern="1200" cap="none" spc="0" normalizeH="0" baseline="-21000" noProof="0" dirty="0">
                <a:ln>
                  <a:noFill/>
                </a:ln>
                <a:solidFill>
                  <a:srgbClr val="EE3D42"/>
                </a:solidFill>
                <a:effectLst/>
                <a:uLnTx/>
                <a:uFillTx/>
                <a:latin typeface="Arial" panose="020B0604020202090204" pitchFamily="34" charset="0"/>
                <a:ea typeface="宋体" pitchFamily="2" charset="-122"/>
                <a:cs typeface="+mn-cs"/>
              </a:rPr>
              <a:t>1 </a:t>
            </a:r>
            <a:r>
              <a:rPr kumimoji="1" lang="zh-CN" altLang="en-US" sz="2000" b="0" i="0" u="none" strike="noStrike" kern="1200" cap="none" spc="0" normalizeH="0" baseline="0" noProof="0" dirty="0">
                <a:ln>
                  <a:noFill/>
                </a:ln>
                <a:solidFill>
                  <a:prstClr val="black"/>
                </a:solidFill>
                <a:effectLst/>
                <a:uLnTx/>
                <a:uFillTx/>
                <a:latin typeface="Palatino Linotype" panose="02040502050505030304" pitchFamily="18" charset="0"/>
                <a:ea typeface="宋体" pitchFamily="2" charset="-122"/>
                <a:cs typeface="+mn-cs"/>
              </a:rPr>
              <a:t>的信息不能泄露给外界</a:t>
            </a:r>
            <a:endParaRPr kumimoji="1" lang="zh-CN" altLang="zh-CN" sz="2000" b="0" i="0" u="none" strike="noStrike" kern="1200" cap="none" spc="0" normalizeH="0" baseline="0" noProof="0" dirty="0">
              <a:ln>
                <a:noFill/>
              </a:ln>
              <a:solidFill>
                <a:prstClr val="black"/>
              </a:solidFill>
              <a:effectLst/>
              <a:uLnTx/>
              <a:uFillTx/>
              <a:latin typeface="Palatino Linotype" panose="02040502050505030304" pitchFamily="18" charset="0"/>
              <a:ea typeface="宋体" pitchFamily="2" charset="-122"/>
              <a:cs typeface="+mn-cs"/>
            </a:endParaRPr>
          </a:p>
          <a:p>
            <a:pPr marL="939800" marR="0" lvl="0" indent="0" algn="l" defTabSz="914400" rtl="0" eaLnBrk="1" fontAlgn="base" latinLnBrk="0" hangingPunct="1">
              <a:lnSpc>
                <a:spcPct val="100000"/>
              </a:lnSpc>
              <a:spcBef>
                <a:spcPct val="0"/>
              </a:spcBef>
              <a:spcAft>
                <a:spcPct val="0"/>
              </a:spcAft>
              <a:buClrTx/>
              <a:buSzTx/>
              <a:buFontTx/>
              <a:buNone/>
              <a:defRPr/>
            </a:pPr>
            <a:endParaRPr kumimoji="1" lang="zh-CN" altLang="zh-CN" sz="20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endParaRPr>
          </a:p>
          <a:p>
            <a:pPr marL="939800" marR="0" lvl="0" indent="0" algn="l" defTabSz="914400" rtl="0" eaLnBrk="1" fontAlgn="base" latinLnBrk="0" hangingPunct="1">
              <a:lnSpc>
                <a:spcPct val="100000"/>
              </a:lnSpc>
              <a:spcBef>
                <a:spcPts val="50"/>
              </a:spcBef>
              <a:spcAft>
                <a:spcPct val="0"/>
              </a:spcAft>
              <a:buClrTx/>
              <a:buSzTx/>
              <a:buFontTx/>
              <a:buNone/>
              <a:defRPr/>
            </a:pPr>
            <a:endParaRPr kumimoji="1" lang="zh-CN" altLang="zh-CN" sz="21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endParaRPr>
          </a:p>
          <a:p>
            <a:pPr marL="939800" marR="0" lvl="0" indent="0" algn="l" defTabSz="914400" rtl="0" eaLnBrk="1" fontAlgn="base" latinLnBrk="0" hangingPunct="1">
              <a:lnSpc>
                <a:spcPct val="100000"/>
              </a:lnSpc>
              <a:spcBef>
                <a:spcPct val="0"/>
              </a:spcBef>
              <a:spcAft>
                <a:spcPct val="0"/>
              </a:spcAft>
              <a:buClrTx/>
              <a:buSzTx/>
              <a:buFontTx/>
              <a:buNone/>
              <a:defRPr/>
            </a:pPr>
            <a:r>
              <a:rPr kumimoji="1" lang="zh-CN" altLang="zh-CN" sz="2000" b="0" i="1" u="none" strike="noStrike" kern="1200" cap="none" spc="0" normalizeH="0" baseline="0" noProof="0" dirty="0">
                <a:ln>
                  <a:noFill/>
                </a:ln>
                <a:solidFill>
                  <a:srgbClr val="EE3D42"/>
                </a:solidFill>
                <a:effectLst/>
                <a:uLnTx/>
                <a:uFillTx/>
                <a:latin typeface="Book Antiqua" panose="02040602050305030304" pitchFamily="18" charset="0"/>
                <a:ea typeface="宋体" pitchFamily="2" charset="-122"/>
                <a:cs typeface="+mn-cs"/>
              </a:rPr>
              <a:t>This is all wasted work!</a:t>
            </a:r>
            <a:endParaRPr kumimoji="1" lang="zh-CN" altLang="zh-CN" sz="2000" b="0" i="0" u="none" strike="noStrike" kern="1200" cap="none" spc="0" normalizeH="0" baseline="0" noProof="0" dirty="0">
              <a:ln>
                <a:noFill/>
              </a:ln>
              <a:solidFill>
                <a:prstClr val="black"/>
              </a:solidFill>
              <a:effectLst/>
              <a:uLnTx/>
              <a:uFillTx/>
              <a:latin typeface="Book Antiqua" panose="02040602050305030304" pitchFamily="18" charset="0"/>
              <a:ea typeface="宋体" pitchFamily="2" charset="-122"/>
              <a:cs typeface="+mn-cs"/>
            </a:endParaRPr>
          </a:p>
        </p:txBody>
      </p:sp>
      <p:sp>
        <p:nvSpPr>
          <p:cNvPr id="121870" name="object 15"/>
          <p:cNvSpPr txBox="1">
            <a:spLocks noChangeArrowheads="1"/>
          </p:cNvSpPr>
          <p:nvPr/>
        </p:nvSpPr>
        <p:spPr bwMode="auto">
          <a:xfrm>
            <a:off x="1785938" y="2744788"/>
            <a:ext cx="1060450" cy="1327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marL="12700">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itchFamily="2" charset="-122"/>
              </a:defRPr>
            </a:lvl5pPr>
            <a:lvl6pPr marL="2514600" indent="-228600" fontAlgn="base">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itchFamily="2" charset="-122"/>
              </a:defRPr>
            </a:lvl6pPr>
            <a:lvl7pPr marL="2971800" indent="-228600" fontAlgn="base">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itchFamily="2" charset="-122"/>
              </a:defRPr>
            </a:lvl7pPr>
            <a:lvl8pPr marL="3429000" indent="-228600" fontAlgn="base">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itchFamily="2" charset="-122"/>
              </a:defRPr>
            </a:lvl8pPr>
            <a:lvl9pPr marL="3886200" indent="-228600" fontAlgn="base">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itchFamily="2" charset="-122"/>
              </a:defRPr>
            </a:lvl9pPr>
          </a:lstStyle>
          <a:p>
            <a:pPr marL="12700" marR="0" lvl="0" indent="0" algn="l" defTabSz="914400" rtl="0" eaLnBrk="1" fontAlgn="base" latinLnBrk="0" hangingPunct="1">
              <a:lnSpc>
                <a:spcPts val="1825"/>
              </a:lnSpc>
              <a:spcBef>
                <a:spcPct val="0"/>
              </a:spcBef>
              <a:spcAft>
                <a:spcPct val="0"/>
              </a:spcAft>
              <a:buClrTx/>
              <a:buSzTx/>
              <a:buFontTx/>
              <a:buNone/>
              <a:defRPr/>
            </a:pPr>
            <a:r>
              <a:rPr kumimoji="1" lang="zh-CN" altLang="zh-CN" sz="1600" b="0" i="0" u="none" strike="noStrike" kern="1200" cap="none" spc="0" normalizeH="0" baseline="0" noProof="0" dirty="0">
                <a:ln>
                  <a:noFill/>
                </a:ln>
                <a:solidFill>
                  <a:srgbClr val="636363"/>
                </a:solidFill>
                <a:effectLst/>
                <a:uLnTx/>
                <a:uFillTx/>
                <a:latin typeface="Arial" panose="020B0604020202090204" pitchFamily="34" charset="0"/>
                <a:ea typeface="宋体" pitchFamily="2" charset="-122"/>
                <a:cs typeface="Arial" panose="020B0604020202090204" pitchFamily="34" charset="0"/>
              </a:rPr>
              <a:t>BEGIN</a:t>
            </a:r>
            <a:endParaRPr kumimoji="1" lang="zh-CN" altLang="zh-CN" sz="1600" b="0" i="0" u="none" strike="noStrike" kern="1200" cap="none" spc="0" normalizeH="0" baseline="0" noProof="0" dirty="0">
              <a:ln>
                <a:noFill/>
              </a:ln>
              <a:solidFill>
                <a:prstClr val="black"/>
              </a:solidFill>
              <a:effectLst/>
              <a:uLnTx/>
              <a:uFillTx/>
              <a:latin typeface="Arial" panose="020B0604020202090204" pitchFamily="34" charset="0"/>
              <a:ea typeface="宋体" pitchFamily="2" charset="-122"/>
              <a:cs typeface="Arial" panose="020B0604020202090204" pitchFamily="34" charset="0"/>
            </a:endParaRPr>
          </a:p>
          <a:p>
            <a:pPr marL="12700" marR="0" lvl="0" indent="0" algn="l" defTabSz="914400" rtl="0" eaLnBrk="1" fontAlgn="base" latinLnBrk="0" hangingPunct="1">
              <a:lnSpc>
                <a:spcPts val="1725"/>
              </a:lnSpc>
              <a:spcBef>
                <a:spcPct val="0"/>
              </a:spcBef>
              <a:spcAft>
                <a:spcPct val="0"/>
              </a:spcAft>
              <a:buClrTx/>
              <a:buSzTx/>
              <a:buFontTx/>
              <a:buNone/>
              <a:defRPr/>
            </a:pPr>
            <a:r>
              <a:rPr kumimoji="1" lang="zh-CN" altLang="zh-CN" sz="1600" b="0" i="0" u="none" strike="noStrike" kern="1200" cap="none" spc="0" normalizeH="0" baseline="0" noProof="0" dirty="0">
                <a:ln>
                  <a:noFill/>
                </a:ln>
                <a:solidFill>
                  <a:srgbClr val="EE3D42"/>
                </a:solidFill>
                <a:effectLst/>
                <a:uLnTx/>
                <a:uFillTx/>
                <a:latin typeface="Arial" panose="020B0604020202090204" pitchFamily="34" charset="0"/>
                <a:ea typeface="宋体" pitchFamily="2" charset="-122"/>
                <a:cs typeface="Arial" panose="020B0604020202090204" pitchFamily="34" charset="0"/>
              </a:rPr>
              <a:t>X-LOCK</a:t>
            </a:r>
            <a:r>
              <a:rPr kumimoji="1" lang="zh-CN" altLang="zh-CN" sz="1600" b="0" i="0" u="none" strike="noStrike" kern="1200" cap="none" spc="0" normalizeH="0" baseline="0" noProof="0" dirty="0">
                <a:ln>
                  <a:noFill/>
                </a:ln>
                <a:solidFill>
                  <a:srgbClr val="636363"/>
                </a:solidFill>
                <a:effectLst/>
                <a:uLnTx/>
                <a:uFillTx/>
                <a:latin typeface="宋体" pitchFamily="2" charset="-122"/>
                <a:ea typeface="宋体" pitchFamily="2" charset="-122"/>
                <a:cs typeface="Arial" panose="020B0604020202090204" pitchFamily="34" charset="0"/>
              </a:rPr>
              <a:t>(A)</a:t>
            </a:r>
            <a:endParaRPr kumimoji="1" lang="zh-CN" altLang="zh-CN" sz="1600" b="0" i="0" u="none" strike="noStrike" kern="1200" cap="none" spc="0" normalizeH="0" baseline="0" noProof="0" dirty="0">
              <a:ln>
                <a:noFill/>
              </a:ln>
              <a:solidFill>
                <a:prstClr val="black"/>
              </a:solidFill>
              <a:effectLst/>
              <a:uLnTx/>
              <a:uFillTx/>
              <a:latin typeface="宋体" pitchFamily="2" charset="-122"/>
              <a:ea typeface="宋体" pitchFamily="2" charset="-122"/>
              <a:cs typeface="Arial" panose="020B0604020202090204" pitchFamily="34" charset="0"/>
            </a:endParaRPr>
          </a:p>
          <a:p>
            <a:pPr marL="12700" marR="0" lvl="0" indent="0" algn="l" defTabSz="914400" rtl="0" eaLnBrk="1" fontAlgn="base" latinLnBrk="0" hangingPunct="1">
              <a:lnSpc>
                <a:spcPts val="1725"/>
              </a:lnSpc>
              <a:spcBef>
                <a:spcPts val="125"/>
              </a:spcBef>
              <a:spcAft>
                <a:spcPct val="0"/>
              </a:spcAft>
              <a:buClrTx/>
              <a:buSzTx/>
              <a:buFontTx/>
              <a:buNone/>
              <a:defRPr/>
            </a:pPr>
            <a:r>
              <a:rPr kumimoji="1" lang="zh-CN" altLang="zh-CN" sz="1600" b="0" i="0" u="none" strike="noStrike" kern="1200" cap="none" spc="0" normalizeH="0" baseline="0" noProof="0" dirty="0">
                <a:ln>
                  <a:noFill/>
                </a:ln>
                <a:solidFill>
                  <a:srgbClr val="EE3D42"/>
                </a:solidFill>
                <a:effectLst/>
                <a:uLnTx/>
                <a:uFillTx/>
                <a:latin typeface="Arial" panose="020B0604020202090204" pitchFamily="34" charset="0"/>
                <a:ea typeface="宋体" pitchFamily="2" charset="-122"/>
                <a:cs typeface="Arial" panose="020B0604020202090204" pitchFamily="34" charset="0"/>
              </a:rPr>
              <a:t>X-LOCK</a:t>
            </a:r>
            <a:r>
              <a:rPr kumimoji="1" lang="zh-CN" altLang="zh-CN" sz="1600" b="0" i="0" u="none" strike="noStrike" kern="1200" cap="none" spc="0" normalizeH="0" baseline="0" noProof="0" dirty="0">
                <a:ln>
                  <a:noFill/>
                </a:ln>
                <a:solidFill>
                  <a:srgbClr val="636363"/>
                </a:solidFill>
                <a:effectLst/>
                <a:uLnTx/>
                <a:uFillTx/>
                <a:latin typeface="宋体" pitchFamily="2" charset="-122"/>
                <a:ea typeface="宋体" pitchFamily="2" charset="-122"/>
                <a:cs typeface="Arial" panose="020B0604020202090204" pitchFamily="34" charset="0"/>
              </a:rPr>
              <a:t>(B) R(A)</a:t>
            </a:r>
            <a:endParaRPr kumimoji="1" lang="zh-CN" altLang="zh-CN" sz="1600" b="0" i="0" u="none" strike="noStrike" kern="1200" cap="none" spc="0" normalizeH="0" baseline="0" noProof="0" dirty="0">
              <a:ln>
                <a:noFill/>
              </a:ln>
              <a:solidFill>
                <a:prstClr val="black"/>
              </a:solidFill>
              <a:effectLst/>
              <a:uLnTx/>
              <a:uFillTx/>
              <a:latin typeface="宋体" pitchFamily="2" charset="-122"/>
              <a:ea typeface="宋体" pitchFamily="2" charset="-122"/>
              <a:cs typeface="Arial" panose="020B0604020202090204" pitchFamily="34" charset="0"/>
            </a:endParaRPr>
          </a:p>
          <a:p>
            <a:pPr marL="12700" marR="0" lvl="0" indent="0" algn="l" defTabSz="914400" rtl="0" eaLnBrk="1" fontAlgn="base" latinLnBrk="0" hangingPunct="1">
              <a:lnSpc>
                <a:spcPts val="1600"/>
              </a:lnSpc>
              <a:spcBef>
                <a:spcPct val="0"/>
              </a:spcBef>
              <a:spcAft>
                <a:spcPct val="0"/>
              </a:spcAft>
              <a:buClrTx/>
              <a:buSzTx/>
              <a:buFontTx/>
              <a:buNone/>
              <a:defRPr/>
            </a:pPr>
            <a:r>
              <a:rPr kumimoji="1" lang="zh-CN" altLang="zh-CN" sz="1600" b="0" i="0" u="none" strike="noStrike" kern="1200" cap="none" spc="0" normalizeH="0" baseline="0" noProof="0" dirty="0">
                <a:ln>
                  <a:noFill/>
                </a:ln>
                <a:solidFill>
                  <a:srgbClr val="636363"/>
                </a:solidFill>
                <a:effectLst/>
                <a:uLnTx/>
                <a:uFillTx/>
                <a:latin typeface="宋体" pitchFamily="2" charset="-122"/>
                <a:ea typeface="宋体" pitchFamily="2" charset="-122"/>
                <a:cs typeface="Arial" panose="020B0604020202090204" pitchFamily="34" charset="0"/>
              </a:rPr>
              <a:t>W(A)</a:t>
            </a:r>
            <a:endParaRPr kumimoji="1" lang="zh-CN" altLang="zh-CN" sz="1600" b="0" i="0" u="none" strike="noStrike" kern="1200" cap="none" spc="0" normalizeH="0" baseline="0" noProof="0" dirty="0">
              <a:ln>
                <a:noFill/>
              </a:ln>
              <a:solidFill>
                <a:prstClr val="black"/>
              </a:solidFill>
              <a:effectLst/>
              <a:uLnTx/>
              <a:uFillTx/>
              <a:latin typeface="宋体" pitchFamily="2" charset="-122"/>
              <a:ea typeface="宋体" pitchFamily="2" charset="-122"/>
              <a:cs typeface="Arial" panose="020B0604020202090204" pitchFamily="34" charset="0"/>
            </a:endParaRPr>
          </a:p>
          <a:p>
            <a:pPr marL="12700" marR="0" lvl="0" indent="0" algn="l" defTabSz="914400" rtl="0" eaLnBrk="1" fontAlgn="base" latinLnBrk="0" hangingPunct="1">
              <a:lnSpc>
                <a:spcPts val="1825"/>
              </a:lnSpc>
              <a:spcBef>
                <a:spcPct val="0"/>
              </a:spcBef>
              <a:spcAft>
                <a:spcPct val="0"/>
              </a:spcAft>
              <a:buClrTx/>
              <a:buSzTx/>
              <a:buFontTx/>
              <a:buNone/>
              <a:defRPr/>
            </a:pPr>
            <a:r>
              <a:rPr kumimoji="1" lang="zh-CN" altLang="zh-CN" sz="1600" b="0" i="0" u="none" strike="noStrike" kern="1200" cap="none" spc="0" normalizeH="0" baseline="0" noProof="0" dirty="0">
                <a:ln>
                  <a:noFill/>
                </a:ln>
                <a:solidFill>
                  <a:srgbClr val="EE3D42"/>
                </a:solidFill>
                <a:effectLst/>
                <a:uLnTx/>
                <a:uFillTx/>
                <a:latin typeface="Arial" panose="020B0604020202090204" pitchFamily="34" charset="0"/>
                <a:ea typeface="宋体" pitchFamily="2" charset="-122"/>
                <a:cs typeface="Arial" panose="020B0604020202090204" pitchFamily="34" charset="0"/>
              </a:rPr>
              <a:t>UNLOCK</a:t>
            </a:r>
            <a:r>
              <a:rPr kumimoji="1" lang="zh-CN" altLang="zh-CN" sz="1600" b="0" i="0" u="none" strike="noStrike" kern="1200" cap="none" spc="0" normalizeH="0" baseline="0" noProof="0" dirty="0">
                <a:ln>
                  <a:noFill/>
                </a:ln>
                <a:solidFill>
                  <a:srgbClr val="636363"/>
                </a:solidFill>
                <a:effectLst/>
                <a:uLnTx/>
                <a:uFillTx/>
                <a:latin typeface="宋体" pitchFamily="2" charset="-122"/>
                <a:ea typeface="宋体" pitchFamily="2" charset="-122"/>
                <a:cs typeface="Arial" panose="020B0604020202090204" pitchFamily="34" charset="0"/>
              </a:rPr>
              <a:t>(A)</a:t>
            </a:r>
            <a:endParaRPr kumimoji="1" lang="zh-CN" altLang="zh-CN" sz="1600" b="0" i="0" u="none" strike="noStrike" kern="1200" cap="none" spc="0" normalizeH="0" baseline="0" noProof="0" dirty="0">
              <a:ln>
                <a:noFill/>
              </a:ln>
              <a:solidFill>
                <a:prstClr val="black"/>
              </a:solidFill>
              <a:effectLst/>
              <a:uLnTx/>
              <a:uFillTx/>
              <a:latin typeface="宋体" pitchFamily="2" charset="-122"/>
              <a:ea typeface="宋体" pitchFamily="2" charset="-122"/>
              <a:cs typeface="Arial" panose="020B0604020202090204" pitchFamily="34" charset="0"/>
            </a:endParaRPr>
          </a:p>
        </p:txBody>
      </p:sp>
      <p:sp>
        <p:nvSpPr>
          <p:cNvPr id="16" name="object 16"/>
          <p:cNvSpPr txBox="1"/>
          <p:nvPr/>
        </p:nvSpPr>
        <p:spPr>
          <a:xfrm>
            <a:off x="1906587" y="4721225"/>
            <a:ext cx="812799" cy="679450"/>
          </a:xfrm>
          <a:prstGeom prst="rect">
            <a:avLst/>
          </a:prstGeom>
        </p:spPr>
        <p:txBody>
          <a:bodyPr wrap="square" lIns="0" tIns="0" rIns="0" bIns="0">
            <a:spAutoFit/>
          </a:bodyPr>
          <a:lstStyle/>
          <a:p>
            <a:pPr marL="12700" marR="0" lvl="0" indent="0" algn="l" defTabSz="914400" rtl="0" eaLnBrk="1" fontAlgn="base" latinLnBrk="0" hangingPunct="1">
              <a:lnSpc>
                <a:spcPts val="1825"/>
              </a:lnSpc>
              <a:spcBef>
                <a:spcPct val="0"/>
              </a:spcBef>
              <a:spcAft>
                <a:spcPct val="0"/>
              </a:spcAft>
              <a:buClrTx/>
              <a:buSzTx/>
              <a:buFontTx/>
              <a:buNone/>
              <a:defRPr/>
            </a:pPr>
            <a:r>
              <a:rPr kumimoji="1" sz="1600" b="0" i="0" u="none" strike="noStrike" kern="1200" cap="none" spc="-15" normalizeH="0" baseline="0" noProof="0" dirty="0">
                <a:ln>
                  <a:noFill/>
                </a:ln>
                <a:solidFill>
                  <a:srgbClr val="636363"/>
                </a:solidFill>
                <a:effectLst/>
                <a:uLnTx/>
                <a:uFillTx/>
                <a:latin typeface="宋体" pitchFamily="2" charset="-122"/>
                <a:ea typeface="宋体" pitchFamily="2" charset="-122"/>
                <a:cs typeface="宋体" pitchFamily="2" charset="-122"/>
              </a:rPr>
              <a:t>R</a:t>
            </a:r>
            <a:r>
              <a:rPr kumimoji="1" sz="1600" b="0" i="0" u="none" strike="noStrike" kern="1200" cap="none" spc="-5" normalizeH="0" baseline="0" noProof="0" dirty="0">
                <a:ln>
                  <a:noFill/>
                </a:ln>
                <a:solidFill>
                  <a:srgbClr val="636363"/>
                </a:solidFill>
                <a:effectLst/>
                <a:uLnTx/>
                <a:uFillTx/>
                <a:latin typeface="宋体" pitchFamily="2" charset="-122"/>
                <a:ea typeface="宋体" pitchFamily="2" charset="-122"/>
                <a:cs typeface="宋体" pitchFamily="2" charset="-122"/>
              </a:rPr>
              <a:t>(B)</a:t>
            </a:r>
            <a:endParaRPr kumimoji="1" sz="1600" b="0" i="0" u="none" strike="noStrike" kern="1200" cap="none" spc="0" normalizeH="0" baseline="0" noProof="0" dirty="0">
              <a:ln>
                <a:noFill/>
              </a:ln>
              <a:solidFill>
                <a:prstClr val="black"/>
              </a:solidFill>
              <a:effectLst/>
              <a:uLnTx/>
              <a:uFillTx/>
              <a:latin typeface="宋体" pitchFamily="2" charset="-122"/>
              <a:ea typeface="宋体" pitchFamily="2" charset="-122"/>
              <a:cs typeface="宋体" pitchFamily="2" charset="-122"/>
            </a:endParaRPr>
          </a:p>
          <a:p>
            <a:pPr marL="12700" marR="0" lvl="0" indent="0" algn="l" defTabSz="914400" rtl="0" eaLnBrk="1" fontAlgn="base" latinLnBrk="0" hangingPunct="1">
              <a:lnSpc>
                <a:spcPts val="1730"/>
              </a:lnSpc>
              <a:spcBef>
                <a:spcPct val="0"/>
              </a:spcBef>
              <a:spcAft>
                <a:spcPct val="0"/>
              </a:spcAft>
              <a:buClrTx/>
              <a:buSzTx/>
              <a:buFontTx/>
              <a:buNone/>
              <a:defRPr/>
            </a:pPr>
            <a:r>
              <a:rPr kumimoji="1" sz="1600" b="0" i="0" u="none" strike="noStrike" kern="1200" cap="none" spc="-15" normalizeH="0" baseline="0" noProof="0" dirty="0">
                <a:ln>
                  <a:noFill/>
                </a:ln>
                <a:solidFill>
                  <a:srgbClr val="636363"/>
                </a:solidFill>
                <a:effectLst/>
                <a:uLnTx/>
                <a:uFillTx/>
                <a:latin typeface="宋体" pitchFamily="2" charset="-122"/>
                <a:ea typeface="宋体" pitchFamily="2" charset="-122"/>
                <a:cs typeface="宋体" pitchFamily="2" charset="-122"/>
              </a:rPr>
              <a:t>W</a:t>
            </a:r>
            <a:r>
              <a:rPr kumimoji="1" sz="1600" b="0" i="0" u="none" strike="noStrike" kern="1200" cap="none" spc="-5" normalizeH="0" baseline="0" noProof="0" dirty="0">
                <a:ln>
                  <a:noFill/>
                </a:ln>
                <a:solidFill>
                  <a:srgbClr val="636363"/>
                </a:solidFill>
                <a:effectLst/>
                <a:uLnTx/>
                <a:uFillTx/>
                <a:latin typeface="宋体" pitchFamily="2" charset="-122"/>
                <a:ea typeface="宋体" pitchFamily="2" charset="-122"/>
                <a:cs typeface="宋体" pitchFamily="2" charset="-122"/>
              </a:rPr>
              <a:t>(B)</a:t>
            </a:r>
            <a:endParaRPr kumimoji="1" sz="1600" b="0" i="0" u="none" strike="noStrike" kern="1200" cap="none" spc="0" normalizeH="0" baseline="0" noProof="0" dirty="0">
              <a:ln>
                <a:noFill/>
              </a:ln>
              <a:solidFill>
                <a:prstClr val="black"/>
              </a:solidFill>
              <a:effectLst/>
              <a:uLnTx/>
              <a:uFillTx/>
              <a:latin typeface="宋体" pitchFamily="2" charset="-122"/>
              <a:ea typeface="宋体" pitchFamily="2" charset="-122"/>
              <a:cs typeface="宋体" pitchFamily="2" charset="-122"/>
            </a:endParaRPr>
          </a:p>
          <a:p>
            <a:pPr marL="12700" marR="0" lvl="0" indent="0" algn="l" defTabSz="914400" rtl="0" eaLnBrk="1" fontAlgn="base" latinLnBrk="0" hangingPunct="1">
              <a:lnSpc>
                <a:spcPts val="1825"/>
              </a:lnSpc>
              <a:spcBef>
                <a:spcPct val="0"/>
              </a:spcBef>
              <a:spcAft>
                <a:spcPct val="0"/>
              </a:spcAft>
              <a:buClrTx/>
              <a:buSzTx/>
              <a:buFontTx/>
              <a:buNone/>
              <a:defRPr/>
            </a:pPr>
            <a:r>
              <a:rPr kumimoji="1" sz="1600" b="0" i="0" u="none" strike="noStrike" kern="0" cap="none" normalizeH="0" noProof="0" dirty="0">
                <a:ln>
                  <a:noFill/>
                </a:ln>
                <a:solidFill>
                  <a:srgbClr val="EE3D42"/>
                </a:solidFill>
                <a:effectLst/>
                <a:uLnTx/>
                <a:uFillTx/>
                <a:latin typeface="Arial" panose="020B0604020202090204"/>
                <a:ea typeface="宋体" pitchFamily="2" charset="-122"/>
                <a:cs typeface="Arial" panose="020B0604020202090204"/>
              </a:rPr>
              <a:t>ABORT</a:t>
            </a:r>
            <a:endParaRPr kumimoji="1" sz="1600" b="0" i="0" u="none" strike="noStrike" kern="0" cap="none" normalizeH="0" noProof="0" dirty="0">
              <a:ln>
                <a:noFill/>
              </a:ln>
              <a:solidFill>
                <a:prstClr val="black"/>
              </a:solidFill>
              <a:effectLst/>
              <a:uLnTx/>
              <a:uFillTx/>
              <a:latin typeface="Arial" panose="020B0604020202090204"/>
              <a:ea typeface="宋体" pitchFamily="2" charset="-122"/>
              <a:cs typeface="Arial" panose="020B0604020202090204"/>
            </a:endParaRPr>
          </a:p>
        </p:txBody>
      </p:sp>
      <p:sp>
        <p:nvSpPr>
          <p:cNvPr id="17" name="object 17"/>
          <p:cNvSpPr txBox="1"/>
          <p:nvPr/>
        </p:nvSpPr>
        <p:spPr>
          <a:xfrm>
            <a:off x="3042121" y="2719877"/>
            <a:ext cx="737791" cy="246221"/>
          </a:xfrm>
          <a:prstGeom prst="rect">
            <a:avLst/>
          </a:prstGeom>
        </p:spPr>
        <p:txBody>
          <a:bodyPr wrap="square" lIns="0" tIns="0" rIns="0" bIns="0">
            <a:spAutoFit/>
          </a:bodyPr>
          <a:lstStyle/>
          <a:p>
            <a:pPr marL="12700" marR="0" lvl="0" indent="0" defTabSz="914400" rtl="0" eaLnBrk="1" fontAlgn="base" latinLnBrk="0" hangingPunct="1">
              <a:lnSpc>
                <a:spcPct val="100000"/>
              </a:lnSpc>
              <a:spcBef>
                <a:spcPct val="0"/>
              </a:spcBef>
              <a:spcAft>
                <a:spcPct val="0"/>
              </a:spcAft>
              <a:buClrTx/>
              <a:buSzTx/>
              <a:buFontTx/>
              <a:buNone/>
              <a:defRPr/>
            </a:pPr>
            <a:r>
              <a:rPr kumimoji="1" sz="1600" b="0" i="0" u="none" strike="noStrike" kern="0" cap="none" normalizeH="0" noProof="0" dirty="0">
                <a:ln>
                  <a:noFill/>
                </a:ln>
                <a:solidFill>
                  <a:srgbClr val="636363"/>
                </a:solidFill>
                <a:effectLst/>
                <a:uLnTx/>
                <a:uFillTx/>
                <a:latin typeface="Arial" panose="020B0604020202090204"/>
                <a:ea typeface="宋体" pitchFamily="2" charset="-122"/>
                <a:cs typeface="Arial" panose="020B0604020202090204"/>
              </a:rPr>
              <a:t>BEG</a:t>
            </a:r>
            <a:r>
              <a:rPr kumimoji="1" lang="en-US" altLang="zh-CN" sz="1600" b="0" i="0" u="none" strike="noStrike" kern="0" cap="none" normalizeH="0" noProof="0" dirty="0">
                <a:ln>
                  <a:noFill/>
                </a:ln>
                <a:solidFill>
                  <a:srgbClr val="636363"/>
                </a:solidFill>
                <a:effectLst/>
                <a:uLnTx/>
                <a:uFillTx/>
                <a:latin typeface="Arial" panose="020B0604020202090204"/>
                <a:ea typeface="宋体" pitchFamily="2" charset="-122"/>
                <a:cs typeface="Arial" panose="020B0604020202090204"/>
              </a:rPr>
              <a:t>I</a:t>
            </a:r>
            <a:r>
              <a:rPr kumimoji="1" sz="1600" b="0" i="0" u="none" strike="noStrike" kern="0" cap="none" normalizeH="0" noProof="0" dirty="0">
                <a:ln>
                  <a:noFill/>
                </a:ln>
                <a:solidFill>
                  <a:srgbClr val="636363"/>
                </a:solidFill>
                <a:effectLst/>
                <a:uLnTx/>
                <a:uFillTx/>
                <a:latin typeface="Arial" panose="020B0604020202090204"/>
                <a:ea typeface="宋体" pitchFamily="2" charset="-122"/>
                <a:cs typeface="Arial" panose="020B0604020202090204"/>
              </a:rPr>
              <a:t>N</a:t>
            </a:r>
            <a:endParaRPr kumimoji="1" sz="1600" b="0" i="0" u="none" strike="noStrike" kern="0" cap="none" normalizeH="0" noProof="0" dirty="0">
              <a:ln>
                <a:noFill/>
              </a:ln>
              <a:solidFill>
                <a:prstClr val="black"/>
              </a:solidFill>
              <a:effectLst/>
              <a:uLnTx/>
              <a:uFillTx/>
              <a:latin typeface="Arial" panose="020B0604020202090204"/>
              <a:ea typeface="宋体" pitchFamily="2" charset="-122"/>
              <a:cs typeface="Arial" panose="020B0604020202090204"/>
            </a:endParaRPr>
          </a:p>
        </p:txBody>
      </p:sp>
      <p:sp>
        <p:nvSpPr>
          <p:cNvPr id="121873" name="object 18"/>
          <p:cNvSpPr txBox="1">
            <a:spLocks noChangeArrowheads="1"/>
          </p:cNvSpPr>
          <p:nvPr/>
        </p:nvSpPr>
        <p:spPr bwMode="auto">
          <a:xfrm>
            <a:off x="2998788" y="4062413"/>
            <a:ext cx="1123950" cy="893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marL="12700">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itchFamily="2" charset="-122"/>
              </a:defRPr>
            </a:lvl5pPr>
            <a:lvl6pPr marL="2514600" indent="-228600" fontAlgn="base">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itchFamily="2" charset="-122"/>
              </a:defRPr>
            </a:lvl6pPr>
            <a:lvl7pPr marL="2971800" indent="-228600" fontAlgn="base">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itchFamily="2" charset="-122"/>
              </a:defRPr>
            </a:lvl7pPr>
            <a:lvl8pPr marL="3429000" indent="-228600" fontAlgn="base">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itchFamily="2" charset="-122"/>
              </a:defRPr>
            </a:lvl8pPr>
            <a:lvl9pPr marL="3886200" indent="-228600" fontAlgn="base">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itchFamily="2" charset="-122"/>
              </a:defRPr>
            </a:lvl9pPr>
          </a:lstStyle>
          <a:p>
            <a:pPr marL="12700" marR="0" lvl="0" indent="0" algn="l" defTabSz="914400" rtl="0" eaLnBrk="1" fontAlgn="base" latinLnBrk="0" hangingPunct="1">
              <a:lnSpc>
                <a:spcPts val="1725"/>
              </a:lnSpc>
              <a:spcBef>
                <a:spcPct val="0"/>
              </a:spcBef>
              <a:spcAft>
                <a:spcPct val="0"/>
              </a:spcAft>
              <a:buClrTx/>
              <a:buSzTx/>
              <a:buFontTx/>
              <a:buNone/>
              <a:defRPr/>
            </a:pPr>
            <a:r>
              <a:rPr kumimoji="1" lang="zh-CN" altLang="zh-CN" sz="1600" b="0" i="0" u="none" strike="noStrike" kern="1200" cap="none" spc="0" normalizeH="0" baseline="0" noProof="0" dirty="0">
                <a:ln>
                  <a:noFill/>
                </a:ln>
                <a:solidFill>
                  <a:srgbClr val="EE3D42"/>
                </a:solidFill>
                <a:effectLst/>
                <a:uLnTx/>
                <a:uFillTx/>
                <a:latin typeface="Arial" panose="020B0604020202090204" pitchFamily="34" charset="0"/>
                <a:ea typeface="宋体" pitchFamily="2" charset="-122"/>
                <a:cs typeface="Arial" panose="020B0604020202090204" pitchFamily="34" charset="0"/>
              </a:rPr>
              <a:t>X-LOCK</a:t>
            </a:r>
            <a:r>
              <a:rPr kumimoji="1" lang="zh-CN" altLang="zh-CN" sz="1600" b="0" i="0" u="none" strike="noStrike" kern="1200" cap="none" spc="0" normalizeH="0" baseline="0" noProof="0" dirty="0">
                <a:ln>
                  <a:noFill/>
                </a:ln>
                <a:solidFill>
                  <a:srgbClr val="636363"/>
                </a:solidFill>
                <a:effectLst/>
                <a:uLnTx/>
                <a:uFillTx/>
                <a:latin typeface="宋体" pitchFamily="2" charset="-122"/>
                <a:ea typeface="宋体" pitchFamily="2" charset="-122"/>
                <a:cs typeface="Arial" panose="020B0604020202090204" pitchFamily="34" charset="0"/>
              </a:rPr>
              <a:t>(A) R(A)</a:t>
            </a:r>
            <a:endParaRPr kumimoji="1" lang="zh-CN" altLang="zh-CN" sz="1600" b="0" i="0" u="none" strike="noStrike" kern="1200" cap="none" spc="0" normalizeH="0" baseline="0" noProof="0" dirty="0">
              <a:ln>
                <a:noFill/>
              </a:ln>
              <a:solidFill>
                <a:prstClr val="black"/>
              </a:solidFill>
              <a:effectLst/>
              <a:uLnTx/>
              <a:uFillTx/>
              <a:latin typeface="宋体" pitchFamily="2" charset="-122"/>
              <a:ea typeface="宋体" pitchFamily="2" charset="-122"/>
              <a:cs typeface="Arial" panose="020B0604020202090204" pitchFamily="34" charset="0"/>
            </a:endParaRPr>
          </a:p>
          <a:p>
            <a:pPr marL="12700" marR="0" lvl="0" indent="0" algn="l" defTabSz="914400" rtl="0" eaLnBrk="1" fontAlgn="base" latinLnBrk="0" hangingPunct="1">
              <a:lnSpc>
                <a:spcPts val="1600"/>
              </a:lnSpc>
              <a:spcBef>
                <a:spcPct val="0"/>
              </a:spcBef>
              <a:spcAft>
                <a:spcPct val="0"/>
              </a:spcAft>
              <a:buClrTx/>
              <a:buSzTx/>
              <a:buFontTx/>
              <a:buNone/>
              <a:defRPr/>
            </a:pPr>
            <a:r>
              <a:rPr kumimoji="1" lang="zh-CN" altLang="zh-CN" sz="1600" b="0" i="0" u="none" strike="noStrike" kern="1200" cap="none" spc="0" normalizeH="0" baseline="0" noProof="0" dirty="0">
                <a:ln>
                  <a:noFill/>
                </a:ln>
                <a:solidFill>
                  <a:srgbClr val="636363"/>
                </a:solidFill>
                <a:effectLst/>
                <a:uLnTx/>
                <a:uFillTx/>
                <a:latin typeface="宋体" pitchFamily="2" charset="-122"/>
                <a:ea typeface="宋体" pitchFamily="2" charset="-122"/>
                <a:cs typeface="Arial" panose="020B0604020202090204" pitchFamily="34" charset="0"/>
              </a:rPr>
              <a:t>W(A)</a:t>
            </a:r>
            <a:endParaRPr kumimoji="1" lang="zh-CN" altLang="zh-CN" sz="1600" b="0" i="0" u="none" strike="noStrike" kern="1200" cap="none" spc="0" normalizeH="0" baseline="0" noProof="0" dirty="0">
              <a:ln>
                <a:noFill/>
              </a:ln>
              <a:solidFill>
                <a:prstClr val="black"/>
              </a:solidFill>
              <a:effectLst/>
              <a:uLnTx/>
              <a:uFillTx/>
              <a:latin typeface="宋体" pitchFamily="2" charset="-122"/>
              <a:ea typeface="宋体" pitchFamily="2" charset="-122"/>
              <a:cs typeface="Arial" panose="020B0604020202090204" pitchFamily="34" charset="0"/>
            </a:endParaRPr>
          </a:p>
          <a:p>
            <a:pPr marL="12700" marR="0" lvl="0" indent="0" algn="ctr" defTabSz="914400" rtl="0" eaLnBrk="1" fontAlgn="base" latinLnBrk="0" hangingPunct="1">
              <a:lnSpc>
                <a:spcPts val="1825"/>
              </a:lnSpc>
              <a:spcBef>
                <a:spcPct val="0"/>
              </a:spcBef>
              <a:spcAft>
                <a:spcPct val="0"/>
              </a:spcAft>
              <a:buClrTx/>
              <a:buSzTx/>
              <a:buFontTx/>
              <a:buNone/>
              <a:defRPr/>
            </a:pPr>
            <a:r>
              <a:rPr kumimoji="1" lang="zh-CN" altLang="zh-CN" sz="1600" b="0" i="0" u="none" strike="noStrike" kern="1200" cap="none" spc="0" normalizeH="0" baseline="0" noProof="0" dirty="0">
                <a:ln>
                  <a:noFill/>
                </a:ln>
                <a:solidFill>
                  <a:srgbClr val="636363"/>
                </a:solidFill>
                <a:effectLst/>
                <a:uLnTx/>
                <a:uFillTx/>
                <a:latin typeface="Cambria Math" panose="02040503050406030204" pitchFamily="18" charset="0"/>
                <a:ea typeface="宋体" pitchFamily="2" charset="-122"/>
                <a:cs typeface="Arial" panose="020B0604020202090204" pitchFamily="34" charset="0"/>
              </a:rPr>
              <a:t>⋮</a:t>
            </a:r>
            <a:endParaRPr kumimoji="1" lang="zh-CN" altLang="zh-CN" sz="1600" b="0" i="0" u="none" strike="noStrike" kern="1200" cap="none" spc="0" normalizeH="0" baseline="0" noProof="0" dirty="0">
              <a:ln>
                <a:noFill/>
              </a:ln>
              <a:solidFill>
                <a:prstClr val="black"/>
              </a:solidFill>
              <a:effectLst/>
              <a:uLnTx/>
              <a:uFillTx/>
              <a:latin typeface="Cambria Math" panose="02040503050406030204" pitchFamily="18" charset="0"/>
              <a:ea typeface="宋体" pitchFamily="2" charset="-122"/>
              <a:cs typeface="Arial" panose="020B0604020202090204" pitchFamily="34" charset="0"/>
            </a:endParaRPr>
          </a:p>
        </p:txBody>
      </p:sp>
      <p:sp>
        <p:nvSpPr>
          <p:cNvPr id="121874" name="object 19"/>
          <p:cNvSpPr/>
          <p:nvPr/>
        </p:nvSpPr>
        <p:spPr bwMode="auto">
          <a:xfrm>
            <a:off x="1752600" y="5127625"/>
            <a:ext cx="844550" cy="317500"/>
          </a:xfrm>
          <a:custGeom>
            <a:avLst/>
            <a:gdLst>
              <a:gd name="T0" fmla="*/ 0 w 844550"/>
              <a:gd name="T1" fmla="*/ 158495 h 317500"/>
              <a:gd name="T2" fmla="*/ 12267 w 844550"/>
              <a:gd name="T3" fmla="*/ 120405 h 317500"/>
              <a:gd name="T4" fmla="*/ 47114 w 844550"/>
              <a:gd name="T5" fmla="*/ 85655 h 317500"/>
              <a:gd name="T6" fmla="*/ 81442 w 844550"/>
              <a:gd name="T7" fmla="*/ 64887 h 317500"/>
              <a:gd name="T8" fmla="*/ 123634 w 844550"/>
              <a:gd name="T9" fmla="*/ 46420 h 317500"/>
              <a:gd name="T10" fmla="*/ 172821 w 844550"/>
              <a:gd name="T11" fmla="*/ 30578 h 317500"/>
              <a:gd name="T12" fmla="*/ 228135 w 844550"/>
              <a:gd name="T13" fmla="*/ 17689 h 317500"/>
              <a:gd name="T14" fmla="*/ 288706 w 844550"/>
              <a:gd name="T15" fmla="*/ 8079 h 317500"/>
              <a:gd name="T16" fmla="*/ 353667 w 844550"/>
              <a:gd name="T17" fmla="*/ 2074 h 317500"/>
              <a:gd name="T18" fmla="*/ 422148 w 844550"/>
              <a:gd name="T19" fmla="*/ 0 h 317500"/>
              <a:gd name="T20" fmla="*/ 456774 w 844550"/>
              <a:gd name="T21" fmla="*/ 525 h 317500"/>
              <a:gd name="T22" fmla="*/ 523603 w 844550"/>
              <a:gd name="T23" fmla="*/ 4605 h 317500"/>
              <a:gd name="T24" fmla="*/ 586478 w 844550"/>
              <a:gd name="T25" fmla="*/ 12454 h 317500"/>
              <a:gd name="T26" fmla="*/ 644529 w 844550"/>
              <a:gd name="T27" fmla="*/ 23744 h 317500"/>
              <a:gd name="T28" fmla="*/ 696888 w 844550"/>
              <a:gd name="T29" fmla="*/ 38150 h 317500"/>
              <a:gd name="T30" fmla="*/ 742686 w 844550"/>
              <a:gd name="T31" fmla="*/ 55345 h 317500"/>
              <a:gd name="T32" fmla="*/ 781054 w 844550"/>
              <a:gd name="T33" fmla="*/ 75004 h 317500"/>
              <a:gd name="T34" fmla="*/ 822777 w 844550"/>
              <a:gd name="T35" fmla="*/ 108396 h 317500"/>
              <a:gd name="T36" fmla="*/ 842896 w 844550"/>
              <a:gd name="T37" fmla="*/ 145496 h 317500"/>
              <a:gd name="T38" fmla="*/ 844295 w 844550"/>
              <a:gd name="T39" fmla="*/ 158495 h 317500"/>
              <a:gd name="T40" fmla="*/ 842896 w 844550"/>
              <a:gd name="T41" fmla="*/ 171494 h 317500"/>
              <a:gd name="T42" fmla="*/ 822777 w 844550"/>
              <a:gd name="T43" fmla="*/ 208590 h 317500"/>
              <a:gd name="T44" fmla="*/ 781054 w 844550"/>
              <a:gd name="T45" fmla="*/ 241982 h 317500"/>
              <a:gd name="T46" fmla="*/ 742686 w 844550"/>
              <a:gd name="T47" fmla="*/ 261640 h 317500"/>
              <a:gd name="T48" fmla="*/ 696888 w 844550"/>
              <a:gd name="T49" fmla="*/ 278837 h 317500"/>
              <a:gd name="T50" fmla="*/ 644529 w 844550"/>
              <a:gd name="T51" fmla="*/ 293244 h 317500"/>
              <a:gd name="T52" fmla="*/ 586478 w 844550"/>
              <a:gd name="T53" fmla="*/ 304535 h 317500"/>
              <a:gd name="T54" fmla="*/ 523603 w 844550"/>
              <a:gd name="T55" fmla="*/ 312385 h 317500"/>
              <a:gd name="T56" fmla="*/ 456774 w 844550"/>
              <a:gd name="T57" fmla="*/ 316466 h 317500"/>
              <a:gd name="T58" fmla="*/ 422148 w 844550"/>
              <a:gd name="T59" fmla="*/ 316991 h 317500"/>
              <a:gd name="T60" fmla="*/ 387521 w 844550"/>
              <a:gd name="T61" fmla="*/ 316466 h 317500"/>
              <a:gd name="T62" fmla="*/ 320692 w 844550"/>
              <a:gd name="T63" fmla="*/ 312385 h 317500"/>
              <a:gd name="T64" fmla="*/ 257817 w 844550"/>
              <a:gd name="T65" fmla="*/ 304535 h 317500"/>
              <a:gd name="T66" fmla="*/ 199766 w 844550"/>
              <a:gd name="T67" fmla="*/ 293244 h 317500"/>
              <a:gd name="T68" fmla="*/ 147407 w 844550"/>
              <a:gd name="T69" fmla="*/ 278837 h 317500"/>
              <a:gd name="T70" fmla="*/ 101609 w 844550"/>
              <a:gd name="T71" fmla="*/ 261640 h 317500"/>
              <a:gd name="T72" fmla="*/ 63241 w 844550"/>
              <a:gd name="T73" fmla="*/ 241982 h 317500"/>
              <a:gd name="T74" fmla="*/ 21518 w 844550"/>
              <a:gd name="T75" fmla="*/ 208590 h 317500"/>
              <a:gd name="T76" fmla="*/ 1399 w 844550"/>
              <a:gd name="T77" fmla="*/ 171494 h 317500"/>
              <a:gd name="T78" fmla="*/ 0 w 844550"/>
              <a:gd name="T79" fmla="*/ 158495 h 317500"/>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844550" h="317500">
                <a:moveTo>
                  <a:pt x="0" y="158495"/>
                </a:moveTo>
                <a:lnTo>
                  <a:pt x="12267" y="120405"/>
                </a:lnTo>
                <a:lnTo>
                  <a:pt x="47114" y="85655"/>
                </a:lnTo>
                <a:lnTo>
                  <a:pt x="81442" y="64887"/>
                </a:lnTo>
                <a:lnTo>
                  <a:pt x="123634" y="46420"/>
                </a:lnTo>
                <a:lnTo>
                  <a:pt x="172821" y="30578"/>
                </a:lnTo>
                <a:lnTo>
                  <a:pt x="228135" y="17689"/>
                </a:lnTo>
                <a:lnTo>
                  <a:pt x="288706" y="8079"/>
                </a:lnTo>
                <a:lnTo>
                  <a:pt x="353667" y="2074"/>
                </a:lnTo>
                <a:lnTo>
                  <a:pt x="422148" y="0"/>
                </a:lnTo>
                <a:lnTo>
                  <a:pt x="456774" y="525"/>
                </a:lnTo>
                <a:lnTo>
                  <a:pt x="523603" y="4605"/>
                </a:lnTo>
                <a:lnTo>
                  <a:pt x="586478" y="12454"/>
                </a:lnTo>
                <a:lnTo>
                  <a:pt x="644529" y="23744"/>
                </a:lnTo>
                <a:lnTo>
                  <a:pt x="696888" y="38150"/>
                </a:lnTo>
                <a:lnTo>
                  <a:pt x="742686" y="55345"/>
                </a:lnTo>
                <a:lnTo>
                  <a:pt x="781054" y="75004"/>
                </a:lnTo>
                <a:lnTo>
                  <a:pt x="822777" y="108396"/>
                </a:lnTo>
                <a:lnTo>
                  <a:pt x="842896" y="145496"/>
                </a:lnTo>
                <a:lnTo>
                  <a:pt x="844295" y="158495"/>
                </a:lnTo>
                <a:lnTo>
                  <a:pt x="842896" y="171494"/>
                </a:lnTo>
                <a:lnTo>
                  <a:pt x="822777" y="208590"/>
                </a:lnTo>
                <a:lnTo>
                  <a:pt x="781054" y="241982"/>
                </a:lnTo>
                <a:lnTo>
                  <a:pt x="742686" y="261640"/>
                </a:lnTo>
                <a:lnTo>
                  <a:pt x="696888" y="278837"/>
                </a:lnTo>
                <a:lnTo>
                  <a:pt x="644529" y="293244"/>
                </a:lnTo>
                <a:lnTo>
                  <a:pt x="586478" y="304535"/>
                </a:lnTo>
                <a:lnTo>
                  <a:pt x="523603" y="312385"/>
                </a:lnTo>
                <a:lnTo>
                  <a:pt x="456774" y="316466"/>
                </a:lnTo>
                <a:lnTo>
                  <a:pt x="422148" y="316991"/>
                </a:lnTo>
                <a:lnTo>
                  <a:pt x="387521" y="316466"/>
                </a:lnTo>
                <a:lnTo>
                  <a:pt x="320692" y="312385"/>
                </a:lnTo>
                <a:lnTo>
                  <a:pt x="257817" y="304535"/>
                </a:lnTo>
                <a:lnTo>
                  <a:pt x="199766" y="293244"/>
                </a:lnTo>
                <a:lnTo>
                  <a:pt x="147407" y="278837"/>
                </a:lnTo>
                <a:lnTo>
                  <a:pt x="101609" y="261640"/>
                </a:lnTo>
                <a:lnTo>
                  <a:pt x="63241" y="241982"/>
                </a:lnTo>
                <a:lnTo>
                  <a:pt x="21518" y="208590"/>
                </a:lnTo>
                <a:lnTo>
                  <a:pt x="1399" y="171494"/>
                </a:lnTo>
                <a:lnTo>
                  <a:pt x="0" y="158495"/>
                </a:lnTo>
                <a:close/>
              </a:path>
            </a:pathLst>
          </a:custGeom>
          <a:noFill/>
          <a:ln w="28574">
            <a:solidFill>
              <a:srgbClr val="EE3D42"/>
            </a:solidFill>
            <a:round/>
          </a:ln>
          <a:extLst>
            <a:ext uri="{909E8E84-426E-40DD-AFC4-6F175D3DCCD1}">
              <a14:hiddenFill xmlns:a14="http://schemas.microsoft.com/office/drawing/2010/main">
                <a:solidFill>
                  <a:srgbClr val="FFFFFF"/>
                </a:solidFill>
              </a14:hiddenFill>
            </a:ext>
          </a:extLst>
        </p:spPr>
        <p:txBody>
          <a:bodyPr lIns="0" tIns="0" rIns="0" bIns="0"/>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prstClr val="black"/>
              </a:solidFill>
              <a:effectLst/>
              <a:uLnTx/>
              <a:uFillTx/>
              <a:latin typeface="Verdana" panose="020B0804030504040204" pitchFamily="34" charset="0"/>
              <a:ea typeface="宋体" pitchFamily="2" charset="-122"/>
              <a:cs typeface="+mn-cs"/>
            </a:endParaRPr>
          </a:p>
        </p:txBody>
      </p:sp>
      <p:sp>
        <p:nvSpPr>
          <p:cNvPr id="121875" name="object 20"/>
          <p:cNvSpPr/>
          <p:nvPr/>
        </p:nvSpPr>
        <p:spPr bwMode="auto">
          <a:xfrm>
            <a:off x="671513" y="2314575"/>
            <a:ext cx="647700" cy="3314700"/>
          </a:xfrm>
          <a:custGeom>
            <a:avLst/>
            <a:gdLst>
              <a:gd name="T0" fmla="*/ 647700 w 647700"/>
              <a:gd name="T1" fmla="*/ 2990850 h 3314700"/>
              <a:gd name="T2" fmla="*/ 0 w 647700"/>
              <a:gd name="T3" fmla="*/ 2990850 h 3314700"/>
              <a:gd name="T4" fmla="*/ 323850 w 647700"/>
              <a:gd name="T5" fmla="*/ 3314700 h 3314700"/>
              <a:gd name="T6" fmla="*/ 647700 w 647700"/>
              <a:gd name="T7" fmla="*/ 2990850 h 3314700"/>
              <a:gd name="T8" fmla="*/ 485775 w 647700"/>
              <a:gd name="T9" fmla="*/ 0 h 3314700"/>
              <a:gd name="T10" fmla="*/ 161925 w 647700"/>
              <a:gd name="T11" fmla="*/ 0 h 3314700"/>
              <a:gd name="T12" fmla="*/ 161925 w 647700"/>
              <a:gd name="T13" fmla="*/ 2990850 h 3314700"/>
              <a:gd name="T14" fmla="*/ 485775 w 647700"/>
              <a:gd name="T15" fmla="*/ 2990850 h 3314700"/>
              <a:gd name="T16" fmla="*/ 485775 w 647700"/>
              <a:gd name="T17" fmla="*/ 0 h 331470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647700" h="3314700">
                <a:moveTo>
                  <a:pt x="647700" y="2990850"/>
                </a:moveTo>
                <a:lnTo>
                  <a:pt x="0" y="2990850"/>
                </a:lnTo>
                <a:lnTo>
                  <a:pt x="323850" y="3314700"/>
                </a:lnTo>
                <a:lnTo>
                  <a:pt x="647700" y="2990850"/>
                </a:lnTo>
                <a:close/>
              </a:path>
              <a:path w="647700" h="3314700">
                <a:moveTo>
                  <a:pt x="485775" y="0"/>
                </a:moveTo>
                <a:lnTo>
                  <a:pt x="161925" y="0"/>
                </a:lnTo>
                <a:lnTo>
                  <a:pt x="161925" y="2990850"/>
                </a:lnTo>
                <a:lnTo>
                  <a:pt x="485775" y="2990850"/>
                </a:lnTo>
                <a:lnTo>
                  <a:pt x="485775" y="0"/>
                </a:lnTo>
                <a:close/>
              </a:path>
            </a:pathLst>
          </a:custGeom>
          <a:solidFill>
            <a:srgbClr val="EE3D42"/>
          </a:solidFill>
          <a:ln>
            <a:noFill/>
          </a:ln>
          <a:extLst>
            <a:ext uri="{91240B29-F687-4F45-9708-019B960494DF}">
              <a14:hiddenLine xmlns:a14="http://schemas.microsoft.com/office/drawing/2010/main" w="9525">
                <a:solidFill>
                  <a:srgbClr val="000000"/>
                </a:solidFill>
                <a:round/>
              </a14:hiddenLine>
            </a:ext>
          </a:extLst>
        </p:spPr>
        <p:txBody>
          <a:bodyPr lIns="0" tIns="0" rIns="0" bIns="0"/>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prstClr val="black"/>
              </a:solidFill>
              <a:effectLst/>
              <a:uLnTx/>
              <a:uFillTx/>
              <a:latin typeface="Verdana" panose="020B0804030504040204" pitchFamily="34" charset="0"/>
              <a:ea typeface="宋体" pitchFamily="2" charset="-122"/>
              <a:cs typeface="+mn-cs"/>
            </a:endParaRPr>
          </a:p>
        </p:txBody>
      </p:sp>
      <p:sp>
        <p:nvSpPr>
          <p:cNvPr id="21" name="object 21"/>
          <p:cNvSpPr txBox="1"/>
          <p:nvPr/>
        </p:nvSpPr>
        <p:spPr>
          <a:xfrm>
            <a:off x="818554" y="3330194"/>
            <a:ext cx="369332" cy="835660"/>
          </a:xfrm>
          <a:prstGeom prst="rect">
            <a:avLst/>
          </a:prstGeom>
        </p:spPr>
        <p:txBody>
          <a:bodyPr vert="vert270" lIns="0" tIns="0" rIns="0" bIns="0">
            <a:spAutoFit/>
          </a:bodyPr>
          <a:lstStyle/>
          <a:p>
            <a:pPr marL="12700" marR="0" lvl="0" indent="0" algn="l" defTabSz="914400" rtl="0" eaLnBrk="1" fontAlgn="base" latinLnBrk="0" hangingPunct="1">
              <a:lnSpc>
                <a:spcPct val="100000"/>
              </a:lnSpc>
              <a:spcBef>
                <a:spcPct val="0"/>
              </a:spcBef>
              <a:spcAft>
                <a:spcPct val="0"/>
              </a:spcAft>
              <a:buClrTx/>
              <a:buSzTx/>
              <a:buFontTx/>
              <a:buNone/>
              <a:defRPr/>
            </a:pPr>
            <a:r>
              <a:rPr kumimoji="1" sz="2400" b="0" i="0" u="none" strike="noStrike" kern="1200" cap="none" spc="150" normalizeH="0" baseline="0" noProof="0" dirty="0">
                <a:ln>
                  <a:noFill/>
                </a:ln>
                <a:solidFill>
                  <a:srgbClr val="F1F1F1"/>
                </a:solidFill>
                <a:effectLst/>
                <a:uLnTx/>
                <a:uFillTx/>
                <a:latin typeface="Arial" panose="020B0604020202090204"/>
                <a:ea typeface="宋体" pitchFamily="2" charset="-122"/>
                <a:cs typeface="Arial" panose="020B0604020202090204"/>
              </a:rPr>
              <a:t>T</a:t>
            </a:r>
            <a:r>
              <a:rPr kumimoji="1" sz="2400" b="0" i="0" u="none" strike="noStrike" kern="1200" cap="none" spc="215" normalizeH="0" baseline="0" noProof="0" dirty="0">
                <a:ln>
                  <a:noFill/>
                </a:ln>
                <a:solidFill>
                  <a:srgbClr val="F1F1F1"/>
                </a:solidFill>
                <a:effectLst/>
                <a:uLnTx/>
                <a:uFillTx/>
                <a:latin typeface="Arial" panose="020B0604020202090204"/>
                <a:ea typeface="宋体" pitchFamily="2" charset="-122"/>
                <a:cs typeface="Arial" panose="020B0604020202090204"/>
              </a:rPr>
              <a:t>I</a:t>
            </a:r>
            <a:r>
              <a:rPr kumimoji="1" sz="2400" b="0" i="0" u="none" strike="noStrike" kern="1200" cap="none" spc="270" normalizeH="0" baseline="0" noProof="0" dirty="0">
                <a:ln>
                  <a:noFill/>
                </a:ln>
                <a:solidFill>
                  <a:srgbClr val="F1F1F1"/>
                </a:solidFill>
                <a:effectLst/>
                <a:uLnTx/>
                <a:uFillTx/>
                <a:latin typeface="Arial" panose="020B0604020202090204"/>
                <a:ea typeface="宋体" pitchFamily="2" charset="-122"/>
                <a:cs typeface="Arial" panose="020B0604020202090204"/>
              </a:rPr>
              <a:t>M</a:t>
            </a:r>
            <a:r>
              <a:rPr kumimoji="1" sz="2400" b="0" i="0" u="none" strike="noStrike" kern="1200" cap="none" spc="0" normalizeH="0" baseline="0" noProof="0" dirty="0">
                <a:ln>
                  <a:noFill/>
                </a:ln>
                <a:solidFill>
                  <a:srgbClr val="F1F1F1"/>
                </a:solidFill>
                <a:effectLst/>
                <a:uLnTx/>
                <a:uFillTx/>
                <a:latin typeface="Arial" panose="020B0604020202090204"/>
                <a:ea typeface="宋体" pitchFamily="2" charset="-122"/>
                <a:cs typeface="Arial" panose="020B0604020202090204"/>
              </a:rPr>
              <a:t>E</a:t>
            </a:r>
            <a:endParaRPr kumimoji="1" sz="2400" b="0" i="0" u="none" strike="noStrike" kern="1200" cap="none" spc="0" normalizeH="0" baseline="0" noProof="0" dirty="0">
              <a:ln>
                <a:noFill/>
              </a:ln>
              <a:solidFill>
                <a:prstClr val="black"/>
              </a:solidFill>
              <a:effectLst/>
              <a:uLnTx/>
              <a:uFillTx/>
              <a:latin typeface="Arial" panose="020B0604020202090204"/>
              <a:ea typeface="宋体" pitchFamily="2" charset="-122"/>
              <a:cs typeface="Arial" panose="020B0604020202090204"/>
            </a:endParaRPr>
          </a:p>
        </p:txBody>
      </p:sp>
      <p:sp>
        <p:nvSpPr>
          <p:cNvPr id="121877" name="object 22"/>
          <p:cNvSpPr/>
          <p:nvPr/>
        </p:nvSpPr>
        <p:spPr bwMode="auto">
          <a:xfrm>
            <a:off x="2346325" y="3719513"/>
            <a:ext cx="685800" cy="609600"/>
          </a:xfrm>
          <a:custGeom>
            <a:avLst/>
            <a:gdLst>
              <a:gd name="T0" fmla="*/ 538708 w 685800"/>
              <a:gd name="T1" fmla="*/ 517083 h 609600"/>
              <a:gd name="T2" fmla="*/ 500760 w 685800"/>
              <a:gd name="T3" fmla="*/ 559815 h 609600"/>
              <a:gd name="T4" fmla="*/ 685800 w 685800"/>
              <a:gd name="T5" fmla="*/ 609600 h 609600"/>
              <a:gd name="T6" fmla="*/ 656355 w 685800"/>
              <a:gd name="T7" fmla="*/ 536066 h 609600"/>
              <a:gd name="T8" fmla="*/ 560069 w 685800"/>
              <a:gd name="T9" fmla="*/ 536066 h 609600"/>
              <a:gd name="T10" fmla="*/ 538708 w 685800"/>
              <a:gd name="T11" fmla="*/ 517083 h 609600"/>
              <a:gd name="T12" fmla="*/ 576699 w 685800"/>
              <a:gd name="T13" fmla="*/ 474300 h 609600"/>
              <a:gd name="T14" fmla="*/ 538708 w 685800"/>
              <a:gd name="T15" fmla="*/ 517083 h 609600"/>
              <a:gd name="T16" fmla="*/ 560069 w 685800"/>
              <a:gd name="T17" fmla="*/ 536066 h 609600"/>
              <a:gd name="T18" fmla="*/ 598042 w 685800"/>
              <a:gd name="T19" fmla="*/ 493267 h 609600"/>
              <a:gd name="T20" fmla="*/ 576699 w 685800"/>
              <a:gd name="T21" fmla="*/ 474300 h 609600"/>
              <a:gd name="T22" fmla="*/ 614552 w 685800"/>
              <a:gd name="T23" fmla="*/ 431672 h 609600"/>
              <a:gd name="T24" fmla="*/ 576699 w 685800"/>
              <a:gd name="T25" fmla="*/ 474300 h 609600"/>
              <a:gd name="T26" fmla="*/ 598042 w 685800"/>
              <a:gd name="T27" fmla="*/ 493267 h 609600"/>
              <a:gd name="T28" fmla="*/ 560069 w 685800"/>
              <a:gd name="T29" fmla="*/ 536066 h 609600"/>
              <a:gd name="T30" fmla="*/ 656355 w 685800"/>
              <a:gd name="T31" fmla="*/ 536066 h 609600"/>
              <a:gd name="T32" fmla="*/ 614552 w 685800"/>
              <a:gd name="T33" fmla="*/ 431672 h 609600"/>
              <a:gd name="T34" fmla="*/ 147091 w 685800"/>
              <a:gd name="T35" fmla="*/ 92516 h 609600"/>
              <a:gd name="T36" fmla="*/ 109100 w 685800"/>
              <a:gd name="T37" fmla="*/ 135299 h 609600"/>
              <a:gd name="T38" fmla="*/ 538708 w 685800"/>
              <a:gd name="T39" fmla="*/ 517083 h 609600"/>
              <a:gd name="T40" fmla="*/ 576699 w 685800"/>
              <a:gd name="T41" fmla="*/ 474300 h 609600"/>
              <a:gd name="T42" fmla="*/ 147091 w 685800"/>
              <a:gd name="T43" fmla="*/ 92516 h 609600"/>
              <a:gd name="T44" fmla="*/ 0 w 685800"/>
              <a:gd name="T45" fmla="*/ 0 h 609600"/>
              <a:gd name="T46" fmla="*/ 71246 w 685800"/>
              <a:gd name="T47" fmla="*/ 177926 h 609600"/>
              <a:gd name="T48" fmla="*/ 109100 w 685800"/>
              <a:gd name="T49" fmla="*/ 135299 h 609600"/>
              <a:gd name="T50" fmla="*/ 87756 w 685800"/>
              <a:gd name="T51" fmla="*/ 116331 h 609600"/>
              <a:gd name="T52" fmla="*/ 125729 w 685800"/>
              <a:gd name="T53" fmla="*/ 73532 h 609600"/>
              <a:gd name="T54" fmla="*/ 163949 w 685800"/>
              <a:gd name="T55" fmla="*/ 73532 h 609600"/>
              <a:gd name="T56" fmla="*/ 185038 w 685800"/>
              <a:gd name="T57" fmla="*/ 49783 h 609600"/>
              <a:gd name="T58" fmla="*/ 0 w 685800"/>
              <a:gd name="T59" fmla="*/ 0 h 609600"/>
              <a:gd name="T60" fmla="*/ 125729 w 685800"/>
              <a:gd name="T61" fmla="*/ 73532 h 609600"/>
              <a:gd name="T62" fmla="*/ 87756 w 685800"/>
              <a:gd name="T63" fmla="*/ 116331 h 609600"/>
              <a:gd name="T64" fmla="*/ 109100 w 685800"/>
              <a:gd name="T65" fmla="*/ 135299 h 609600"/>
              <a:gd name="T66" fmla="*/ 147091 w 685800"/>
              <a:gd name="T67" fmla="*/ 92516 h 609600"/>
              <a:gd name="T68" fmla="*/ 125729 w 685800"/>
              <a:gd name="T69" fmla="*/ 73532 h 609600"/>
              <a:gd name="T70" fmla="*/ 163949 w 685800"/>
              <a:gd name="T71" fmla="*/ 73532 h 609600"/>
              <a:gd name="T72" fmla="*/ 125729 w 685800"/>
              <a:gd name="T73" fmla="*/ 73532 h 609600"/>
              <a:gd name="T74" fmla="*/ 147091 w 685800"/>
              <a:gd name="T75" fmla="*/ 92516 h 609600"/>
              <a:gd name="T76" fmla="*/ 163949 w 685800"/>
              <a:gd name="T77" fmla="*/ 73532 h 609600"/>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0" t="0" r="r" b="b"/>
            <a:pathLst>
              <a:path w="685800" h="609600">
                <a:moveTo>
                  <a:pt x="538708" y="517083"/>
                </a:moveTo>
                <a:lnTo>
                  <a:pt x="500760" y="559815"/>
                </a:lnTo>
                <a:lnTo>
                  <a:pt x="685800" y="609600"/>
                </a:lnTo>
                <a:lnTo>
                  <a:pt x="656355" y="536066"/>
                </a:lnTo>
                <a:lnTo>
                  <a:pt x="560069" y="536066"/>
                </a:lnTo>
                <a:lnTo>
                  <a:pt x="538708" y="517083"/>
                </a:lnTo>
                <a:close/>
              </a:path>
              <a:path w="685800" h="609600">
                <a:moveTo>
                  <a:pt x="576699" y="474300"/>
                </a:moveTo>
                <a:lnTo>
                  <a:pt x="538708" y="517083"/>
                </a:lnTo>
                <a:lnTo>
                  <a:pt x="560069" y="536066"/>
                </a:lnTo>
                <a:lnTo>
                  <a:pt x="598042" y="493267"/>
                </a:lnTo>
                <a:lnTo>
                  <a:pt x="576699" y="474300"/>
                </a:lnTo>
                <a:close/>
              </a:path>
              <a:path w="685800" h="609600">
                <a:moveTo>
                  <a:pt x="614552" y="431672"/>
                </a:moveTo>
                <a:lnTo>
                  <a:pt x="576699" y="474300"/>
                </a:lnTo>
                <a:lnTo>
                  <a:pt x="598042" y="493267"/>
                </a:lnTo>
                <a:lnTo>
                  <a:pt x="560069" y="536066"/>
                </a:lnTo>
                <a:lnTo>
                  <a:pt x="656355" y="536066"/>
                </a:lnTo>
                <a:lnTo>
                  <a:pt x="614552" y="431672"/>
                </a:lnTo>
                <a:close/>
              </a:path>
              <a:path w="685800" h="609600">
                <a:moveTo>
                  <a:pt x="147091" y="92516"/>
                </a:moveTo>
                <a:lnTo>
                  <a:pt x="109100" y="135299"/>
                </a:lnTo>
                <a:lnTo>
                  <a:pt x="538708" y="517083"/>
                </a:lnTo>
                <a:lnTo>
                  <a:pt x="576699" y="474300"/>
                </a:lnTo>
                <a:lnTo>
                  <a:pt x="147091" y="92516"/>
                </a:lnTo>
                <a:close/>
              </a:path>
              <a:path w="685800" h="609600">
                <a:moveTo>
                  <a:pt x="0" y="0"/>
                </a:moveTo>
                <a:lnTo>
                  <a:pt x="71246" y="177926"/>
                </a:lnTo>
                <a:lnTo>
                  <a:pt x="109100" y="135299"/>
                </a:lnTo>
                <a:lnTo>
                  <a:pt x="87756" y="116331"/>
                </a:lnTo>
                <a:lnTo>
                  <a:pt x="125729" y="73532"/>
                </a:lnTo>
                <a:lnTo>
                  <a:pt x="163949" y="73532"/>
                </a:lnTo>
                <a:lnTo>
                  <a:pt x="185038" y="49783"/>
                </a:lnTo>
                <a:lnTo>
                  <a:pt x="0" y="0"/>
                </a:lnTo>
                <a:close/>
              </a:path>
              <a:path w="685800" h="609600">
                <a:moveTo>
                  <a:pt x="125729" y="73532"/>
                </a:moveTo>
                <a:lnTo>
                  <a:pt x="87756" y="116331"/>
                </a:lnTo>
                <a:lnTo>
                  <a:pt x="109100" y="135299"/>
                </a:lnTo>
                <a:lnTo>
                  <a:pt x="147091" y="92516"/>
                </a:lnTo>
                <a:lnTo>
                  <a:pt x="125729" y="73532"/>
                </a:lnTo>
                <a:close/>
              </a:path>
              <a:path w="685800" h="609600">
                <a:moveTo>
                  <a:pt x="163949" y="73532"/>
                </a:moveTo>
                <a:lnTo>
                  <a:pt x="125729" y="73532"/>
                </a:lnTo>
                <a:lnTo>
                  <a:pt x="147091" y="92516"/>
                </a:lnTo>
                <a:lnTo>
                  <a:pt x="163949" y="73532"/>
                </a:lnTo>
                <a:close/>
              </a:path>
            </a:pathLst>
          </a:custGeom>
          <a:solidFill>
            <a:srgbClr val="EE3D42"/>
          </a:solidFill>
          <a:ln>
            <a:noFill/>
          </a:ln>
          <a:extLst>
            <a:ext uri="{91240B29-F687-4F45-9708-019B960494DF}">
              <a14:hiddenLine xmlns:a14="http://schemas.microsoft.com/office/drawing/2010/main" w="9525">
                <a:solidFill>
                  <a:srgbClr val="000000"/>
                </a:solidFill>
                <a:round/>
              </a14:hiddenLine>
            </a:ext>
          </a:extLst>
        </p:spPr>
        <p:txBody>
          <a:bodyPr lIns="0" tIns="0" rIns="0" bIns="0"/>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prstClr val="black"/>
              </a:solidFill>
              <a:effectLst/>
              <a:uLnTx/>
              <a:uFillTx/>
              <a:latin typeface="Verdana" panose="020B0804030504040204" pitchFamily="34" charset="0"/>
              <a:ea typeface="宋体" pitchFamily="2" charset="-122"/>
              <a:cs typeface="+mn-cs"/>
            </a:endParaRPr>
          </a:p>
        </p:txBody>
      </p:sp>
      <p:sp>
        <p:nvSpPr>
          <p:cNvPr id="121878" name="object 23"/>
          <p:cNvSpPr/>
          <p:nvPr/>
        </p:nvSpPr>
        <p:spPr bwMode="auto">
          <a:xfrm>
            <a:off x="3140075" y="4951413"/>
            <a:ext cx="496888" cy="496887"/>
          </a:xfrm>
          <a:custGeom>
            <a:avLst/>
            <a:gdLst>
              <a:gd name="T0" fmla="*/ 54234 w 497204"/>
              <a:gd name="T1" fmla="*/ 493714 h 497204"/>
              <a:gd name="T2" fmla="*/ 108521 w 497204"/>
              <a:gd name="T3" fmla="*/ 402482 h 497204"/>
              <a:gd name="T4" fmla="*/ 82330 w 497204"/>
              <a:gd name="T5" fmla="*/ 375031 h 497204"/>
              <a:gd name="T6" fmla="*/ 393640 w 497204"/>
              <a:gd name="T7" fmla="*/ 394369 h 497204"/>
              <a:gd name="T8" fmla="*/ 493792 w 497204"/>
              <a:gd name="T9" fmla="*/ 439483 h 497204"/>
              <a:gd name="T10" fmla="*/ 230465 w 497204"/>
              <a:gd name="T11" fmla="*/ 436670 h 497204"/>
              <a:gd name="T12" fmla="*/ 255727 w 497204"/>
              <a:gd name="T13" fmla="*/ 464903 h 497204"/>
              <a:gd name="T14" fmla="*/ 287595 w 497204"/>
              <a:gd name="T15" fmla="*/ 436670 h 497204"/>
              <a:gd name="T16" fmla="*/ 313423 w 497204"/>
              <a:gd name="T17" fmla="*/ 450971 h 497204"/>
              <a:gd name="T18" fmla="*/ 204046 w 497204"/>
              <a:gd name="T19" fmla="*/ 74926 h 497204"/>
              <a:gd name="T20" fmla="*/ 103961 w 497204"/>
              <a:gd name="T21" fmla="*/ 144087 h 497204"/>
              <a:gd name="T22" fmla="*/ 72701 w 497204"/>
              <a:gd name="T23" fmla="*/ 236029 h 497204"/>
              <a:gd name="T24" fmla="*/ 96058 w 497204"/>
              <a:gd name="T25" fmla="*/ 330126 h 497204"/>
              <a:gd name="T26" fmla="*/ 169048 w 497204"/>
              <a:gd name="T27" fmla="*/ 400021 h 497204"/>
              <a:gd name="T28" fmla="*/ 195172 w 497204"/>
              <a:gd name="T29" fmla="*/ 458237 h 497204"/>
              <a:gd name="T30" fmla="*/ 318208 w 497204"/>
              <a:gd name="T31" fmla="*/ 403116 h 497204"/>
              <a:gd name="T32" fmla="*/ 371854 w 497204"/>
              <a:gd name="T33" fmla="*/ 365572 h 497204"/>
              <a:gd name="T34" fmla="*/ 242960 w 497204"/>
              <a:gd name="T35" fmla="*/ 309271 h 497204"/>
              <a:gd name="T36" fmla="*/ 123624 w 497204"/>
              <a:gd name="T37" fmla="*/ 283492 h 497204"/>
              <a:gd name="T38" fmla="*/ 139473 w 497204"/>
              <a:gd name="T39" fmla="*/ 207990 h 497204"/>
              <a:gd name="T40" fmla="*/ 411987 w 497204"/>
              <a:gd name="T41" fmla="*/ 187874 h 497204"/>
              <a:gd name="T42" fmla="*/ 335382 w 497204"/>
              <a:gd name="T43" fmla="*/ 93718 h 497204"/>
              <a:gd name="T44" fmla="*/ 246895 w 497204"/>
              <a:gd name="T45" fmla="*/ 69621 h 497204"/>
              <a:gd name="T46" fmla="*/ 284919 w 497204"/>
              <a:gd name="T47" fmla="*/ 353069 h 497204"/>
              <a:gd name="T48" fmla="*/ 395964 w 497204"/>
              <a:gd name="T49" fmla="*/ 334479 h 497204"/>
              <a:gd name="T50" fmla="*/ 408567 w 497204"/>
              <a:gd name="T51" fmla="*/ 309271 h 497204"/>
              <a:gd name="T52" fmla="*/ 298831 w 497204"/>
              <a:gd name="T53" fmla="*/ 302300 h 497204"/>
              <a:gd name="T54" fmla="*/ 180572 w 497204"/>
              <a:gd name="T55" fmla="*/ 200185 h 497204"/>
              <a:gd name="T56" fmla="*/ 215417 w 497204"/>
              <a:gd name="T57" fmla="*/ 221760 h 497204"/>
              <a:gd name="T58" fmla="*/ 224032 w 497204"/>
              <a:gd name="T59" fmla="*/ 262371 h 497204"/>
              <a:gd name="T60" fmla="*/ 242960 w 497204"/>
              <a:gd name="T61" fmla="*/ 309271 h 497204"/>
              <a:gd name="T62" fmla="*/ 298564 w 497204"/>
              <a:gd name="T63" fmla="*/ 302191 h 497204"/>
              <a:gd name="T64" fmla="*/ 272936 w 497204"/>
              <a:gd name="T65" fmla="*/ 270974 h 497204"/>
              <a:gd name="T66" fmla="*/ 276950 w 497204"/>
              <a:gd name="T67" fmla="*/ 228407 h 497204"/>
              <a:gd name="T68" fmla="*/ 306617 w 497204"/>
              <a:gd name="T69" fmla="*/ 201748 h 497204"/>
              <a:gd name="T70" fmla="*/ 320012 w 497204"/>
              <a:gd name="T71" fmla="*/ 198633 h 497204"/>
              <a:gd name="T72" fmla="*/ 361370 w 497204"/>
              <a:gd name="T73" fmla="*/ 212159 h 497204"/>
              <a:gd name="T74" fmla="*/ 380640 w 497204"/>
              <a:gd name="T75" fmla="*/ 246129 h 497204"/>
              <a:gd name="T76" fmla="*/ 325698 w 497204"/>
              <a:gd name="T77" fmla="*/ 309271 h 497204"/>
              <a:gd name="T78" fmla="*/ 421271 w 497204"/>
              <a:gd name="T79" fmla="*/ 244321 h 497204"/>
              <a:gd name="T80" fmla="*/ 415976 w 497204"/>
              <a:gd name="T81" fmla="*/ 201381 h 497204"/>
              <a:gd name="T82" fmla="*/ 368525 w 497204"/>
              <a:gd name="T83" fmla="*/ 72415 h 497204"/>
              <a:gd name="T84" fmla="*/ 397383 w 497204"/>
              <a:gd name="T85" fmla="*/ 97142 h 497204"/>
              <a:gd name="T86" fmla="*/ 421420 w 497204"/>
              <a:gd name="T87" fmla="*/ 126594 h 497204"/>
              <a:gd name="T88" fmla="*/ 54236 w 497204"/>
              <a:gd name="T89" fmla="*/ 0 h 497204"/>
              <a:gd name="T90" fmla="*/ 80348 w 497204"/>
              <a:gd name="T91" fmla="*/ 115382 h 497204"/>
              <a:gd name="T92" fmla="*/ 106149 w 497204"/>
              <a:gd name="T93" fmla="*/ 87599 h 497204"/>
              <a:gd name="T94" fmla="*/ 54236 w 497204"/>
              <a:gd name="T95" fmla="*/ 0 h 497204"/>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497204" h="497204">
                <a:moveTo>
                  <a:pt x="75154" y="367157"/>
                </a:moveTo>
                <a:lnTo>
                  <a:pt x="0" y="442295"/>
                </a:lnTo>
                <a:lnTo>
                  <a:pt x="54583" y="496873"/>
                </a:lnTo>
                <a:lnTo>
                  <a:pt x="129378" y="420702"/>
                </a:lnTo>
                <a:lnTo>
                  <a:pt x="119042" y="413165"/>
                </a:lnTo>
                <a:lnTo>
                  <a:pt x="109211" y="405057"/>
                </a:lnTo>
                <a:lnTo>
                  <a:pt x="99895" y="396391"/>
                </a:lnTo>
                <a:lnTo>
                  <a:pt x="91106" y="387178"/>
                </a:lnTo>
                <a:lnTo>
                  <a:pt x="82855" y="377430"/>
                </a:lnTo>
                <a:lnTo>
                  <a:pt x="75154" y="367157"/>
                </a:lnTo>
                <a:close/>
              </a:path>
              <a:path w="497204" h="497204">
                <a:moveTo>
                  <a:pt x="421019" y="367780"/>
                </a:moveTo>
                <a:lnTo>
                  <a:pt x="396150" y="396893"/>
                </a:lnTo>
                <a:lnTo>
                  <a:pt x="366554" y="421074"/>
                </a:lnTo>
                <a:lnTo>
                  <a:pt x="442351" y="496873"/>
                </a:lnTo>
                <a:lnTo>
                  <a:pt x="496941" y="442295"/>
                </a:lnTo>
                <a:lnTo>
                  <a:pt x="421019" y="367780"/>
                </a:lnTo>
                <a:close/>
              </a:path>
              <a:path w="497204" h="497204">
                <a:moveTo>
                  <a:pt x="265306" y="439464"/>
                </a:moveTo>
                <a:lnTo>
                  <a:pt x="231935" y="439464"/>
                </a:lnTo>
                <a:lnTo>
                  <a:pt x="231935" y="467461"/>
                </a:lnTo>
                <a:lnTo>
                  <a:pt x="244595" y="468013"/>
                </a:lnTo>
                <a:lnTo>
                  <a:pt x="257358" y="467878"/>
                </a:lnTo>
                <a:lnTo>
                  <a:pt x="265306" y="439464"/>
                </a:lnTo>
                <a:close/>
              </a:path>
              <a:path w="497204" h="497204">
                <a:moveTo>
                  <a:pt x="316860" y="439464"/>
                </a:moveTo>
                <a:lnTo>
                  <a:pt x="289429" y="439464"/>
                </a:lnTo>
                <a:lnTo>
                  <a:pt x="289429" y="464125"/>
                </a:lnTo>
                <a:lnTo>
                  <a:pt x="304382" y="459789"/>
                </a:lnTo>
                <a:lnTo>
                  <a:pt x="315421" y="453856"/>
                </a:lnTo>
                <a:lnTo>
                  <a:pt x="316860" y="439464"/>
                </a:lnTo>
                <a:close/>
              </a:path>
              <a:path w="497204" h="497204">
                <a:moveTo>
                  <a:pt x="248470" y="70068"/>
                </a:moveTo>
                <a:lnTo>
                  <a:pt x="205347" y="75406"/>
                </a:lnTo>
                <a:lnTo>
                  <a:pt x="166125" y="90546"/>
                </a:lnTo>
                <a:lnTo>
                  <a:pt x="132114" y="114183"/>
                </a:lnTo>
                <a:lnTo>
                  <a:pt x="104621" y="145007"/>
                </a:lnTo>
                <a:lnTo>
                  <a:pt x="84952" y="181712"/>
                </a:lnTo>
                <a:lnTo>
                  <a:pt x="74417" y="222990"/>
                </a:lnTo>
                <a:lnTo>
                  <a:pt x="73161" y="237539"/>
                </a:lnTo>
                <a:lnTo>
                  <a:pt x="73650" y="252605"/>
                </a:lnTo>
                <a:lnTo>
                  <a:pt x="81086" y="294881"/>
                </a:lnTo>
                <a:lnTo>
                  <a:pt x="96668" y="332239"/>
                </a:lnTo>
                <a:lnTo>
                  <a:pt x="119355" y="363991"/>
                </a:lnTo>
                <a:lnTo>
                  <a:pt x="148106" y="389447"/>
                </a:lnTo>
                <a:lnTo>
                  <a:pt x="170128" y="402581"/>
                </a:lnTo>
                <a:lnTo>
                  <a:pt x="176703" y="448632"/>
                </a:lnTo>
                <a:lnTo>
                  <a:pt x="184174" y="455697"/>
                </a:lnTo>
                <a:lnTo>
                  <a:pt x="196417" y="461169"/>
                </a:lnTo>
                <a:lnTo>
                  <a:pt x="207812" y="439464"/>
                </a:lnTo>
                <a:lnTo>
                  <a:pt x="316860" y="439464"/>
                </a:lnTo>
                <a:lnTo>
                  <a:pt x="320237" y="405695"/>
                </a:lnTo>
                <a:lnTo>
                  <a:pt x="332191" y="399773"/>
                </a:lnTo>
                <a:lnTo>
                  <a:pt x="343610" y="392991"/>
                </a:lnTo>
                <a:lnTo>
                  <a:pt x="374226" y="367911"/>
                </a:lnTo>
                <a:lnTo>
                  <a:pt x="385237" y="355328"/>
                </a:lnTo>
                <a:lnTo>
                  <a:pt x="212617" y="355328"/>
                </a:lnTo>
                <a:lnTo>
                  <a:pt x="244510" y="311249"/>
                </a:lnTo>
                <a:lnTo>
                  <a:pt x="171577" y="311249"/>
                </a:lnTo>
                <a:lnTo>
                  <a:pt x="157231" y="309388"/>
                </a:lnTo>
                <a:lnTo>
                  <a:pt x="124414" y="285306"/>
                </a:lnTo>
                <a:lnTo>
                  <a:pt x="115841" y="258623"/>
                </a:lnTo>
                <a:lnTo>
                  <a:pt x="117562" y="243402"/>
                </a:lnTo>
                <a:lnTo>
                  <a:pt x="140363" y="209320"/>
                </a:lnTo>
                <a:lnTo>
                  <a:pt x="165855" y="199903"/>
                </a:lnTo>
                <a:lnTo>
                  <a:pt x="417813" y="199903"/>
                </a:lnTo>
                <a:lnTo>
                  <a:pt x="414615" y="189075"/>
                </a:lnTo>
                <a:lnTo>
                  <a:pt x="396531" y="151395"/>
                </a:lnTo>
                <a:lnTo>
                  <a:pt x="370398" y="119377"/>
                </a:lnTo>
                <a:lnTo>
                  <a:pt x="337521" y="94318"/>
                </a:lnTo>
                <a:lnTo>
                  <a:pt x="299202" y="77514"/>
                </a:lnTo>
                <a:lnTo>
                  <a:pt x="256745" y="70260"/>
                </a:lnTo>
                <a:lnTo>
                  <a:pt x="248470" y="70068"/>
                </a:lnTo>
                <a:close/>
              </a:path>
              <a:path w="497204" h="497204">
                <a:moveTo>
                  <a:pt x="300737" y="304234"/>
                </a:moveTo>
                <a:lnTo>
                  <a:pt x="249656" y="304234"/>
                </a:lnTo>
                <a:lnTo>
                  <a:pt x="286736" y="355328"/>
                </a:lnTo>
                <a:lnTo>
                  <a:pt x="385237" y="355328"/>
                </a:lnTo>
                <a:lnTo>
                  <a:pt x="391178" y="347669"/>
                </a:lnTo>
                <a:lnTo>
                  <a:pt x="398489" y="336619"/>
                </a:lnTo>
                <a:lnTo>
                  <a:pt x="404967" y="325006"/>
                </a:lnTo>
                <a:lnTo>
                  <a:pt x="410569" y="312872"/>
                </a:lnTo>
                <a:lnTo>
                  <a:pt x="411172" y="311249"/>
                </a:lnTo>
                <a:lnTo>
                  <a:pt x="327775" y="311249"/>
                </a:lnTo>
                <a:lnTo>
                  <a:pt x="313430" y="309388"/>
                </a:lnTo>
                <a:lnTo>
                  <a:pt x="300737" y="304234"/>
                </a:lnTo>
                <a:close/>
              </a:path>
              <a:path w="497204" h="497204">
                <a:moveTo>
                  <a:pt x="322054" y="199903"/>
                </a:moveTo>
                <a:lnTo>
                  <a:pt x="165855" y="199903"/>
                </a:lnTo>
                <a:lnTo>
                  <a:pt x="181722" y="201465"/>
                </a:lnTo>
                <a:lnTo>
                  <a:pt x="195691" y="206141"/>
                </a:lnTo>
                <a:lnTo>
                  <a:pt x="207476" y="213517"/>
                </a:lnTo>
                <a:lnTo>
                  <a:pt x="216791" y="223179"/>
                </a:lnTo>
                <a:lnTo>
                  <a:pt x="223351" y="234712"/>
                </a:lnTo>
                <a:lnTo>
                  <a:pt x="226868" y="247704"/>
                </a:lnTo>
                <a:lnTo>
                  <a:pt x="225461" y="264049"/>
                </a:lnTo>
                <a:lnTo>
                  <a:pt x="204642" y="299879"/>
                </a:lnTo>
                <a:lnTo>
                  <a:pt x="171577" y="311249"/>
                </a:lnTo>
                <a:lnTo>
                  <a:pt x="244510" y="311249"/>
                </a:lnTo>
                <a:lnTo>
                  <a:pt x="249586" y="304234"/>
                </a:lnTo>
                <a:lnTo>
                  <a:pt x="300737" y="304234"/>
                </a:lnTo>
                <a:lnTo>
                  <a:pt x="300468" y="304125"/>
                </a:lnTo>
                <a:lnTo>
                  <a:pt x="289370" y="295938"/>
                </a:lnTo>
                <a:lnTo>
                  <a:pt x="280613" y="285306"/>
                </a:lnTo>
                <a:lnTo>
                  <a:pt x="274677" y="272708"/>
                </a:lnTo>
                <a:lnTo>
                  <a:pt x="272040" y="258623"/>
                </a:lnTo>
                <a:lnTo>
                  <a:pt x="273761" y="243402"/>
                </a:lnTo>
                <a:lnTo>
                  <a:pt x="278716" y="229868"/>
                </a:lnTo>
                <a:lnTo>
                  <a:pt x="286463" y="218385"/>
                </a:lnTo>
                <a:lnTo>
                  <a:pt x="296562" y="209320"/>
                </a:lnTo>
                <a:lnTo>
                  <a:pt x="308572" y="203038"/>
                </a:lnTo>
                <a:lnTo>
                  <a:pt x="322054" y="199903"/>
                </a:lnTo>
                <a:close/>
              </a:path>
              <a:path w="497204" h="497204">
                <a:moveTo>
                  <a:pt x="417813" y="199903"/>
                </a:moveTo>
                <a:lnTo>
                  <a:pt x="322054" y="199903"/>
                </a:lnTo>
                <a:lnTo>
                  <a:pt x="337921" y="201465"/>
                </a:lnTo>
                <a:lnTo>
                  <a:pt x="351890" y="206141"/>
                </a:lnTo>
                <a:lnTo>
                  <a:pt x="363675" y="213517"/>
                </a:lnTo>
                <a:lnTo>
                  <a:pt x="372990" y="223179"/>
                </a:lnTo>
                <a:lnTo>
                  <a:pt x="379549" y="234712"/>
                </a:lnTo>
                <a:lnTo>
                  <a:pt x="383067" y="247704"/>
                </a:lnTo>
                <a:lnTo>
                  <a:pt x="381660" y="264049"/>
                </a:lnTo>
                <a:lnTo>
                  <a:pt x="360841" y="299879"/>
                </a:lnTo>
                <a:lnTo>
                  <a:pt x="327775" y="311249"/>
                </a:lnTo>
                <a:lnTo>
                  <a:pt x="411172" y="311249"/>
                </a:lnTo>
                <a:lnTo>
                  <a:pt x="421696" y="273774"/>
                </a:lnTo>
                <a:lnTo>
                  <a:pt x="423957" y="245884"/>
                </a:lnTo>
                <a:lnTo>
                  <a:pt x="423349" y="231122"/>
                </a:lnTo>
                <a:lnTo>
                  <a:pt x="421557" y="216701"/>
                </a:lnTo>
                <a:lnTo>
                  <a:pt x="418630" y="202670"/>
                </a:lnTo>
                <a:lnTo>
                  <a:pt x="417813" y="199903"/>
                </a:lnTo>
                <a:close/>
              </a:path>
              <a:path w="497204" h="497204">
                <a:moveTo>
                  <a:pt x="442351" y="0"/>
                </a:moveTo>
                <a:lnTo>
                  <a:pt x="370876" y="72875"/>
                </a:lnTo>
                <a:lnTo>
                  <a:pt x="381078" y="80624"/>
                </a:lnTo>
                <a:lnTo>
                  <a:pt x="390762" y="88923"/>
                </a:lnTo>
                <a:lnTo>
                  <a:pt x="399918" y="97762"/>
                </a:lnTo>
                <a:lnTo>
                  <a:pt x="408534" y="107129"/>
                </a:lnTo>
                <a:lnTo>
                  <a:pt x="416602" y="117014"/>
                </a:lnTo>
                <a:lnTo>
                  <a:pt x="424108" y="127404"/>
                </a:lnTo>
                <a:lnTo>
                  <a:pt x="496941" y="54581"/>
                </a:lnTo>
                <a:lnTo>
                  <a:pt x="442351" y="0"/>
                </a:lnTo>
                <a:close/>
              </a:path>
              <a:path w="497204" h="497204">
                <a:moveTo>
                  <a:pt x="54585" y="0"/>
                </a:moveTo>
                <a:lnTo>
                  <a:pt x="0" y="54581"/>
                </a:lnTo>
                <a:lnTo>
                  <a:pt x="73306" y="126473"/>
                </a:lnTo>
                <a:lnTo>
                  <a:pt x="80858" y="116122"/>
                </a:lnTo>
                <a:lnTo>
                  <a:pt x="88969" y="106279"/>
                </a:lnTo>
                <a:lnTo>
                  <a:pt x="97630" y="96954"/>
                </a:lnTo>
                <a:lnTo>
                  <a:pt x="106829" y="88159"/>
                </a:lnTo>
                <a:lnTo>
                  <a:pt x="116555" y="79903"/>
                </a:lnTo>
                <a:lnTo>
                  <a:pt x="126798" y="72199"/>
                </a:lnTo>
                <a:lnTo>
                  <a:pt x="54585" y="0"/>
                </a:lnTo>
                <a:close/>
              </a:path>
            </a:pathLst>
          </a:custGeom>
          <a:solidFill>
            <a:srgbClr val="EE3D42"/>
          </a:solidFill>
          <a:ln>
            <a:noFill/>
          </a:ln>
          <a:extLst>
            <a:ext uri="{91240B29-F687-4F45-9708-019B960494DF}">
              <a14:hiddenLine xmlns:a14="http://schemas.microsoft.com/office/drawing/2010/main" w="9525">
                <a:solidFill>
                  <a:srgbClr val="000000"/>
                </a:solidFill>
                <a:round/>
              </a14:hiddenLine>
            </a:ext>
          </a:extLst>
        </p:spPr>
        <p:txBody>
          <a:bodyPr lIns="0" tIns="0" rIns="0" bIns="0"/>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prstClr val="black"/>
              </a:solidFill>
              <a:effectLst/>
              <a:uLnTx/>
              <a:uFillTx/>
              <a:latin typeface="Verdana" panose="020B0804030504040204" pitchFamily="34" charset="0"/>
              <a:ea typeface="宋体" pitchFamily="2" charset="-122"/>
              <a:cs typeface="+mn-cs"/>
            </a:endParaRPr>
          </a:p>
        </p:txBody>
      </p:sp>
      <p:sp>
        <p:nvSpPr>
          <p:cNvPr id="24" name="星形: 十二角 23"/>
          <p:cNvSpPr/>
          <p:nvPr/>
        </p:nvSpPr>
        <p:spPr>
          <a:xfrm>
            <a:off x="168932" y="178581"/>
            <a:ext cx="414700" cy="338336"/>
          </a:xfrm>
          <a:prstGeom prst="star12">
            <a:avLst/>
          </a:prstGeom>
          <a:ln>
            <a:solidFill>
              <a:srgbClr val="FF0000"/>
            </a:solidFill>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prstClr val="black"/>
              </a:solidFill>
              <a:effectLst/>
              <a:uLnTx/>
              <a:uFillTx/>
              <a:latin typeface="Constantia"/>
              <a:ea typeface="宋体" pitchFamily="2" charset="-122"/>
              <a:cs typeface="+mn-cs"/>
            </a:endParaRPr>
          </a:p>
        </p:txBody>
      </p:sp>
      <p:sp>
        <p:nvSpPr>
          <p:cNvPr id="2" name="灯片编号占位符 1"/>
          <p:cNvSpPr>
            <a:spLocks noGrp="1"/>
          </p:cNvSpPr>
          <p:nvPr>
            <p:ph type="sldNum" sz="quarter" idx="12"/>
          </p:nvPr>
        </p:nvSpPr>
        <p:spPr/>
        <p:txBody>
          <a:bodyPr/>
          <a:lstStyle/>
          <a:p>
            <a:pPr>
              <a:defRPr/>
            </a:pPr>
            <a:fld id="{C4B234CE-8B64-4C5C-8618-3FDAF99EB878}" type="slidenum">
              <a:rPr lang="en-US" altLang="zh-CN" smtClean="0"/>
            </a:fld>
            <a:endParaRPr lang="en-US" altLang="zh-CN"/>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Text Box 2"/>
          <p:cNvSpPr txBox="1">
            <a:spLocks noChangeArrowheads="1"/>
          </p:cNvSpPr>
          <p:nvPr/>
        </p:nvSpPr>
        <p:spPr bwMode="auto">
          <a:xfrm>
            <a:off x="288925" y="31750"/>
            <a:ext cx="3187700" cy="457200"/>
          </a:xfrm>
          <a:prstGeom prst="rect">
            <a:avLst/>
          </a:prstGeom>
          <a:noFill/>
          <a:ln w="9525">
            <a:noFill/>
            <a:miter lim="800000"/>
          </a:ln>
        </p:spPr>
        <p:txBody>
          <a:bodyPr wrap="none">
            <a:spAutoFit/>
          </a:bodyPr>
          <a:lstStyle/>
          <a:p>
            <a:r>
              <a:rPr lang="zh-CN" altLang="en-US">
                <a:latin typeface="宋体" pitchFamily="2" charset="-122"/>
              </a:rPr>
              <a:t>例①：</a:t>
            </a:r>
            <a:r>
              <a:rPr lang="en-US" altLang="zh-CN">
                <a:latin typeface="宋体" pitchFamily="2" charset="-122"/>
              </a:rPr>
              <a:t>2PL</a:t>
            </a:r>
            <a:r>
              <a:rPr lang="zh-CN" altLang="en-US">
                <a:latin typeface="宋体" pitchFamily="2" charset="-122"/>
              </a:rPr>
              <a:t>可串行调度</a:t>
            </a:r>
            <a:r>
              <a:rPr lang="zh-CN" altLang="en-US"/>
              <a:t> </a:t>
            </a:r>
            <a:endParaRPr lang="zh-CN" altLang="en-US"/>
          </a:p>
        </p:txBody>
      </p:sp>
      <p:graphicFrame>
        <p:nvGraphicFramePr>
          <p:cNvPr id="16386" name="Object 0"/>
          <p:cNvGraphicFramePr>
            <a:graphicFrameLocks noChangeAspect="1"/>
          </p:cNvGraphicFramePr>
          <p:nvPr/>
        </p:nvGraphicFramePr>
        <p:xfrm>
          <a:off x="465138" y="609600"/>
          <a:ext cx="8402637" cy="4964113"/>
        </p:xfrm>
        <a:graphic>
          <a:graphicData uri="http://schemas.openxmlformats.org/presentationml/2006/ole">
            <mc:AlternateContent xmlns:mc="http://schemas.openxmlformats.org/markup-compatibility/2006">
              <mc:Choice xmlns:v="urn:schemas-microsoft-com:vml" Requires="v">
                <p:oleObj spid="_x0000_s31081" name="Document" r:id="rId1" imgW="8235950" imgH="4881245" progId="Word.Document.8">
                  <p:embed/>
                </p:oleObj>
              </mc:Choice>
              <mc:Fallback>
                <p:oleObj name="Document" r:id="rId1" imgW="8235950" imgH="4881245" progId="Word.Document.8">
                  <p:embed/>
                  <p:pic>
                    <p:nvPicPr>
                      <p:cNvPr id="0" name="Object 0"/>
                      <p:cNvPicPr>
                        <a:picLocks noChangeAspect="1" noChangeArrowheads="1"/>
                      </p:cNvPicPr>
                      <p:nvPr/>
                    </p:nvPicPr>
                    <p:blipFill>
                      <a:blip r:embed="rId2"/>
                      <a:srcRect/>
                      <a:stretch>
                        <a:fillRect/>
                      </a:stretch>
                    </p:blipFill>
                    <p:spPr bwMode="auto">
                      <a:xfrm>
                        <a:off x="465138" y="609600"/>
                        <a:ext cx="8402637" cy="49641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6388" name="Text Box 4"/>
          <p:cNvSpPr txBox="1">
            <a:spLocks noChangeArrowheads="1"/>
          </p:cNvSpPr>
          <p:nvPr/>
        </p:nvSpPr>
        <p:spPr bwMode="auto">
          <a:xfrm>
            <a:off x="0" y="6035675"/>
            <a:ext cx="8931275" cy="822325"/>
          </a:xfrm>
          <a:prstGeom prst="rect">
            <a:avLst/>
          </a:prstGeom>
          <a:noFill/>
          <a:ln w="9525">
            <a:noFill/>
            <a:miter lim="800000"/>
          </a:ln>
        </p:spPr>
        <p:txBody>
          <a:bodyPr>
            <a:spAutoFit/>
          </a:bodyPr>
          <a:lstStyle/>
          <a:p>
            <a:r>
              <a:rPr lang="en-US" altLang="zh-CN"/>
              <a:t>T</a:t>
            </a:r>
            <a:r>
              <a:rPr lang="en-US" altLang="zh-CN" baseline="-30000"/>
              <a:t>A</a:t>
            </a:r>
            <a:r>
              <a:rPr lang="zh-CN" altLang="en-US">
                <a:latin typeface="宋体" pitchFamily="2" charset="-122"/>
              </a:rPr>
              <a:t>、</a:t>
            </a:r>
            <a:r>
              <a:rPr lang="en-US" altLang="zh-CN"/>
              <a:t>T</a:t>
            </a:r>
            <a:r>
              <a:rPr lang="en-US" altLang="zh-CN" baseline="-30000"/>
              <a:t>B</a:t>
            </a:r>
            <a:r>
              <a:rPr lang="zh-CN" altLang="en-US">
                <a:latin typeface="宋体" pitchFamily="2" charset="-122"/>
              </a:rPr>
              <a:t>各自的所有申请获得锁均在释放之前，符合</a:t>
            </a:r>
            <a:r>
              <a:rPr lang="en-US" altLang="zh-CN"/>
              <a:t>2PL</a:t>
            </a:r>
            <a:r>
              <a:rPr lang="zh-CN" altLang="en-US">
                <a:latin typeface="宋体" pitchFamily="2" charset="-122"/>
              </a:rPr>
              <a:t>协议的可串行调度。</a:t>
            </a:r>
            <a:r>
              <a:rPr lang="zh-CN" altLang="en-US"/>
              <a:t> </a:t>
            </a:r>
            <a:endParaRPr lang="zh-CN" altLang="en-US"/>
          </a:p>
        </p:txBody>
      </p:sp>
      <p:sp>
        <p:nvSpPr>
          <p:cNvPr id="8" name="灯片编号占位符 7"/>
          <p:cNvSpPr>
            <a:spLocks noGrp="1"/>
          </p:cNvSpPr>
          <p:nvPr>
            <p:ph type="sldNum" sz="quarter" idx="12"/>
          </p:nvPr>
        </p:nvSpPr>
        <p:spPr/>
        <p:txBody>
          <a:bodyPr/>
          <a:lstStyle/>
          <a:p>
            <a:pPr>
              <a:defRPr/>
            </a:pPr>
            <a:fld id="{9141AF7F-BA7A-4E93-B35C-76096829B9DA}" type="slidenum">
              <a:rPr lang="en-US" altLang="zh-CN"/>
            </a:fld>
            <a:endParaRPr lang="en-US" altLang="zh-CN"/>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Text Box 2"/>
          <p:cNvSpPr txBox="1">
            <a:spLocks noChangeArrowheads="1"/>
          </p:cNvSpPr>
          <p:nvPr/>
        </p:nvSpPr>
        <p:spPr bwMode="auto">
          <a:xfrm>
            <a:off x="228600" y="163513"/>
            <a:ext cx="4300538" cy="457200"/>
          </a:xfrm>
          <a:prstGeom prst="rect">
            <a:avLst/>
          </a:prstGeom>
          <a:noFill/>
          <a:ln w="9525">
            <a:noFill/>
            <a:miter lim="800000"/>
          </a:ln>
        </p:spPr>
        <p:txBody>
          <a:bodyPr wrap="none">
            <a:spAutoFit/>
          </a:bodyPr>
          <a:lstStyle/>
          <a:p>
            <a:r>
              <a:rPr lang="zh-CN" altLang="en-US">
                <a:latin typeface="宋体" pitchFamily="2" charset="-122"/>
              </a:rPr>
              <a:t>例②</a:t>
            </a:r>
            <a:r>
              <a:rPr lang="zh-CN" altLang="en-US"/>
              <a:t> </a:t>
            </a:r>
            <a:r>
              <a:rPr lang="zh-CN" altLang="en-US">
                <a:latin typeface="宋体" pitchFamily="2" charset="-122"/>
              </a:rPr>
              <a:t>不符合</a:t>
            </a:r>
            <a:r>
              <a:rPr lang="en-US" altLang="zh-CN"/>
              <a:t>2PL</a:t>
            </a:r>
            <a:r>
              <a:rPr lang="zh-CN" altLang="en-US">
                <a:latin typeface="宋体" pitchFamily="2" charset="-122"/>
              </a:rPr>
              <a:t>可串行化调度</a:t>
            </a:r>
            <a:r>
              <a:rPr lang="zh-CN" altLang="en-US"/>
              <a:t> </a:t>
            </a:r>
            <a:endParaRPr lang="zh-CN" altLang="en-US"/>
          </a:p>
        </p:txBody>
      </p:sp>
      <p:graphicFrame>
        <p:nvGraphicFramePr>
          <p:cNvPr id="17410" name="Object 0"/>
          <p:cNvGraphicFramePr>
            <a:graphicFrameLocks noChangeAspect="1"/>
          </p:cNvGraphicFramePr>
          <p:nvPr/>
        </p:nvGraphicFramePr>
        <p:xfrm>
          <a:off x="465138" y="769938"/>
          <a:ext cx="8388350" cy="6791325"/>
        </p:xfrm>
        <a:graphic>
          <a:graphicData uri="http://schemas.openxmlformats.org/presentationml/2006/ole">
            <mc:AlternateContent xmlns:mc="http://schemas.openxmlformats.org/markup-compatibility/2006">
              <mc:Choice xmlns:v="urn:schemas-microsoft-com:vml" Requires="v">
                <p:oleObj spid="_x0000_s31081" name="Document" r:id="rId1" imgW="6803390" imgH="5521325" progId="Word.Document.8">
                  <p:embed/>
                </p:oleObj>
              </mc:Choice>
              <mc:Fallback>
                <p:oleObj name="Document" r:id="rId1" imgW="6803390" imgH="5521325" progId="Word.Document.8">
                  <p:embed/>
                  <p:pic>
                    <p:nvPicPr>
                      <p:cNvPr id="0" name="Object 0"/>
                      <p:cNvPicPr>
                        <a:picLocks noChangeAspect="1" noChangeArrowheads="1"/>
                      </p:cNvPicPr>
                      <p:nvPr/>
                    </p:nvPicPr>
                    <p:blipFill>
                      <a:blip r:embed="rId2"/>
                      <a:srcRect/>
                      <a:stretch>
                        <a:fillRect/>
                      </a:stretch>
                    </p:blipFill>
                    <p:spPr bwMode="auto">
                      <a:xfrm>
                        <a:off x="465138" y="769938"/>
                        <a:ext cx="8388350" cy="67913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灯片编号占位符 6"/>
          <p:cNvSpPr>
            <a:spLocks noGrp="1"/>
          </p:cNvSpPr>
          <p:nvPr>
            <p:ph type="sldNum" sz="quarter" idx="12"/>
          </p:nvPr>
        </p:nvSpPr>
        <p:spPr/>
        <p:txBody>
          <a:bodyPr/>
          <a:lstStyle/>
          <a:p>
            <a:pPr>
              <a:defRPr/>
            </a:pPr>
            <a:fld id="{219D4398-A7A4-4605-B32D-7019F7576F93}" type="slidenum">
              <a:rPr lang="en-US" altLang="zh-CN"/>
            </a:fld>
            <a:endParaRPr lang="en-US" altLang="zh-CN"/>
          </a:p>
        </p:txBody>
      </p:sp>
      <p:sp>
        <p:nvSpPr>
          <p:cNvPr id="2" name="椭圆 1"/>
          <p:cNvSpPr/>
          <p:nvPr/>
        </p:nvSpPr>
        <p:spPr>
          <a:xfrm>
            <a:off x="2123728" y="2420888"/>
            <a:ext cx="1728192" cy="576064"/>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Text Box 2"/>
          <p:cNvSpPr txBox="1">
            <a:spLocks noChangeArrowheads="1"/>
          </p:cNvSpPr>
          <p:nvPr/>
        </p:nvSpPr>
        <p:spPr bwMode="auto">
          <a:xfrm>
            <a:off x="467544" y="749300"/>
            <a:ext cx="8352928" cy="2677656"/>
          </a:xfrm>
          <a:prstGeom prst="rect">
            <a:avLst/>
          </a:prstGeom>
          <a:noFill/>
          <a:ln w="9525">
            <a:noFill/>
            <a:miter lim="800000"/>
          </a:ln>
        </p:spPr>
        <p:txBody>
          <a:bodyPr wrap="square">
            <a:spAutoFit/>
          </a:bodyPr>
          <a:lstStyle/>
          <a:p>
            <a:r>
              <a:rPr lang="zh-CN" altLang="en-US" dirty="0">
                <a:latin typeface="Times New Roman" panose="02020503050405090304" pitchFamily="18" charset="0"/>
              </a:rPr>
              <a:t>显然不符合</a:t>
            </a:r>
            <a:r>
              <a:rPr lang="en-US" altLang="zh-CN" dirty="0"/>
              <a:t>2PL</a:t>
            </a:r>
            <a:r>
              <a:rPr lang="zh-CN" altLang="en-US" dirty="0">
                <a:latin typeface="Times New Roman" panose="02020503050405090304" pitchFamily="18" charset="0"/>
              </a:rPr>
              <a:t>协议</a:t>
            </a:r>
            <a:endParaRPr lang="zh-CN" altLang="en-US" dirty="0"/>
          </a:p>
          <a:p>
            <a:r>
              <a:rPr lang="zh-CN" altLang="en-US" dirty="0">
                <a:latin typeface="Times New Roman" panose="02020503050405090304" pitchFamily="18" charset="0"/>
              </a:rPr>
              <a:t>结果</a:t>
            </a:r>
            <a:r>
              <a:rPr lang="en-US" altLang="zh-CN" dirty="0"/>
              <a:t>A=3</a:t>
            </a:r>
            <a:r>
              <a:rPr lang="zh-CN" altLang="en-US" dirty="0">
                <a:latin typeface="Times New Roman" panose="02020503050405090304" pitchFamily="18" charset="0"/>
              </a:rPr>
              <a:t>，</a:t>
            </a:r>
            <a:r>
              <a:rPr lang="en-US" altLang="zh-CN" dirty="0"/>
              <a:t>B=4</a:t>
            </a:r>
            <a:endParaRPr lang="en-US" altLang="zh-CN" dirty="0"/>
          </a:p>
          <a:p>
            <a:r>
              <a:rPr lang="zh-CN" altLang="en-US" dirty="0">
                <a:latin typeface="Times New Roman" panose="02020503050405090304" pitchFamily="18" charset="0"/>
              </a:rPr>
              <a:t>可串行化调度。</a:t>
            </a:r>
            <a:endParaRPr lang="zh-CN" altLang="en-US" dirty="0"/>
          </a:p>
          <a:p>
            <a:endParaRPr lang="zh-CN" altLang="en-US" dirty="0"/>
          </a:p>
          <a:p>
            <a:r>
              <a:rPr lang="en-US" altLang="zh-CN" dirty="0"/>
              <a:t>6</a:t>
            </a:r>
            <a:r>
              <a:rPr lang="zh-CN" altLang="en-US" dirty="0">
                <a:latin typeface="Times New Roman" panose="02020503050405090304" pitchFamily="18" charset="0"/>
              </a:rPr>
              <a:t>）</a:t>
            </a:r>
            <a:r>
              <a:rPr lang="en-US" altLang="zh-CN" dirty="0"/>
              <a:t>2PL</a:t>
            </a:r>
            <a:r>
              <a:rPr lang="zh-CN" altLang="en-US" dirty="0">
                <a:latin typeface="Times New Roman" panose="02020503050405090304" pitchFamily="18" charset="0"/>
              </a:rPr>
              <a:t>类型</a:t>
            </a:r>
            <a:endParaRPr lang="en-US" altLang="zh-CN" dirty="0">
              <a:latin typeface="Times New Roman" panose="02020503050405090304" pitchFamily="18" charset="0"/>
            </a:endParaRPr>
          </a:p>
          <a:p>
            <a:r>
              <a:rPr lang="zh-CN" altLang="en-US" b="1" dirty="0">
                <a:latin typeface="微软雅黑" charset="-122"/>
                <a:ea typeface="微软雅黑" charset="-122"/>
              </a:rPr>
              <a:t>问题：</a:t>
            </a:r>
            <a:r>
              <a:rPr lang="zh-CN" altLang="en-US" spc="-210" dirty="0">
                <a:latin typeface="Palatino Linotype" panose="02040502050505030304"/>
              </a:rPr>
              <a:t>可</a:t>
            </a:r>
            <a:r>
              <a:rPr lang="zh-CN" altLang="en-US" spc="-210" dirty="0">
                <a:latin typeface="Palatino Linotype" panose="02040502050505030304"/>
                <a:cs typeface="Palatino Linotype" panose="02040502050505030304"/>
              </a:rPr>
              <a:t>能存在</a:t>
            </a:r>
            <a:r>
              <a:rPr lang="zh-CN" altLang="en-US" spc="-90" dirty="0">
                <a:latin typeface="Palatino Linotype" panose="02040502050505030304"/>
                <a:cs typeface="Palatino Linotype" panose="02040502050505030304"/>
              </a:rPr>
              <a:t> </a:t>
            </a:r>
            <a:r>
              <a:rPr lang="zh-CN" altLang="en-US" spc="-140" dirty="0">
                <a:latin typeface="Palatino Linotype" panose="02040502050505030304"/>
                <a:cs typeface="Palatino Linotype" panose="02040502050505030304"/>
              </a:rPr>
              <a:t>“脏读”</a:t>
            </a:r>
            <a:endParaRPr lang="en-US" altLang="zh-CN" spc="-150" dirty="0">
              <a:latin typeface="Palatino Linotype" panose="02040502050505030304"/>
              <a:cs typeface="Palatino Linotype" panose="02040502050505030304"/>
            </a:endParaRPr>
          </a:p>
          <a:p>
            <a:r>
              <a:rPr lang="zh-CN" altLang="en-US" dirty="0">
                <a:latin typeface="Times New Roman" panose="02020503050405090304"/>
                <a:cs typeface="Times New Roman" panose="02020503050405090304"/>
              </a:rPr>
              <a:t>→</a:t>
            </a:r>
            <a:r>
              <a:rPr lang="zh-CN" altLang="en-US" spc="195" dirty="0">
                <a:latin typeface="Times New Roman" panose="02020503050405090304"/>
                <a:cs typeface="Times New Roman" panose="02020503050405090304"/>
              </a:rPr>
              <a:t> 解决方法</a:t>
            </a:r>
            <a:r>
              <a:rPr lang="en-US" altLang="zh-CN" spc="-75" dirty="0">
                <a:latin typeface="Palatino Linotype" panose="02040502050505030304"/>
                <a:cs typeface="Palatino Linotype" panose="02040502050505030304"/>
              </a:rPr>
              <a:t>:</a:t>
            </a:r>
            <a:r>
              <a:rPr lang="zh-CN" altLang="en-US" spc="-50" dirty="0">
                <a:latin typeface="Palatino Linotype" panose="02040502050505030304"/>
                <a:cs typeface="Palatino Linotype" panose="02040502050505030304"/>
              </a:rPr>
              <a:t> 强严格</a:t>
            </a:r>
            <a:r>
              <a:rPr lang="en-US" altLang="zh-CN" spc="-50" dirty="0">
                <a:latin typeface="Palatino Linotype" panose="02040502050505030304"/>
                <a:cs typeface="Palatino Linotype" panose="02040502050505030304"/>
              </a:rPr>
              <a:t>2PL</a:t>
            </a:r>
            <a:r>
              <a:rPr lang="zh-CN" altLang="en-US" spc="-50" dirty="0">
                <a:latin typeface="Palatino Linotype" panose="02040502050505030304"/>
                <a:cs typeface="Palatino Linotype" panose="02040502050505030304"/>
              </a:rPr>
              <a:t>（</a:t>
            </a:r>
            <a:r>
              <a:rPr lang="en-US" altLang="zh-CN" spc="-5" dirty="0">
                <a:latin typeface="Times New Roman" panose="02020503050405090304"/>
                <a:cs typeface="Times New Roman" panose="02020503050405090304"/>
              </a:rPr>
              <a:t>Strong</a:t>
            </a:r>
            <a:r>
              <a:rPr lang="en-US" altLang="zh-CN" spc="-105" dirty="0">
                <a:latin typeface="Times New Roman" panose="02020503050405090304"/>
                <a:cs typeface="Times New Roman" panose="02020503050405090304"/>
              </a:rPr>
              <a:t> </a:t>
            </a:r>
            <a:r>
              <a:rPr lang="en-US" altLang="zh-CN" spc="10" dirty="0">
                <a:latin typeface="Times New Roman" panose="02020503050405090304"/>
                <a:cs typeface="Times New Roman" panose="02020503050405090304"/>
              </a:rPr>
              <a:t>Strict</a:t>
            </a:r>
            <a:r>
              <a:rPr lang="en-US" altLang="zh-CN" spc="-125" dirty="0">
                <a:latin typeface="Times New Roman" panose="02020503050405090304"/>
                <a:cs typeface="Times New Roman" panose="02020503050405090304"/>
              </a:rPr>
              <a:t> </a:t>
            </a:r>
            <a:r>
              <a:rPr lang="en-US" altLang="zh-CN" spc="-80" dirty="0">
                <a:latin typeface="Times New Roman" panose="02020503050405090304"/>
                <a:cs typeface="Times New Roman" panose="02020503050405090304"/>
              </a:rPr>
              <a:t>2</a:t>
            </a:r>
            <a:r>
              <a:rPr lang="en-US" altLang="zh-CN" spc="-110" dirty="0">
                <a:latin typeface="Times New Roman" panose="02020503050405090304"/>
                <a:cs typeface="Times New Roman" panose="02020503050405090304"/>
              </a:rPr>
              <a:t>P</a:t>
            </a:r>
            <a:r>
              <a:rPr lang="en-US" altLang="zh-CN" spc="-165" dirty="0">
                <a:latin typeface="Times New Roman" panose="02020503050405090304"/>
                <a:cs typeface="Times New Roman" panose="02020503050405090304"/>
              </a:rPr>
              <a:t>L</a:t>
            </a:r>
            <a:r>
              <a:rPr lang="zh-CN" altLang="en-US" spc="-165" dirty="0">
                <a:latin typeface="Times New Roman" panose="02020503050405090304"/>
                <a:cs typeface="Times New Roman" panose="02020503050405090304"/>
              </a:rPr>
              <a:t>，</a:t>
            </a:r>
            <a:r>
              <a:rPr lang="en-US" altLang="zh-CN" spc="-165" dirty="0">
                <a:latin typeface="Times New Roman" panose="02020503050405090304"/>
                <a:cs typeface="Times New Roman" panose="02020503050405090304"/>
              </a:rPr>
              <a:t>SS2PL</a:t>
            </a:r>
            <a:r>
              <a:rPr lang="zh-CN" altLang="en-US" spc="-165" dirty="0">
                <a:latin typeface="Times New Roman" panose="02020503050405090304"/>
                <a:cs typeface="Times New Roman" panose="02020503050405090304"/>
              </a:rPr>
              <a:t>）</a:t>
            </a:r>
            <a:r>
              <a:rPr lang="en-US" altLang="zh-CN" spc="-114" dirty="0">
                <a:latin typeface="Times New Roman" panose="02020503050405090304"/>
                <a:cs typeface="Times New Roman" panose="02020503050405090304"/>
              </a:rPr>
              <a:t>)</a:t>
            </a:r>
            <a:endParaRPr lang="en-US" altLang="zh-CN" dirty="0">
              <a:latin typeface="Times New Roman" panose="02020503050405090304"/>
              <a:cs typeface="Times New Roman" panose="02020503050405090304"/>
            </a:endParaRPr>
          </a:p>
        </p:txBody>
      </p:sp>
      <p:sp>
        <p:nvSpPr>
          <p:cNvPr id="6" name="灯片编号占位符 5"/>
          <p:cNvSpPr>
            <a:spLocks noGrp="1"/>
          </p:cNvSpPr>
          <p:nvPr>
            <p:ph type="sldNum" sz="quarter" idx="12"/>
          </p:nvPr>
        </p:nvSpPr>
        <p:spPr/>
        <p:txBody>
          <a:bodyPr/>
          <a:lstStyle/>
          <a:p>
            <a:pPr>
              <a:defRPr/>
            </a:pPr>
            <a:fld id="{9A7F2625-1D9E-424B-A532-E272D0A3FDBA}" type="slidenum">
              <a:rPr lang="en-US" altLang="zh-CN"/>
            </a:fld>
            <a:endParaRPr lang="en-US" altLang="zh-CN" dirty="0"/>
          </a:p>
        </p:txBody>
      </p:sp>
      <p:sp>
        <p:nvSpPr>
          <p:cNvPr id="2" name="对话气泡: 圆角矩形 1"/>
          <p:cNvSpPr/>
          <p:nvPr/>
        </p:nvSpPr>
        <p:spPr>
          <a:xfrm>
            <a:off x="4355976" y="2348880"/>
            <a:ext cx="2880320" cy="504056"/>
          </a:xfrm>
          <a:prstGeom prst="wedgeRoundRectCallout">
            <a:avLst>
              <a:gd name="adj1" fmla="val -64908"/>
              <a:gd name="adj2" fmla="val 43662"/>
              <a:gd name="adj3" fmla="val 16667"/>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dirty="0"/>
              <a:t>对方提前释放锁了</a:t>
            </a:r>
            <a:endParaRPr lang="zh-CN" altLang="en-US"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object 2"/>
          <p:cNvSpPr/>
          <p:nvPr/>
        </p:nvSpPr>
        <p:spPr bwMode="auto">
          <a:xfrm>
            <a:off x="1878013" y="1096963"/>
            <a:ext cx="5486400" cy="0"/>
          </a:xfrm>
          <a:custGeom>
            <a:avLst/>
            <a:gdLst>
              <a:gd name="T0" fmla="*/ 0 w 5486400"/>
              <a:gd name="T1" fmla="*/ 5486400 w 5486400"/>
              <a:gd name="T2" fmla="*/ 0 60000 65536"/>
              <a:gd name="T3" fmla="*/ 0 60000 65536"/>
            </a:gdLst>
            <a:ahLst/>
            <a:cxnLst>
              <a:cxn ang="T2">
                <a:pos x="T0" y="0"/>
              </a:cxn>
              <a:cxn ang="T3">
                <a:pos x="T1" y="0"/>
              </a:cxn>
            </a:cxnLst>
            <a:rect l="0" t="0" r="r" b="b"/>
            <a:pathLst>
              <a:path w="5486400">
                <a:moveTo>
                  <a:pt x="0" y="0"/>
                </a:moveTo>
                <a:lnTo>
                  <a:pt x="5486400" y="0"/>
                </a:lnTo>
              </a:path>
            </a:pathLst>
          </a:custGeom>
          <a:noFill/>
          <a:ln w="18287">
            <a:solidFill>
              <a:srgbClr val="BEBEBE"/>
            </a:solidFill>
            <a:round/>
          </a:ln>
          <a:extLst>
            <a:ext uri="{909E8E84-426E-40DD-AFC4-6F175D3DCCD1}">
              <a14:hiddenFill xmlns:a14="http://schemas.microsoft.com/office/drawing/2010/main">
                <a:solidFill>
                  <a:srgbClr val="FFFFFF"/>
                </a:solidFill>
              </a14:hiddenFill>
            </a:ext>
          </a:extLst>
        </p:spPr>
        <p:txBody>
          <a:bodyPr lIns="0" tIns="0" rIns="0" bIns="0"/>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prstClr val="black"/>
              </a:solidFill>
              <a:effectLst/>
              <a:uLnTx/>
              <a:uFillTx/>
              <a:latin typeface="Verdana" panose="020B0804030504040204" pitchFamily="34" charset="0"/>
              <a:ea typeface="宋体" pitchFamily="2" charset="-122"/>
              <a:cs typeface="+mn-cs"/>
            </a:endParaRPr>
          </a:p>
        </p:txBody>
      </p:sp>
      <p:sp>
        <p:nvSpPr>
          <p:cNvPr id="3" name="object 3"/>
          <p:cNvSpPr txBox="1">
            <a:spLocks noGrp="1"/>
          </p:cNvSpPr>
          <p:nvPr>
            <p:ph type="title"/>
          </p:nvPr>
        </p:nvSpPr>
        <p:spPr>
          <a:xfrm>
            <a:off x="898525" y="344488"/>
            <a:ext cx="7426325" cy="554037"/>
          </a:xfrm>
        </p:spPr>
        <p:txBody>
          <a:bodyPr tIns="0" rtlCol="0">
            <a:spAutoFit/>
          </a:bodyPr>
          <a:lstStyle/>
          <a:p>
            <a:pPr marL="12700">
              <a:tabLst>
                <a:tab pos="1725930" algn="l"/>
                <a:tab pos="3207385" algn="l"/>
              </a:tabLst>
              <a:defRPr/>
            </a:pPr>
            <a:r>
              <a:rPr lang="zh-CN" altLang="en-US" spc="5" dirty="0"/>
              <a:t>强严格</a:t>
            </a:r>
            <a:r>
              <a:rPr lang="en-US" altLang="zh-CN" spc="5" dirty="0"/>
              <a:t>2PL</a:t>
            </a:r>
            <a:endParaRPr spc="5" dirty="0"/>
          </a:p>
        </p:txBody>
      </p:sp>
      <p:sp>
        <p:nvSpPr>
          <p:cNvPr id="123909" name="object 4"/>
          <p:cNvSpPr/>
          <p:nvPr/>
        </p:nvSpPr>
        <p:spPr bwMode="auto">
          <a:xfrm>
            <a:off x="2857500" y="5353050"/>
            <a:ext cx="3314700" cy="647700"/>
          </a:xfrm>
          <a:custGeom>
            <a:avLst/>
            <a:gdLst>
              <a:gd name="T0" fmla="*/ 2990850 w 3314700"/>
              <a:gd name="T1" fmla="*/ 0 h 647700"/>
              <a:gd name="T2" fmla="*/ 2990850 w 3314700"/>
              <a:gd name="T3" fmla="*/ 161925 h 647700"/>
              <a:gd name="T4" fmla="*/ 0 w 3314700"/>
              <a:gd name="T5" fmla="*/ 161925 h 647700"/>
              <a:gd name="T6" fmla="*/ 0 w 3314700"/>
              <a:gd name="T7" fmla="*/ 485775 h 647700"/>
              <a:gd name="T8" fmla="*/ 2990850 w 3314700"/>
              <a:gd name="T9" fmla="*/ 485775 h 647700"/>
              <a:gd name="T10" fmla="*/ 2990850 w 3314700"/>
              <a:gd name="T11" fmla="*/ 647699 h 647700"/>
              <a:gd name="T12" fmla="*/ 3314700 w 3314700"/>
              <a:gd name="T13" fmla="*/ 323850 h 647700"/>
              <a:gd name="T14" fmla="*/ 2990850 w 3314700"/>
              <a:gd name="T15" fmla="*/ 0 h 64770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314700" h="647700">
                <a:moveTo>
                  <a:pt x="2990850" y="0"/>
                </a:moveTo>
                <a:lnTo>
                  <a:pt x="2990850" y="161925"/>
                </a:lnTo>
                <a:lnTo>
                  <a:pt x="0" y="161925"/>
                </a:lnTo>
                <a:lnTo>
                  <a:pt x="0" y="485775"/>
                </a:lnTo>
                <a:lnTo>
                  <a:pt x="2990850" y="485775"/>
                </a:lnTo>
                <a:lnTo>
                  <a:pt x="2990850" y="647699"/>
                </a:lnTo>
                <a:lnTo>
                  <a:pt x="3314700" y="323850"/>
                </a:lnTo>
                <a:lnTo>
                  <a:pt x="2990850" y="0"/>
                </a:lnTo>
                <a:close/>
              </a:path>
            </a:pathLst>
          </a:custGeom>
          <a:solidFill>
            <a:srgbClr val="EE3D42"/>
          </a:solidFill>
          <a:ln>
            <a:noFill/>
          </a:ln>
          <a:extLst>
            <a:ext uri="{91240B29-F687-4F45-9708-019B960494DF}">
              <a14:hiddenLine xmlns:a14="http://schemas.microsoft.com/office/drawing/2010/main" w="9525">
                <a:solidFill>
                  <a:srgbClr val="000000"/>
                </a:solidFill>
                <a:round/>
              </a14:hiddenLine>
            </a:ext>
          </a:extLst>
        </p:spPr>
        <p:txBody>
          <a:bodyPr lIns="0" tIns="0" rIns="0" bIns="0"/>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prstClr val="black"/>
              </a:solidFill>
              <a:effectLst/>
              <a:uLnTx/>
              <a:uFillTx/>
              <a:latin typeface="Verdana" panose="020B0804030504040204" pitchFamily="34" charset="0"/>
              <a:ea typeface="宋体" pitchFamily="2" charset="-122"/>
              <a:cs typeface="+mn-cs"/>
            </a:endParaRPr>
          </a:p>
        </p:txBody>
      </p:sp>
      <p:sp>
        <p:nvSpPr>
          <p:cNvPr id="123910" name="object 5"/>
          <p:cNvSpPr/>
          <p:nvPr/>
        </p:nvSpPr>
        <p:spPr bwMode="auto">
          <a:xfrm>
            <a:off x="7396163" y="3069222"/>
            <a:ext cx="147637" cy="0"/>
          </a:xfrm>
          <a:custGeom>
            <a:avLst/>
            <a:gdLst>
              <a:gd name="T0" fmla="*/ 0 w 147320"/>
              <a:gd name="T1" fmla="*/ 150261 w 147320"/>
              <a:gd name="T2" fmla="*/ 0 60000 65536"/>
              <a:gd name="T3" fmla="*/ 0 60000 65536"/>
            </a:gdLst>
            <a:ahLst/>
            <a:cxnLst>
              <a:cxn ang="T2">
                <a:pos x="T0" y="0"/>
              </a:cxn>
              <a:cxn ang="T3">
                <a:pos x="T1" y="0"/>
              </a:cxn>
            </a:cxnLst>
            <a:rect l="0" t="0" r="r" b="b"/>
            <a:pathLst>
              <a:path w="147320">
                <a:moveTo>
                  <a:pt x="0" y="0"/>
                </a:moveTo>
                <a:lnTo>
                  <a:pt x="147066" y="0"/>
                </a:lnTo>
              </a:path>
            </a:pathLst>
          </a:custGeom>
          <a:noFill/>
          <a:ln w="9525">
            <a:solidFill>
              <a:srgbClr val="A6A6A6"/>
            </a:solidFill>
            <a:round/>
          </a:ln>
          <a:extLst>
            <a:ext uri="{909E8E84-426E-40DD-AFC4-6F175D3DCCD1}">
              <a14:hiddenFill xmlns:a14="http://schemas.microsoft.com/office/drawing/2010/main">
                <a:solidFill>
                  <a:srgbClr val="FFFFFF"/>
                </a:solidFill>
              </a14:hiddenFill>
            </a:ext>
          </a:extLst>
        </p:spPr>
        <p:txBody>
          <a:bodyPr lIns="0" tIns="0" rIns="0" bIns="0"/>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prstClr val="black"/>
              </a:solidFill>
              <a:effectLst/>
              <a:uLnTx/>
              <a:uFillTx/>
              <a:latin typeface="Verdana" panose="020B0804030504040204" pitchFamily="34" charset="0"/>
              <a:ea typeface="宋体" pitchFamily="2" charset="-122"/>
              <a:cs typeface="+mn-cs"/>
            </a:endParaRPr>
          </a:p>
        </p:txBody>
      </p:sp>
      <p:sp>
        <p:nvSpPr>
          <p:cNvPr id="123911" name="object 6"/>
          <p:cNvSpPr/>
          <p:nvPr/>
        </p:nvSpPr>
        <p:spPr bwMode="auto">
          <a:xfrm>
            <a:off x="1646238" y="4040188"/>
            <a:ext cx="2935287" cy="0"/>
          </a:xfrm>
          <a:custGeom>
            <a:avLst/>
            <a:gdLst>
              <a:gd name="T0" fmla="*/ 0 w 2935604"/>
              <a:gd name="T1" fmla="*/ 2932054 w 2935604"/>
              <a:gd name="T2" fmla="*/ 0 60000 65536"/>
              <a:gd name="T3" fmla="*/ 0 60000 65536"/>
            </a:gdLst>
            <a:ahLst/>
            <a:cxnLst>
              <a:cxn ang="T2">
                <a:pos x="T0" y="0"/>
              </a:cxn>
              <a:cxn ang="T3">
                <a:pos x="T1" y="0"/>
              </a:cxn>
            </a:cxnLst>
            <a:rect l="0" t="0" r="r" b="b"/>
            <a:pathLst>
              <a:path w="2935604">
                <a:moveTo>
                  <a:pt x="0" y="0"/>
                </a:moveTo>
                <a:lnTo>
                  <a:pt x="2935224" y="0"/>
                </a:lnTo>
              </a:path>
            </a:pathLst>
          </a:custGeom>
          <a:noFill/>
          <a:ln w="9525">
            <a:solidFill>
              <a:srgbClr val="A6A6A6"/>
            </a:solidFill>
            <a:round/>
          </a:ln>
          <a:extLst>
            <a:ext uri="{909E8E84-426E-40DD-AFC4-6F175D3DCCD1}">
              <a14:hiddenFill xmlns:a14="http://schemas.microsoft.com/office/drawing/2010/main">
                <a:solidFill>
                  <a:srgbClr val="FFFFFF"/>
                </a:solidFill>
              </a14:hiddenFill>
            </a:ext>
          </a:extLst>
        </p:spPr>
        <p:txBody>
          <a:bodyPr lIns="0" tIns="0" rIns="0" bIns="0"/>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prstClr val="black"/>
              </a:solidFill>
              <a:effectLst/>
              <a:uLnTx/>
              <a:uFillTx/>
              <a:latin typeface="Verdana" panose="020B0804030504040204" pitchFamily="34" charset="0"/>
              <a:ea typeface="宋体" pitchFamily="2" charset="-122"/>
              <a:cs typeface="+mn-cs"/>
            </a:endParaRPr>
          </a:p>
        </p:txBody>
      </p:sp>
      <p:sp>
        <p:nvSpPr>
          <p:cNvPr id="123912" name="object 7"/>
          <p:cNvSpPr/>
          <p:nvPr/>
        </p:nvSpPr>
        <p:spPr bwMode="auto">
          <a:xfrm>
            <a:off x="1646238" y="3687763"/>
            <a:ext cx="5897562" cy="0"/>
          </a:xfrm>
          <a:custGeom>
            <a:avLst/>
            <a:gdLst>
              <a:gd name="T0" fmla="*/ 0 w 5897245"/>
              <a:gd name="T1" fmla="*/ 5900288 w 5897245"/>
              <a:gd name="T2" fmla="*/ 0 60000 65536"/>
              <a:gd name="T3" fmla="*/ 0 60000 65536"/>
            </a:gdLst>
            <a:ahLst/>
            <a:cxnLst>
              <a:cxn ang="T2">
                <a:pos x="T0" y="0"/>
              </a:cxn>
              <a:cxn ang="T3">
                <a:pos x="T1" y="0"/>
              </a:cxn>
            </a:cxnLst>
            <a:rect l="0" t="0" r="r" b="b"/>
            <a:pathLst>
              <a:path w="5897245">
                <a:moveTo>
                  <a:pt x="0" y="0"/>
                </a:moveTo>
                <a:lnTo>
                  <a:pt x="5897118" y="0"/>
                </a:lnTo>
              </a:path>
            </a:pathLst>
          </a:custGeom>
          <a:noFill/>
          <a:ln w="9525">
            <a:solidFill>
              <a:srgbClr val="A6A6A6"/>
            </a:solidFill>
            <a:round/>
          </a:ln>
          <a:extLst>
            <a:ext uri="{909E8E84-426E-40DD-AFC4-6F175D3DCCD1}">
              <a14:hiddenFill xmlns:a14="http://schemas.microsoft.com/office/drawing/2010/main">
                <a:solidFill>
                  <a:srgbClr val="FFFFFF"/>
                </a:solidFill>
              </a14:hiddenFill>
            </a:ext>
          </a:extLst>
        </p:spPr>
        <p:txBody>
          <a:bodyPr lIns="0" tIns="0" rIns="0" bIns="0"/>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prstClr val="black"/>
              </a:solidFill>
              <a:effectLst/>
              <a:uLnTx/>
              <a:uFillTx/>
              <a:latin typeface="Verdana" panose="020B0804030504040204" pitchFamily="34" charset="0"/>
              <a:ea typeface="宋体" pitchFamily="2" charset="-122"/>
              <a:cs typeface="+mn-cs"/>
            </a:endParaRPr>
          </a:p>
        </p:txBody>
      </p:sp>
      <p:sp>
        <p:nvSpPr>
          <p:cNvPr id="123913" name="object 8"/>
          <p:cNvSpPr/>
          <p:nvPr/>
        </p:nvSpPr>
        <p:spPr bwMode="auto">
          <a:xfrm>
            <a:off x="7396163" y="3775659"/>
            <a:ext cx="147637" cy="0"/>
          </a:xfrm>
          <a:custGeom>
            <a:avLst/>
            <a:gdLst>
              <a:gd name="T0" fmla="*/ 0 w 147320"/>
              <a:gd name="T1" fmla="*/ 150261 w 147320"/>
              <a:gd name="T2" fmla="*/ 0 60000 65536"/>
              <a:gd name="T3" fmla="*/ 0 60000 65536"/>
            </a:gdLst>
            <a:ahLst/>
            <a:cxnLst>
              <a:cxn ang="T2">
                <a:pos x="T0" y="0"/>
              </a:cxn>
              <a:cxn ang="T3">
                <a:pos x="T1" y="0"/>
              </a:cxn>
            </a:cxnLst>
            <a:rect l="0" t="0" r="r" b="b"/>
            <a:pathLst>
              <a:path w="147320">
                <a:moveTo>
                  <a:pt x="0" y="0"/>
                </a:moveTo>
                <a:lnTo>
                  <a:pt x="147066" y="0"/>
                </a:lnTo>
              </a:path>
            </a:pathLst>
          </a:custGeom>
          <a:noFill/>
          <a:ln w="9525">
            <a:solidFill>
              <a:srgbClr val="A6A6A6"/>
            </a:solidFill>
            <a:round/>
          </a:ln>
          <a:extLst>
            <a:ext uri="{909E8E84-426E-40DD-AFC4-6F175D3DCCD1}">
              <a14:hiddenFill xmlns:a14="http://schemas.microsoft.com/office/drawing/2010/main">
                <a:solidFill>
                  <a:srgbClr val="FFFFFF"/>
                </a:solidFill>
              </a14:hiddenFill>
            </a:ext>
          </a:extLst>
        </p:spPr>
        <p:txBody>
          <a:bodyPr lIns="0" tIns="0" rIns="0" bIns="0"/>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prstClr val="black"/>
              </a:solidFill>
              <a:effectLst/>
              <a:uLnTx/>
              <a:uFillTx/>
              <a:latin typeface="Verdana" panose="020B0804030504040204" pitchFamily="34" charset="0"/>
              <a:ea typeface="宋体" pitchFamily="2" charset="-122"/>
              <a:cs typeface="+mn-cs"/>
            </a:endParaRPr>
          </a:p>
        </p:txBody>
      </p:sp>
      <p:sp>
        <p:nvSpPr>
          <p:cNvPr id="123914" name="object 9"/>
          <p:cNvSpPr/>
          <p:nvPr/>
        </p:nvSpPr>
        <p:spPr bwMode="auto">
          <a:xfrm>
            <a:off x="1646238" y="4746625"/>
            <a:ext cx="2935287" cy="0"/>
          </a:xfrm>
          <a:custGeom>
            <a:avLst/>
            <a:gdLst>
              <a:gd name="T0" fmla="*/ 0 w 2935604"/>
              <a:gd name="T1" fmla="*/ 2932054 w 2935604"/>
              <a:gd name="T2" fmla="*/ 0 60000 65536"/>
              <a:gd name="T3" fmla="*/ 0 60000 65536"/>
            </a:gdLst>
            <a:ahLst/>
            <a:cxnLst>
              <a:cxn ang="T2">
                <a:pos x="T0" y="0"/>
              </a:cxn>
              <a:cxn ang="T3">
                <a:pos x="T1" y="0"/>
              </a:cxn>
            </a:cxnLst>
            <a:rect l="0" t="0" r="r" b="b"/>
            <a:pathLst>
              <a:path w="2935604">
                <a:moveTo>
                  <a:pt x="0" y="0"/>
                </a:moveTo>
                <a:lnTo>
                  <a:pt x="2935224" y="0"/>
                </a:lnTo>
              </a:path>
            </a:pathLst>
          </a:custGeom>
          <a:noFill/>
          <a:ln w="9525">
            <a:solidFill>
              <a:srgbClr val="A6A6A6"/>
            </a:solidFill>
            <a:round/>
          </a:ln>
          <a:extLst>
            <a:ext uri="{909E8E84-426E-40DD-AFC4-6F175D3DCCD1}">
              <a14:hiddenFill xmlns:a14="http://schemas.microsoft.com/office/drawing/2010/main">
                <a:solidFill>
                  <a:srgbClr val="FFFFFF"/>
                </a:solidFill>
              </a14:hiddenFill>
            </a:ext>
          </a:extLst>
        </p:spPr>
        <p:txBody>
          <a:bodyPr lIns="0" tIns="0" rIns="0" bIns="0"/>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prstClr val="black"/>
              </a:solidFill>
              <a:effectLst/>
              <a:uLnTx/>
              <a:uFillTx/>
              <a:latin typeface="Verdana" panose="020B0804030504040204" pitchFamily="34" charset="0"/>
              <a:ea typeface="宋体" pitchFamily="2" charset="-122"/>
              <a:cs typeface="+mn-cs"/>
            </a:endParaRPr>
          </a:p>
        </p:txBody>
      </p:sp>
      <p:sp>
        <p:nvSpPr>
          <p:cNvPr id="123915" name="object 10"/>
          <p:cNvSpPr/>
          <p:nvPr/>
        </p:nvSpPr>
        <p:spPr bwMode="auto">
          <a:xfrm>
            <a:off x="7396163" y="3421647"/>
            <a:ext cx="147637" cy="0"/>
          </a:xfrm>
          <a:custGeom>
            <a:avLst/>
            <a:gdLst>
              <a:gd name="T0" fmla="*/ 0 w 147320"/>
              <a:gd name="T1" fmla="*/ 150261 w 147320"/>
              <a:gd name="T2" fmla="*/ 0 60000 65536"/>
              <a:gd name="T3" fmla="*/ 0 60000 65536"/>
            </a:gdLst>
            <a:ahLst/>
            <a:cxnLst>
              <a:cxn ang="T2">
                <a:pos x="T0" y="0"/>
              </a:cxn>
              <a:cxn ang="T3">
                <a:pos x="T1" y="0"/>
              </a:cxn>
            </a:cxnLst>
            <a:rect l="0" t="0" r="r" b="b"/>
            <a:pathLst>
              <a:path w="147320">
                <a:moveTo>
                  <a:pt x="0" y="0"/>
                </a:moveTo>
                <a:lnTo>
                  <a:pt x="147066" y="0"/>
                </a:lnTo>
              </a:path>
            </a:pathLst>
          </a:custGeom>
          <a:noFill/>
          <a:ln w="9525">
            <a:solidFill>
              <a:srgbClr val="A6A6A6"/>
            </a:solidFill>
            <a:round/>
          </a:ln>
          <a:extLst>
            <a:ext uri="{909E8E84-426E-40DD-AFC4-6F175D3DCCD1}">
              <a14:hiddenFill xmlns:a14="http://schemas.microsoft.com/office/drawing/2010/main">
                <a:solidFill>
                  <a:srgbClr val="FFFFFF"/>
                </a:solidFill>
              </a14:hiddenFill>
            </a:ext>
          </a:extLst>
        </p:spPr>
        <p:txBody>
          <a:bodyPr lIns="0" tIns="0" rIns="0" bIns="0"/>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prstClr val="black"/>
              </a:solidFill>
              <a:effectLst/>
              <a:uLnTx/>
              <a:uFillTx/>
              <a:latin typeface="Verdana" panose="020B0804030504040204" pitchFamily="34" charset="0"/>
              <a:ea typeface="宋体" pitchFamily="2" charset="-122"/>
              <a:cs typeface="+mn-cs"/>
            </a:endParaRPr>
          </a:p>
        </p:txBody>
      </p:sp>
      <p:sp>
        <p:nvSpPr>
          <p:cNvPr id="123916" name="object 11"/>
          <p:cNvSpPr/>
          <p:nvPr/>
        </p:nvSpPr>
        <p:spPr bwMode="auto">
          <a:xfrm>
            <a:off x="1646238" y="4392613"/>
            <a:ext cx="2935287" cy="0"/>
          </a:xfrm>
          <a:custGeom>
            <a:avLst/>
            <a:gdLst>
              <a:gd name="T0" fmla="*/ 0 w 2935604"/>
              <a:gd name="T1" fmla="*/ 2932054 w 2935604"/>
              <a:gd name="T2" fmla="*/ 0 60000 65536"/>
              <a:gd name="T3" fmla="*/ 0 60000 65536"/>
            </a:gdLst>
            <a:ahLst/>
            <a:cxnLst>
              <a:cxn ang="T2">
                <a:pos x="T0" y="0"/>
              </a:cxn>
              <a:cxn ang="T3">
                <a:pos x="T1" y="0"/>
              </a:cxn>
            </a:cxnLst>
            <a:rect l="0" t="0" r="r" b="b"/>
            <a:pathLst>
              <a:path w="2935604">
                <a:moveTo>
                  <a:pt x="0" y="0"/>
                </a:moveTo>
                <a:lnTo>
                  <a:pt x="2935224" y="0"/>
                </a:lnTo>
              </a:path>
            </a:pathLst>
          </a:custGeom>
          <a:noFill/>
          <a:ln w="9525">
            <a:solidFill>
              <a:srgbClr val="A6A6A6"/>
            </a:solidFill>
            <a:round/>
          </a:ln>
          <a:extLst>
            <a:ext uri="{909E8E84-426E-40DD-AFC4-6F175D3DCCD1}">
              <a14:hiddenFill xmlns:a14="http://schemas.microsoft.com/office/drawing/2010/main">
                <a:solidFill>
                  <a:srgbClr val="FFFFFF"/>
                </a:solidFill>
              </a14:hiddenFill>
            </a:ext>
          </a:extLst>
        </p:spPr>
        <p:txBody>
          <a:bodyPr lIns="0" tIns="0" rIns="0" bIns="0"/>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prstClr val="black"/>
              </a:solidFill>
              <a:effectLst/>
              <a:uLnTx/>
              <a:uFillTx/>
              <a:latin typeface="Verdana" panose="020B0804030504040204" pitchFamily="34" charset="0"/>
              <a:ea typeface="宋体" pitchFamily="2" charset="-122"/>
              <a:cs typeface="+mn-cs"/>
            </a:endParaRPr>
          </a:p>
        </p:txBody>
      </p:sp>
      <p:sp>
        <p:nvSpPr>
          <p:cNvPr id="123917" name="object 12"/>
          <p:cNvSpPr/>
          <p:nvPr/>
        </p:nvSpPr>
        <p:spPr bwMode="auto">
          <a:xfrm>
            <a:off x="1646238" y="5100638"/>
            <a:ext cx="5897562" cy="0"/>
          </a:xfrm>
          <a:custGeom>
            <a:avLst/>
            <a:gdLst>
              <a:gd name="T0" fmla="*/ 0 w 5897245"/>
              <a:gd name="T1" fmla="*/ 5900288 w 5897245"/>
              <a:gd name="T2" fmla="*/ 0 60000 65536"/>
              <a:gd name="T3" fmla="*/ 0 60000 65536"/>
            </a:gdLst>
            <a:ahLst/>
            <a:cxnLst>
              <a:cxn ang="T2">
                <a:pos x="T0" y="0"/>
              </a:cxn>
              <a:cxn ang="T3">
                <a:pos x="T1" y="0"/>
              </a:cxn>
            </a:cxnLst>
            <a:rect l="0" t="0" r="r" b="b"/>
            <a:pathLst>
              <a:path w="5897245">
                <a:moveTo>
                  <a:pt x="0" y="0"/>
                </a:moveTo>
                <a:lnTo>
                  <a:pt x="5897118" y="0"/>
                </a:lnTo>
              </a:path>
            </a:pathLst>
          </a:custGeom>
          <a:noFill/>
          <a:ln w="9525">
            <a:solidFill>
              <a:srgbClr val="A6A6A6"/>
            </a:solidFill>
            <a:round/>
          </a:ln>
          <a:extLst>
            <a:ext uri="{909E8E84-426E-40DD-AFC4-6F175D3DCCD1}">
              <a14:hiddenFill xmlns:a14="http://schemas.microsoft.com/office/drawing/2010/main">
                <a:solidFill>
                  <a:srgbClr val="FFFFFF"/>
                </a:solidFill>
              </a14:hiddenFill>
            </a:ext>
          </a:extLst>
        </p:spPr>
        <p:txBody>
          <a:bodyPr lIns="0" tIns="0" rIns="0" bIns="0"/>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prstClr val="black"/>
              </a:solidFill>
              <a:effectLst/>
              <a:uLnTx/>
              <a:uFillTx/>
              <a:latin typeface="Verdana" panose="020B0804030504040204" pitchFamily="34" charset="0"/>
              <a:ea typeface="宋体" pitchFamily="2" charset="-122"/>
              <a:cs typeface="+mn-cs"/>
            </a:endParaRPr>
          </a:p>
        </p:txBody>
      </p:sp>
      <p:sp>
        <p:nvSpPr>
          <p:cNvPr id="123918" name="object 13"/>
          <p:cNvSpPr/>
          <p:nvPr/>
        </p:nvSpPr>
        <p:spPr bwMode="auto">
          <a:xfrm>
            <a:off x="1703388" y="3987800"/>
            <a:ext cx="2881312" cy="1092200"/>
          </a:xfrm>
          <a:custGeom>
            <a:avLst/>
            <a:gdLst>
              <a:gd name="T0" fmla="*/ 2889895 w 2880360"/>
              <a:gd name="T1" fmla="*/ 0 h 1092835"/>
              <a:gd name="T2" fmla="*/ 2168184 w 2880360"/>
              <a:gd name="T3" fmla="*/ 474247 h 1092835"/>
              <a:gd name="T4" fmla="*/ 1444946 w 2880360"/>
              <a:gd name="T5" fmla="*/ 746977 h 1092835"/>
              <a:gd name="T6" fmla="*/ 721708 w 2880360"/>
              <a:gd name="T7" fmla="*/ 950010 h 1092835"/>
              <a:gd name="T8" fmla="*/ 0 w 2880360"/>
              <a:gd name="T9" fmla="*/ 1086375 h 1092835"/>
              <a:gd name="T10" fmla="*/ 2889895 w 2880360"/>
              <a:gd name="T11" fmla="*/ 1086375 h 1092835"/>
              <a:gd name="T12" fmla="*/ 2889895 w 2880360"/>
              <a:gd name="T13" fmla="*/ 0 h 109283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880360" h="1092835">
                <a:moveTo>
                  <a:pt x="2880360" y="0"/>
                </a:moveTo>
                <a:lnTo>
                  <a:pt x="2161032" y="477012"/>
                </a:lnTo>
                <a:lnTo>
                  <a:pt x="1440180" y="751332"/>
                </a:lnTo>
                <a:lnTo>
                  <a:pt x="719328" y="955548"/>
                </a:lnTo>
                <a:lnTo>
                  <a:pt x="0" y="1092708"/>
                </a:lnTo>
                <a:lnTo>
                  <a:pt x="2880360" y="1092708"/>
                </a:lnTo>
                <a:lnTo>
                  <a:pt x="2880360" y="0"/>
                </a:lnTo>
                <a:close/>
              </a:path>
            </a:pathLst>
          </a:custGeom>
          <a:solidFill>
            <a:srgbClr val="464766"/>
          </a:solidFill>
          <a:ln>
            <a:noFill/>
          </a:ln>
          <a:extLst>
            <a:ext uri="{91240B29-F687-4F45-9708-019B960494DF}">
              <a14:hiddenLine xmlns:a14="http://schemas.microsoft.com/office/drawing/2010/main" w="9525">
                <a:solidFill>
                  <a:srgbClr val="000000"/>
                </a:solidFill>
                <a:round/>
              </a14:hiddenLine>
            </a:ext>
          </a:extLst>
        </p:spPr>
        <p:txBody>
          <a:bodyPr lIns="0" tIns="0" rIns="0" bIns="0"/>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prstClr val="black"/>
              </a:solidFill>
              <a:effectLst/>
              <a:uLnTx/>
              <a:uFillTx/>
              <a:latin typeface="Verdana" panose="020B0804030504040204" pitchFamily="34" charset="0"/>
              <a:ea typeface="宋体" pitchFamily="2" charset="-122"/>
              <a:cs typeface="+mn-cs"/>
            </a:endParaRPr>
          </a:p>
        </p:txBody>
      </p:sp>
      <p:sp>
        <p:nvSpPr>
          <p:cNvPr id="123919" name="object 14"/>
          <p:cNvSpPr/>
          <p:nvPr/>
        </p:nvSpPr>
        <p:spPr bwMode="auto">
          <a:xfrm>
            <a:off x="1703388" y="3713163"/>
            <a:ext cx="0" cy="1366837"/>
          </a:xfrm>
          <a:custGeom>
            <a:avLst/>
            <a:gdLst>
              <a:gd name="T0" fmla="*/ 1363861 h 1367154"/>
              <a:gd name="T1" fmla="*/ 0 h 1367154"/>
              <a:gd name="T2" fmla="*/ 0 60000 65536"/>
              <a:gd name="T3" fmla="*/ 0 60000 65536"/>
            </a:gdLst>
            <a:ahLst/>
            <a:cxnLst>
              <a:cxn ang="T2">
                <a:pos x="0" y="T0"/>
              </a:cxn>
              <a:cxn ang="T3">
                <a:pos x="0" y="T1"/>
              </a:cxn>
            </a:cxnLst>
            <a:rect l="0" t="0" r="r" b="b"/>
            <a:pathLst>
              <a:path h="1367154">
                <a:moveTo>
                  <a:pt x="0" y="1367028"/>
                </a:moveTo>
                <a:lnTo>
                  <a:pt x="0" y="0"/>
                </a:lnTo>
              </a:path>
            </a:pathLst>
          </a:custGeom>
          <a:noFill/>
          <a:ln w="9525">
            <a:solidFill>
              <a:srgbClr val="858585"/>
            </a:solidFill>
            <a:round/>
          </a:ln>
          <a:extLst>
            <a:ext uri="{909E8E84-426E-40DD-AFC4-6F175D3DCCD1}">
              <a14:hiddenFill xmlns:a14="http://schemas.microsoft.com/office/drawing/2010/main">
                <a:solidFill>
                  <a:srgbClr val="FFFFFF"/>
                </a:solidFill>
              </a14:hiddenFill>
            </a:ext>
          </a:extLst>
        </p:spPr>
        <p:txBody>
          <a:bodyPr lIns="0" tIns="0" rIns="0" bIns="0"/>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prstClr val="black"/>
              </a:solidFill>
              <a:effectLst/>
              <a:uLnTx/>
              <a:uFillTx/>
              <a:latin typeface="Verdana" panose="020B0804030504040204" pitchFamily="34" charset="0"/>
              <a:ea typeface="宋体" pitchFamily="2" charset="-122"/>
              <a:cs typeface="+mn-cs"/>
            </a:endParaRPr>
          </a:p>
        </p:txBody>
      </p:sp>
      <p:sp>
        <p:nvSpPr>
          <p:cNvPr id="123920" name="object 15"/>
          <p:cNvSpPr txBox="1">
            <a:spLocks noChangeArrowheads="1"/>
          </p:cNvSpPr>
          <p:nvPr/>
        </p:nvSpPr>
        <p:spPr bwMode="auto">
          <a:xfrm>
            <a:off x="1474788" y="1635125"/>
            <a:ext cx="7421562" cy="1446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12700">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itchFamily="2" charset="-122"/>
              </a:defRPr>
            </a:lvl5pPr>
            <a:lvl6pPr marL="2514600" indent="-228600" fontAlgn="base">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itchFamily="2" charset="-122"/>
              </a:defRPr>
            </a:lvl6pPr>
            <a:lvl7pPr marL="2971800" indent="-228600" fontAlgn="base">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itchFamily="2" charset="-122"/>
              </a:defRPr>
            </a:lvl7pPr>
            <a:lvl8pPr marL="3429000" indent="-228600" fontAlgn="base">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itchFamily="2" charset="-122"/>
              </a:defRPr>
            </a:lvl8pPr>
            <a:lvl9pPr marL="3886200" indent="-228600" fontAlgn="base">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itchFamily="2" charset="-122"/>
              </a:defRPr>
            </a:lvl9pPr>
          </a:lstStyle>
          <a:p>
            <a:pPr marL="12700" marR="0" lvl="0" indent="0" algn="l" defTabSz="914400" rtl="0" eaLnBrk="1" fontAlgn="base" latinLnBrk="0" hangingPunct="1">
              <a:lnSpc>
                <a:spcPts val="2590"/>
              </a:lnSpc>
              <a:spcBef>
                <a:spcPct val="0"/>
              </a:spcBef>
              <a:spcAft>
                <a:spcPct val="0"/>
              </a:spcAft>
              <a:buClrTx/>
              <a:buSzTx/>
              <a:buFontTx/>
              <a:buNone/>
              <a:defRPr/>
            </a:pPr>
            <a:r>
              <a:rPr kumimoji="1" lang="zh-CN" altLang="en-US" sz="2400" b="0" i="0" u="none" strike="noStrike" kern="1200" cap="none" spc="0" normalizeH="0" baseline="0" noProof="0" dirty="0">
                <a:ln>
                  <a:noFill/>
                </a:ln>
                <a:effectLst/>
                <a:uLnTx/>
                <a:uFillTx/>
                <a:latin typeface="Palatino Linotype" panose="02040502050505030304" pitchFamily="18" charset="0"/>
                <a:ea typeface="宋体" pitchFamily="2" charset="-122"/>
                <a:cs typeface="+mn-cs"/>
              </a:rPr>
              <a:t>扩展阶段后，事务不允许获得</a:t>
            </a:r>
            <a:r>
              <a:rPr kumimoji="1" lang="zh-CN" altLang="zh-CN" sz="2400" b="0" i="0" u="none" strike="noStrike" kern="1200" cap="none" spc="0" normalizeH="0" baseline="0" noProof="0" dirty="0">
                <a:ln>
                  <a:noFill/>
                </a:ln>
                <a:effectLst/>
                <a:uLnTx/>
                <a:uFillTx/>
                <a:latin typeface="Palatino Linotype" panose="02040502050505030304" pitchFamily="18" charset="0"/>
                <a:ea typeface="宋体" pitchFamily="2" charset="-122"/>
                <a:cs typeface="+mn-cs"/>
              </a:rPr>
              <a:t>/</a:t>
            </a:r>
            <a:r>
              <a:rPr kumimoji="1" lang="zh-CN" altLang="en-US" sz="2400" b="0" i="0" u="none" strike="noStrike" kern="1200" cap="none" spc="0" normalizeH="0" baseline="0" noProof="0" dirty="0">
                <a:ln>
                  <a:noFill/>
                </a:ln>
                <a:effectLst/>
                <a:uLnTx/>
                <a:uFillTx/>
                <a:latin typeface="Palatino Linotype" panose="02040502050505030304" pitchFamily="18" charset="0"/>
                <a:ea typeface="宋体" pitchFamily="2" charset="-122"/>
                <a:cs typeface="+mn-cs"/>
              </a:rPr>
              <a:t>更新锁。</a:t>
            </a:r>
            <a:endParaRPr kumimoji="1" lang="zh-CN" altLang="zh-CN" sz="2400" b="0" i="0" u="none" strike="noStrike" kern="1200" cap="none" spc="0" normalizeH="0" baseline="0" noProof="0" dirty="0">
              <a:ln>
                <a:noFill/>
              </a:ln>
              <a:effectLst/>
              <a:uLnTx/>
              <a:uFillTx/>
              <a:latin typeface="Palatino Linotype" panose="02040502050505030304" pitchFamily="18" charset="0"/>
              <a:ea typeface="宋体" pitchFamily="2" charset="-122"/>
              <a:cs typeface="+mn-cs"/>
            </a:endParaRPr>
          </a:p>
          <a:p>
            <a:pPr marL="12700" marR="0" lvl="0" indent="0" algn="l" defTabSz="914400" rtl="0" eaLnBrk="1" fontAlgn="base" latinLnBrk="0" hangingPunct="1">
              <a:lnSpc>
                <a:spcPts val="2590"/>
              </a:lnSpc>
              <a:spcBef>
                <a:spcPts val="600"/>
              </a:spcBef>
              <a:spcAft>
                <a:spcPct val="0"/>
              </a:spcAft>
              <a:buClrTx/>
              <a:buSzTx/>
              <a:buFontTx/>
              <a:buNone/>
              <a:defRPr/>
            </a:pPr>
            <a:r>
              <a:rPr kumimoji="1" lang="zh-CN" altLang="en-US" sz="2400" b="0" i="0" u="none" strike="noStrike" kern="1200" cap="none" spc="0" normalizeH="0" baseline="0" noProof="0" dirty="0">
                <a:ln>
                  <a:noFill/>
                </a:ln>
                <a:effectLst/>
                <a:uLnTx/>
                <a:uFillTx/>
                <a:latin typeface="Palatino Linotype" panose="02040502050505030304" pitchFamily="18" charset="0"/>
                <a:ea typeface="宋体" pitchFamily="2" charset="-122"/>
                <a:cs typeface="+mn-cs"/>
              </a:rPr>
              <a:t>只允许可串行化调度</a:t>
            </a:r>
            <a:r>
              <a:rPr kumimoji="1" lang="zh-CN" altLang="zh-CN" sz="2400" b="0" i="0" u="none" strike="noStrike" kern="1200" cap="none" spc="0" normalizeH="0" baseline="0" noProof="0" dirty="0">
                <a:ln>
                  <a:noFill/>
                </a:ln>
                <a:effectLst/>
                <a:uLnTx/>
                <a:uFillTx/>
                <a:latin typeface="Palatino Linotype" panose="02040502050505030304" pitchFamily="18" charset="0"/>
                <a:ea typeface="宋体" pitchFamily="2" charset="-122"/>
                <a:cs typeface="+mn-cs"/>
              </a:rPr>
              <a:t>, </a:t>
            </a:r>
            <a:r>
              <a:rPr kumimoji="1" lang="zh-CN" altLang="en-US" sz="2400" b="0" i="0" u="none" strike="noStrike" kern="1200" cap="none" spc="0" normalizeH="0" baseline="0" noProof="0" dirty="0">
                <a:ln>
                  <a:noFill/>
                </a:ln>
                <a:effectLst/>
                <a:uLnTx/>
                <a:uFillTx/>
                <a:latin typeface="Palatino Linotype" panose="02040502050505030304" pitchFamily="18" charset="0"/>
                <a:ea typeface="宋体" pitchFamily="2" charset="-122"/>
                <a:cs typeface="+mn-cs"/>
              </a:rPr>
              <a:t>对于某些应用来说，它比所需要的要更强。</a:t>
            </a:r>
            <a:endParaRPr kumimoji="1" lang="zh-CN" altLang="zh-CN" sz="2400" b="0" i="0" u="none" strike="noStrike" kern="1200" cap="none" spc="0" normalizeH="0" baseline="0" noProof="0" dirty="0">
              <a:ln>
                <a:noFill/>
              </a:ln>
              <a:effectLst/>
              <a:uLnTx/>
              <a:uFillTx/>
              <a:latin typeface="Palatino Linotype" panose="02040502050505030304" pitchFamily="18" charset="0"/>
              <a:ea typeface="宋体" pitchFamily="2" charset="-122"/>
              <a:cs typeface="+mn-cs"/>
            </a:endParaRPr>
          </a:p>
          <a:p>
            <a:pPr marL="12700" marR="0" lvl="0" indent="0" algn="l"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dirty="0">
              <a:ln>
                <a:noFill/>
              </a:ln>
              <a:effectLst/>
              <a:uLnTx/>
              <a:uFillTx/>
              <a:latin typeface="Times New Roman" panose="02020503050405090304" pitchFamily="18" charset="0"/>
              <a:ea typeface="宋体" pitchFamily="2" charset="-122"/>
              <a:cs typeface="Times New Roman" panose="02020503050405090304" pitchFamily="18" charset="0"/>
            </a:endParaRPr>
          </a:p>
        </p:txBody>
      </p:sp>
      <p:sp>
        <p:nvSpPr>
          <p:cNvPr id="16" name="object 16"/>
          <p:cNvSpPr txBox="1"/>
          <p:nvPr/>
        </p:nvSpPr>
        <p:spPr>
          <a:xfrm>
            <a:off x="8896350" y="912813"/>
            <a:ext cx="169863" cy="184150"/>
          </a:xfrm>
          <a:prstGeom prst="rect">
            <a:avLst/>
          </a:prstGeom>
        </p:spPr>
        <p:txBody>
          <a:bodyPr lIns="0" tIns="0" rIns="0" bIns="0">
            <a:spAutoFit/>
          </a:bodyPr>
          <a:lstStyle/>
          <a:p>
            <a:pPr marL="12700" marR="0" lvl="0" indent="0" algn="l" defTabSz="914400" rtl="0" eaLnBrk="1" fontAlgn="base" latinLnBrk="0" hangingPunct="1">
              <a:lnSpc>
                <a:spcPct val="100000"/>
              </a:lnSpc>
              <a:spcBef>
                <a:spcPct val="0"/>
              </a:spcBef>
              <a:spcAft>
                <a:spcPct val="0"/>
              </a:spcAft>
              <a:buClrTx/>
              <a:buSzTx/>
              <a:buFontTx/>
              <a:buNone/>
              <a:defRPr/>
            </a:pPr>
            <a:r>
              <a:rPr kumimoji="1" sz="1200" b="0" i="0" u="none" strike="noStrike" kern="1200" cap="none" spc="-40" normalizeH="0" baseline="0" noProof="0" dirty="0">
                <a:ln>
                  <a:noFill/>
                </a:ln>
                <a:solidFill>
                  <a:srgbClr val="7E7E7E"/>
                </a:solidFill>
                <a:effectLst/>
                <a:uLnTx/>
                <a:uFillTx/>
                <a:latin typeface="Palatino Linotype" panose="02040502050505030304"/>
                <a:ea typeface="宋体" pitchFamily="2" charset="-122"/>
                <a:cs typeface="Palatino Linotype" panose="02040502050505030304"/>
              </a:rPr>
              <a:t>22</a:t>
            </a:r>
            <a:endParaRPr kumimoji="1" sz="1200" b="0" i="0" u="none" strike="noStrike" kern="1200" cap="none" spc="0" normalizeH="0" baseline="0" noProof="0">
              <a:ln>
                <a:noFill/>
              </a:ln>
              <a:solidFill>
                <a:prstClr val="black"/>
              </a:solidFill>
              <a:effectLst/>
              <a:uLnTx/>
              <a:uFillTx/>
              <a:latin typeface="Palatino Linotype" panose="02040502050505030304"/>
              <a:ea typeface="宋体" pitchFamily="2" charset="-122"/>
              <a:cs typeface="Palatino Linotype" panose="02040502050505030304"/>
            </a:endParaRPr>
          </a:p>
        </p:txBody>
      </p:sp>
      <p:sp>
        <p:nvSpPr>
          <p:cNvPr id="17" name="object 17"/>
          <p:cNvSpPr txBox="1"/>
          <p:nvPr/>
        </p:nvSpPr>
        <p:spPr>
          <a:xfrm>
            <a:off x="4013200" y="5524500"/>
            <a:ext cx="836613" cy="369888"/>
          </a:xfrm>
          <a:prstGeom prst="rect">
            <a:avLst/>
          </a:prstGeom>
        </p:spPr>
        <p:txBody>
          <a:bodyPr lIns="0" tIns="0" rIns="0" bIns="0">
            <a:spAutoFit/>
          </a:bodyPr>
          <a:lstStyle/>
          <a:p>
            <a:pPr marL="12700" marR="0" lvl="0" indent="0" algn="l" defTabSz="914400" rtl="0" eaLnBrk="1" fontAlgn="base" latinLnBrk="0" hangingPunct="1">
              <a:lnSpc>
                <a:spcPct val="100000"/>
              </a:lnSpc>
              <a:spcBef>
                <a:spcPct val="0"/>
              </a:spcBef>
              <a:spcAft>
                <a:spcPct val="0"/>
              </a:spcAft>
              <a:buClrTx/>
              <a:buSzTx/>
              <a:buFontTx/>
              <a:buNone/>
              <a:defRPr/>
            </a:pPr>
            <a:r>
              <a:rPr kumimoji="1" sz="2400" b="0" i="0" u="none" strike="noStrike" kern="1200" cap="none" spc="150" normalizeH="0" baseline="0" noProof="0" dirty="0">
                <a:ln>
                  <a:noFill/>
                </a:ln>
                <a:solidFill>
                  <a:srgbClr val="F1F1F1"/>
                </a:solidFill>
                <a:effectLst/>
                <a:uLnTx/>
                <a:uFillTx/>
                <a:latin typeface="Arial" panose="020B0604020202090204"/>
                <a:ea typeface="宋体" pitchFamily="2" charset="-122"/>
                <a:cs typeface="Arial" panose="020B0604020202090204"/>
              </a:rPr>
              <a:t>T</a:t>
            </a:r>
            <a:r>
              <a:rPr kumimoji="1" sz="2400" b="0" i="0" u="none" strike="noStrike" kern="1200" cap="none" spc="215" normalizeH="0" baseline="0" noProof="0" dirty="0">
                <a:ln>
                  <a:noFill/>
                </a:ln>
                <a:solidFill>
                  <a:srgbClr val="F1F1F1"/>
                </a:solidFill>
                <a:effectLst/>
                <a:uLnTx/>
                <a:uFillTx/>
                <a:latin typeface="Arial" panose="020B0604020202090204"/>
                <a:ea typeface="宋体" pitchFamily="2" charset="-122"/>
                <a:cs typeface="Arial" panose="020B0604020202090204"/>
              </a:rPr>
              <a:t>I</a:t>
            </a:r>
            <a:r>
              <a:rPr kumimoji="1" sz="2400" b="0" i="0" u="none" strike="noStrike" kern="1200" cap="none" spc="275" normalizeH="0" baseline="0" noProof="0" dirty="0">
                <a:ln>
                  <a:noFill/>
                </a:ln>
                <a:solidFill>
                  <a:srgbClr val="F1F1F1"/>
                </a:solidFill>
                <a:effectLst/>
                <a:uLnTx/>
                <a:uFillTx/>
                <a:latin typeface="Arial" panose="020B0604020202090204"/>
                <a:ea typeface="宋体" pitchFamily="2" charset="-122"/>
                <a:cs typeface="Arial" panose="020B0604020202090204"/>
              </a:rPr>
              <a:t>M</a:t>
            </a:r>
            <a:r>
              <a:rPr kumimoji="1" sz="2400" b="0" i="0" u="none" strike="noStrike" kern="1200" cap="none" spc="0" normalizeH="0" baseline="0" noProof="0" dirty="0">
                <a:ln>
                  <a:noFill/>
                </a:ln>
                <a:solidFill>
                  <a:srgbClr val="F1F1F1"/>
                </a:solidFill>
                <a:effectLst/>
                <a:uLnTx/>
                <a:uFillTx/>
                <a:latin typeface="Arial" panose="020B0604020202090204"/>
                <a:ea typeface="宋体" pitchFamily="2" charset="-122"/>
                <a:cs typeface="Arial" panose="020B0604020202090204"/>
              </a:rPr>
              <a:t>E</a:t>
            </a:r>
            <a:endParaRPr kumimoji="1" sz="2400" b="0" i="0" u="none" strike="noStrike" kern="1200" cap="none" spc="0" normalizeH="0" baseline="0" noProof="0">
              <a:ln>
                <a:noFill/>
              </a:ln>
              <a:solidFill>
                <a:prstClr val="black"/>
              </a:solidFill>
              <a:effectLst/>
              <a:uLnTx/>
              <a:uFillTx/>
              <a:latin typeface="Arial" panose="020B0604020202090204"/>
              <a:ea typeface="宋体" pitchFamily="2" charset="-122"/>
              <a:cs typeface="Arial" panose="020B0604020202090204"/>
            </a:endParaRPr>
          </a:p>
        </p:txBody>
      </p:sp>
      <p:sp>
        <p:nvSpPr>
          <p:cNvPr id="123923" name="object 18"/>
          <p:cNvSpPr/>
          <p:nvPr/>
        </p:nvSpPr>
        <p:spPr bwMode="auto">
          <a:xfrm>
            <a:off x="1703388" y="5080000"/>
            <a:ext cx="2881312" cy="0"/>
          </a:xfrm>
          <a:custGeom>
            <a:avLst/>
            <a:gdLst>
              <a:gd name="T0" fmla="*/ 0 w 2880360"/>
              <a:gd name="T1" fmla="*/ 2889895 w 2880360"/>
              <a:gd name="T2" fmla="*/ 0 60000 65536"/>
              <a:gd name="T3" fmla="*/ 0 60000 65536"/>
            </a:gdLst>
            <a:ahLst/>
            <a:cxnLst>
              <a:cxn ang="T2">
                <a:pos x="T0" y="0"/>
              </a:cxn>
              <a:cxn ang="T3">
                <a:pos x="T1" y="0"/>
              </a:cxn>
            </a:cxnLst>
            <a:rect l="0" t="0" r="r" b="b"/>
            <a:pathLst>
              <a:path w="2880360">
                <a:moveTo>
                  <a:pt x="0" y="0"/>
                </a:moveTo>
                <a:lnTo>
                  <a:pt x="2880360" y="0"/>
                </a:lnTo>
              </a:path>
            </a:pathLst>
          </a:custGeom>
          <a:noFill/>
          <a:ln w="9525">
            <a:solidFill>
              <a:srgbClr val="858585"/>
            </a:solidFill>
            <a:round/>
          </a:ln>
          <a:extLst>
            <a:ext uri="{909E8E84-426E-40DD-AFC4-6F175D3DCCD1}">
              <a14:hiddenFill xmlns:a14="http://schemas.microsoft.com/office/drawing/2010/main">
                <a:solidFill>
                  <a:srgbClr val="FFFFFF"/>
                </a:solidFill>
              </a14:hiddenFill>
            </a:ext>
          </a:extLst>
        </p:spPr>
        <p:txBody>
          <a:bodyPr lIns="0" tIns="0" rIns="0" bIns="0"/>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prstClr val="black"/>
              </a:solidFill>
              <a:effectLst/>
              <a:uLnTx/>
              <a:uFillTx/>
              <a:latin typeface="Verdana" panose="020B0804030504040204" pitchFamily="34" charset="0"/>
              <a:ea typeface="宋体" pitchFamily="2" charset="-122"/>
              <a:cs typeface="+mn-cs"/>
            </a:endParaRPr>
          </a:p>
        </p:txBody>
      </p:sp>
      <p:sp>
        <p:nvSpPr>
          <p:cNvPr id="19" name="object 19"/>
          <p:cNvSpPr txBox="1"/>
          <p:nvPr/>
        </p:nvSpPr>
        <p:spPr>
          <a:xfrm>
            <a:off x="1466974" y="3893160"/>
            <a:ext cx="276999" cy="1011555"/>
          </a:xfrm>
          <a:prstGeom prst="rect">
            <a:avLst/>
          </a:prstGeom>
        </p:spPr>
        <p:txBody>
          <a:bodyPr vert="vert270" lIns="0" tIns="0" rIns="0" bIns="0">
            <a:spAutoFit/>
          </a:bodyPr>
          <a:lstStyle/>
          <a:p>
            <a:pPr marL="12700" marR="0" lvl="0" indent="0" algn="l" defTabSz="914400" rtl="0" eaLnBrk="1" fontAlgn="base" latinLnBrk="0" hangingPunct="1">
              <a:lnSpc>
                <a:spcPct val="100000"/>
              </a:lnSpc>
              <a:spcBef>
                <a:spcPct val="0"/>
              </a:spcBef>
              <a:spcAft>
                <a:spcPct val="0"/>
              </a:spcAft>
              <a:buClrTx/>
              <a:buSzTx/>
              <a:buFontTx/>
              <a:buNone/>
              <a:defRPr/>
            </a:pPr>
            <a:r>
              <a:rPr kumimoji="1" sz="2400" b="0" i="0" u="none" strike="noStrike" kern="1200" cap="none" spc="0" normalizeH="0" baseline="0" noProof="0" dirty="0">
                <a:ln>
                  <a:noFill/>
                </a:ln>
                <a:solidFill>
                  <a:srgbClr val="636363"/>
                </a:solidFill>
                <a:effectLst/>
                <a:uLnTx/>
                <a:uFillTx/>
                <a:latin typeface="Times New Roman" panose="02020503050405090304"/>
                <a:ea typeface="宋体" pitchFamily="2" charset="-122"/>
                <a:cs typeface="Times New Roman" panose="02020503050405090304"/>
              </a:rPr>
              <a:t>#</a:t>
            </a:r>
            <a:r>
              <a:rPr kumimoji="1" sz="2400" b="0" i="0" u="none" strike="noStrike" kern="1200" cap="none" spc="-85" normalizeH="0" baseline="0" noProof="0" dirty="0">
                <a:ln>
                  <a:noFill/>
                </a:ln>
                <a:solidFill>
                  <a:srgbClr val="636363"/>
                </a:solidFill>
                <a:effectLst/>
                <a:uLnTx/>
                <a:uFillTx/>
                <a:latin typeface="Times New Roman" panose="02020503050405090304"/>
                <a:ea typeface="宋体" pitchFamily="2" charset="-122"/>
                <a:cs typeface="Times New Roman" panose="02020503050405090304"/>
              </a:rPr>
              <a:t> </a:t>
            </a:r>
            <a:r>
              <a:rPr kumimoji="1" sz="2400" b="0" i="0" u="none" strike="noStrike" kern="1200" cap="none" spc="0" normalizeH="0" baseline="0" noProof="0" dirty="0">
                <a:ln>
                  <a:noFill/>
                </a:ln>
                <a:solidFill>
                  <a:srgbClr val="636363"/>
                </a:solidFill>
                <a:effectLst/>
                <a:uLnTx/>
                <a:uFillTx/>
                <a:latin typeface="Times New Roman" panose="02020503050405090304"/>
                <a:ea typeface="宋体" pitchFamily="2" charset="-122"/>
                <a:cs typeface="Times New Roman" panose="02020503050405090304"/>
              </a:rPr>
              <a:t>of</a:t>
            </a:r>
            <a:r>
              <a:rPr kumimoji="1" sz="2400" b="0" i="0" u="none" strike="noStrike" kern="1200" cap="none" spc="-85" normalizeH="0" baseline="0" noProof="0" dirty="0">
                <a:ln>
                  <a:noFill/>
                </a:ln>
                <a:solidFill>
                  <a:srgbClr val="636363"/>
                </a:solidFill>
                <a:effectLst/>
                <a:uLnTx/>
                <a:uFillTx/>
                <a:latin typeface="Times New Roman" panose="02020503050405090304"/>
                <a:ea typeface="宋体" pitchFamily="2" charset="-122"/>
                <a:cs typeface="Times New Roman" panose="02020503050405090304"/>
              </a:rPr>
              <a:t> </a:t>
            </a:r>
            <a:r>
              <a:rPr kumimoji="1" sz="2400" b="0" i="0" u="none" strike="noStrike" kern="1200" cap="none" spc="0" normalizeH="0" baseline="0" noProof="0" dirty="0">
                <a:ln>
                  <a:noFill/>
                </a:ln>
                <a:solidFill>
                  <a:srgbClr val="636363"/>
                </a:solidFill>
                <a:effectLst/>
                <a:uLnTx/>
                <a:uFillTx/>
                <a:latin typeface="Times New Roman" panose="02020503050405090304"/>
                <a:ea typeface="宋体" pitchFamily="2" charset="-122"/>
                <a:cs typeface="Times New Roman" panose="02020503050405090304"/>
              </a:rPr>
              <a:t>L</a:t>
            </a:r>
            <a:r>
              <a:rPr kumimoji="1" sz="2400" b="0" i="0" u="none" strike="noStrike" kern="1200" cap="none" spc="5" normalizeH="0" baseline="0" noProof="0" dirty="0">
                <a:ln>
                  <a:noFill/>
                </a:ln>
                <a:solidFill>
                  <a:srgbClr val="636363"/>
                </a:solidFill>
                <a:effectLst/>
                <a:uLnTx/>
                <a:uFillTx/>
                <a:latin typeface="Times New Roman" panose="02020503050405090304"/>
                <a:ea typeface="宋体" pitchFamily="2" charset="-122"/>
                <a:cs typeface="Times New Roman" panose="02020503050405090304"/>
              </a:rPr>
              <a:t>o</a:t>
            </a:r>
            <a:r>
              <a:rPr kumimoji="1" sz="2400" b="0" i="0" u="none" strike="noStrike" kern="1200" cap="none" spc="-5" normalizeH="0" baseline="0" noProof="0" dirty="0">
                <a:ln>
                  <a:noFill/>
                </a:ln>
                <a:solidFill>
                  <a:srgbClr val="636363"/>
                </a:solidFill>
                <a:effectLst/>
                <a:uLnTx/>
                <a:uFillTx/>
                <a:latin typeface="Times New Roman" panose="02020503050405090304"/>
                <a:ea typeface="宋体" pitchFamily="2" charset="-122"/>
                <a:cs typeface="Times New Roman" panose="02020503050405090304"/>
              </a:rPr>
              <a:t>c</a:t>
            </a:r>
            <a:r>
              <a:rPr kumimoji="1" sz="2400" b="0" i="0" u="none" strike="noStrike" kern="1200" cap="none" spc="5" normalizeH="0" baseline="0" noProof="0" dirty="0">
                <a:ln>
                  <a:noFill/>
                </a:ln>
                <a:solidFill>
                  <a:srgbClr val="636363"/>
                </a:solidFill>
                <a:effectLst/>
                <a:uLnTx/>
                <a:uFillTx/>
                <a:latin typeface="Times New Roman" panose="02020503050405090304"/>
                <a:ea typeface="宋体" pitchFamily="2" charset="-122"/>
                <a:cs typeface="Times New Roman" panose="02020503050405090304"/>
              </a:rPr>
              <a:t>k</a:t>
            </a:r>
            <a:r>
              <a:rPr kumimoji="1" sz="2400" b="0" i="0" u="none" strike="noStrike" kern="1200" cap="none" spc="0" normalizeH="0" baseline="0" noProof="0" dirty="0">
                <a:ln>
                  <a:noFill/>
                </a:ln>
                <a:solidFill>
                  <a:srgbClr val="636363"/>
                </a:solidFill>
                <a:effectLst/>
                <a:uLnTx/>
                <a:uFillTx/>
                <a:latin typeface="Times New Roman" panose="02020503050405090304"/>
                <a:ea typeface="宋体" pitchFamily="2" charset="-122"/>
                <a:cs typeface="Times New Roman" panose="02020503050405090304"/>
              </a:rPr>
              <a:t>s</a:t>
            </a:r>
            <a:endParaRPr kumimoji="1" sz="2400" b="0" i="0" u="none" strike="noStrike" kern="1200" cap="none" spc="0" normalizeH="0" baseline="0" noProof="0">
              <a:ln>
                <a:noFill/>
              </a:ln>
              <a:solidFill>
                <a:prstClr val="black"/>
              </a:solidFill>
              <a:effectLst/>
              <a:uLnTx/>
              <a:uFillTx/>
              <a:latin typeface="Times New Roman" panose="02020503050405090304"/>
              <a:ea typeface="宋体" pitchFamily="2" charset="-122"/>
              <a:cs typeface="Times New Roman" panose="02020503050405090304"/>
            </a:endParaRPr>
          </a:p>
        </p:txBody>
      </p:sp>
      <p:sp>
        <p:nvSpPr>
          <p:cNvPr id="123925" name="object 20"/>
          <p:cNvSpPr/>
          <p:nvPr/>
        </p:nvSpPr>
        <p:spPr bwMode="auto">
          <a:xfrm>
            <a:off x="4581525" y="3987800"/>
            <a:ext cx="2814638" cy="1092200"/>
          </a:xfrm>
          <a:custGeom>
            <a:avLst/>
            <a:gdLst>
              <a:gd name="T0" fmla="*/ 2811668 w 2814954"/>
              <a:gd name="T1" fmla="*/ 0 h 1092835"/>
              <a:gd name="T2" fmla="*/ 0 w 2814954"/>
              <a:gd name="T3" fmla="*/ 0 h 1092835"/>
              <a:gd name="T4" fmla="*/ 0 w 2814954"/>
              <a:gd name="T5" fmla="*/ 1086375 h 1092835"/>
              <a:gd name="T6" fmla="*/ 2811668 w 2814954"/>
              <a:gd name="T7" fmla="*/ 1086375 h 1092835"/>
              <a:gd name="T8" fmla="*/ 2811668 w 2814954"/>
              <a:gd name="T9" fmla="*/ 0 h 10928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814954" h="1092835">
                <a:moveTo>
                  <a:pt x="2814828" y="0"/>
                </a:moveTo>
                <a:lnTo>
                  <a:pt x="0" y="0"/>
                </a:lnTo>
                <a:lnTo>
                  <a:pt x="0" y="1092708"/>
                </a:lnTo>
                <a:lnTo>
                  <a:pt x="2814828" y="1092708"/>
                </a:lnTo>
                <a:lnTo>
                  <a:pt x="2814828" y="0"/>
                </a:lnTo>
                <a:close/>
              </a:path>
            </a:pathLst>
          </a:custGeom>
          <a:solidFill>
            <a:srgbClr val="636363"/>
          </a:solidFill>
          <a:ln>
            <a:noFill/>
          </a:ln>
          <a:extLst>
            <a:ext uri="{91240B29-F687-4F45-9708-019B960494DF}">
              <a14:hiddenLine xmlns:a14="http://schemas.microsoft.com/office/drawing/2010/main" w="9525">
                <a:solidFill>
                  <a:srgbClr val="000000"/>
                </a:solidFill>
                <a:round/>
              </a14:hiddenLine>
            </a:ext>
          </a:extLst>
        </p:spPr>
        <p:txBody>
          <a:bodyPr lIns="0" tIns="0" rIns="0" bIns="0"/>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prstClr val="black"/>
              </a:solidFill>
              <a:effectLst/>
              <a:uLnTx/>
              <a:uFillTx/>
              <a:latin typeface="Verdana" panose="020B0804030504040204" pitchFamily="34" charset="0"/>
              <a:ea typeface="宋体" pitchFamily="2" charset="-122"/>
              <a:cs typeface="+mn-cs"/>
            </a:endParaRPr>
          </a:p>
        </p:txBody>
      </p:sp>
      <p:sp>
        <p:nvSpPr>
          <p:cNvPr id="123926" name="object 21"/>
          <p:cNvSpPr/>
          <p:nvPr/>
        </p:nvSpPr>
        <p:spPr bwMode="auto">
          <a:xfrm>
            <a:off x="4581525" y="5080000"/>
            <a:ext cx="2814638" cy="0"/>
          </a:xfrm>
          <a:custGeom>
            <a:avLst/>
            <a:gdLst>
              <a:gd name="T0" fmla="*/ 2811668 w 2814954"/>
              <a:gd name="T1" fmla="*/ 0 w 2814954"/>
              <a:gd name="T2" fmla="*/ 0 60000 65536"/>
              <a:gd name="T3" fmla="*/ 0 60000 65536"/>
            </a:gdLst>
            <a:ahLst/>
            <a:cxnLst>
              <a:cxn ang="T2">
                <a:pos x="T0" y="0"/>
              </a:cxn>
              <a:cxn ang="T3">
                <a:pos x="T1" y="0"/>
              </a:cxn>
            </a:cxnLst>
            <a:rect l="0" t="0" r="r" b="b"/>
            <a:pathLst>
              <a:path w="2814954">
                <a:moveTo>
                  <a:pt x="2814828" y="0"/>
                </a:moveTo>
                <a:lnTo>
                  <a:pt x="0" y="0"/>
                </a:lnTo>
              </a:path>
            </a:pathLst>
          </a:custGeom>
          <a:noFill/>
          <a:ln w="9525">
            <a:solidFill>
              <a:srgbClr val="858585"/>
            </a:solidFill>
            <a:round/>
          </a:ln>
          <a:extLst>
            <a:ext uri="{909E8E84-426E-40DD-AFC4-6F175D3DCCD1}">
              <a14:hiddenFill xmlns:a14="http://schemas.microsoft.com/office/drawing/2010/main">
                <a:solidFill>
                  <a:srgbClr val="FFFFFF"/>
                </a:solidFill>
              </a14:hiddenFill>
            </a:ext>
          </a:extLst>
        </p:spPr>
        <p:txBody>
          <a:bodyPr lIns="0" tIns="0" rIns="0" bIns="0"/>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prstClr val="black"/>
              </a:solidFill>
              <a:effectLst/>
              <a:uLnTx/>
              <a:uFillTx/>
              <a:latin typeface="Verdana" panose="020B0804030504040204" pitchFamily="34" charset="0"/>
              <a:ea typeface="宋体" pitchFamily="2" charset="-122"/>
              <a:cs typeface="+mn-cs"/>
            </a:endParaRPr>
          </a:p>
        </p:txBody>
      </p:sp>
      <p:sp>
        <p:nvSpPr>
          <p:cNvPr id="123927" name="object 22"/>
          <p:cNvSpPr/>
          <p:nvPr/>
        </p:nvSpPr>
        <p:spPr bwMode="auto">
          <a:xfrm>
            <a:off x="4589463" y="3689350"/>
            <a:ext cx="0" cy="1422400"/>
          </a:xfrm>
          <a:custGeom>
            <a:avLst/>
            <a:gdLst>
              <a:gd name="T0" fmla="*/ 1427652 h 1421764"/>
              <a:gd name="T1" fmla="*/ 0 h 1421764"/>
              <a:gd name="T2" fmla="*/ 0 60000 65536"/>
              <a:gd name="T3" fmla="*/ 0 60000 65536"/>
            </a:gdLst>
            <a:ahLst/>
            <a:cxnLst>
              <a:cxn ang="T2">
                <a:pos x="0" y="T0"/>
              </a:cxn>
              <a:cxn ang="T3">
                <a:pos x="0" y="T1"/>
              </a:cxn>
            </a:cxnLst>
            <a:rect l="0" t="0" r="r" b="b"/>
            <a:pathLst>
              <a:path h="1421764">
                <a:moveTo>
                  <a:pt x="0" y="1421282"/>
                </a:moveTo>
                <a:lnTo>
                  <a:pt x="0" y="0"/>
                </a:lnTo>
              </a:path>
            </a:pathLst>
          </a:custGeom>
          <a:noFill/>
          <a:ln w="28575">
            <a:solidFill>
              <a:srgbClr val="EE3D42"/>
            </a:solidFill>
            <a:prstDash val="dash"/>
            <a:round/>
          </a:ln>
          <a:extLst>
            <a:ext uri="{909E8E84-426E-40DD-AFC4-6F175D3DCCD1}">
              <a14:hiddenFill xmlns:a14="http://schemas.microsoft.com/office/drawing/2010/main">
                <a:solidFill>
                  <a:srgbClr val="FFFFFF"/>
                </a:solidFill>
              </a14:hiddenFill>
            </a:ext>
          </a:extLst>
        </p:spPr>
        <p:txBody>
          <a:bodyPr lIns="0" tIns="0" rIns="0" bIns="0"/>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prstClr val="black"/>
              </a:solidFill>
              <a:effectLst/>
              <a:uLnTx/>
              <a:uFillTx/>
              <a:latin typeface="Verdana" panose="020B0804030504040204" pitchFamily="34" charset="0"/>
              <a:ea typeface="宋体" pitchFamily="2" charset="-122"/>
              <a:cs typeface="+mn-cs"/>
            </a:endParaRPr>
          </a:p>
        </p:txBody>
      </p:sp>
      <p:sp>
        <p:nvSpPr>
          <p:cNvPr id="25" name="object 25"/>
          <p:cNvSpPr txBox="1"/>
          <p:nvPr/>
        </p:nvSpPr>
        <p:spPr>
          <a:xfrm>
            <a:off x="2465388" y="5078413"/>
            <a:ext cx="1319212" cy="277812"/>
          </a:xfrm>
          <a:prstGeom prst="rect">
            <a:avLst/>
          </a:prstGeom>
        </p:spPr>
        <p:txBody>
          <a:bodyPr lIns="0" tIns="0" rIns="0" bIns="0">
            <a:spAutoFit/>
          </a:bodyPr>
          <a:lstStyle/>
          <a:p>
            <a:pPr marL="12700" marR="0" lvl="0" indent="0" algn="l" defTabSz="914400" rtl="0" eaLnBrk="1" fontAlgn="base" latinLnBrk="0" hangingPunct="1">
              <a:lnSpc>
                <a:spcPct val="100000"/>
              </a:lnSpc>
              <a:spcBef>
                <a:spcPct val="0"/>
              </a:spcBef>
              <a:spcAft>
                <a:spcPct val="0"/>
              </a:spcAft>
              <a:buClrTx/>
              <a:buSzTx/>
              <a:buFontTx/>
              <a:buNone/>
              <a:defRPr/>
            </a:pPr>
            <a:r>
              <a:rPr kumimoji="1" sz="2400" b="0" i="1" u="none" strike="noStrike" kern="1200" cap="none" spc="-165" normalizeH="0" baseline="0" noProof="0" dirty="0">
                <a:ln>
                  <a:noFill/>
                </a:ln>
                <a:solidFill>
                  <a:srgbClr val="636363"/>
                </a:solidFill>
                <a:effectLst/>
                <a:uLnTx/>
                <a:uFillTx/>
                <a:latin typeface="Book Antiqua" panose="02040602050305030304"/>
                <a:ea typeface="宋体" pitchFamily="2" charset="-122"/>
                <a:cs typeface="Book Antiqua" panose="02040602050305030304"/>
              </a:rPr>
              <a:t>G</a:t>
            </a:r>
            <a:r>
              <a:rPr kumimoji="1" sz="2400" b="0" i="1" u="none" strike="noStrike" kern="1200" cap="none" spc="-95" normalizeH="0" baseline="0" noProof="0" dirty="0">
                <a:ln>
                  <a:noFill/>
                </a:ln>
                <a:solidFill>
                  <a:srgbClr val="636363"/>
                </a:solidFill>
                <a:effectLst/>
                <a:uLnTx/>
                <a:uFillTx/>
                <a:latin typeface="Book Antiqua" panose="02040602050305030304"/>
                <a:ea typeface="宋体" pitchFamily="2" charset="-122"/>
                <a:cs typeface="Book Antiqua" panose="02040602050305030304"/>
              </a:rPr>
              <a:t>r</a:t>
            </a:r>
            <a:r>
              <a:rPr kumimoji="1" sz="2400" b="0" i="1" u="none" strike="noStrike" kern="1200" cap="none" spc="-180" normalizeH="0" baseline="0" noProof="0" dirty="0">
                <a:ln>
                  <a:noFill/>
                </a:ln>
                <a:solidFill>
                  <a:srgbClr val="636363"/>
                </a:solidFill>
                <a:effectLst/>
                <a:uLnTx/>
                <a:uFillTx/>
                <a:latin typeface="Book Antiqua" panose="02040602050305030304"/>
                <a:ea typeface="宋体" pitchFamily="2" charset="-122"/>
                <a:cs typeface="Book Antiqua" panose="02040602050305030304"/>
              </a:rPr>
              <a:t>owin</a:t>
            </a:r>
            <a:r>
              <a:rPr kumimoji="1" sz="2400" b="0" i="1" u="none" strike="noStrike" kern="1200" cap="none" spc="-155" normalizeH="0" baseline="0" noProof="0" dirty="0">
                <a:ln>
                  <a:noFill/>
                </a:ln>
                <a:solidFill>
                  <a:srgbClr val="636363"/>
                </a:solidFill>
                <a:effectLst/>
                <a:uLnTx/>
                <a:uFillTx/>
                <a:latin typeface="Book Antiqua" panose="02040602050305030304"/>
                <a:ea typeface="宋体" pitchFamily="2" charset="-122"/>
                <a:cs typeface="Book Antiqua" panose="02040602050305030304"/>
              </a:rPr>
              <a:t>g</a:t>
            </a:r>
            <a:r>
              <a:rPr kumimoji="1" sz="2400" b="0" i="1" u="none" strike="noStrike" kern="1200" cap="none" spc="-135" normalizeH="0" baseline="0" noProof="0" dirty="0">
                <a:ln>
                  <a:noFill/>
                </a:ln>
                <a:solidFill>
                  <a:srgbClr val="636363"/>
                </a:solidFill>
                <a:effectLst/>
                <a:uLnTx/>
                <a:uFillTx/>
                <a:latin typeface="Book Antiqua" panose="02040602050305030304"/>
                <a:ea typeface="宋体" pitchFamily="2" charset="-122"/>
                <a:cs typeface="Book Antiqua" panose="02040602050305030304"/>
              </a:rPr>
              <a:t> </a:t>
            </a:r>
            <a:r>
              <a:rPr kumimoji="1" sz="2400" b="0" i="1" u="none" strike="noStrike" kern="1200" cap="none" spc="-229" normalizeH="0" baseline="0" noProof="0" dirty="0">
                <a:ln>
                  <a:noFill/>
                </a:ln>
                <a:solidFill>
                  <a:srgbClr val="636363"/>
                </a:solidFill>
                <a:effectLst/>
                <a:uLnTx/>
                <a:uFillTx/>
                <a:latin typeface="Book Antiqua" panose="02040602050305030304"/>
                <a:ea typeface="宋体" pitchFamily="2" charset="-122"/>
                <a:cs typeface="Book Antiqua" panose="02040602050305030304"/>
              </a:rPr>
              <a:t>Pha</a:t>
            </a:r>
            <a:r>
              <a:rPr kumimoji="1" sz="2400" b="0" i="1" u="none" strike="noStrike" kern="1200" cap="none" spc="-165" normalizeH="0" baseline="0" noProof="0" dirty="0">
                <a:ln>
                  <a:noFill/>
                </a:ln>
                <a:solidFill>
                  <a:srgbClr val="636363"/>
                </a:solidFill>
                <a:effectLst/>
                <a:uLnTx/>
                <a:uFillTx/>
                <a:latin typeface="Book Antiqua" panose="02040602050305030304"/>
                <a:ea typeface="宋体" pitchFamily="2" charset="-122"/>
                <a:cs typeface="Book Antiqua" panose="02040602050305030304"/>
              </a:rPr>
              <a:t>s</a:t>
            </a:r>
            <a:r>
              <a:rPr kumimoji="1" sz="2400" b="0" i="1" u="none" strike="noStrike" kern="1200" cap="none" spc="-110" normalizeH="0" baseline="0" noProof="0" dirty="0">
                <a:ln>
                  <a:noFill/>
                </a:ln>
                <a:solidFill>
                  <a:srgbClr val="636363"/>
                </a:solidFill>
                <a:effectLst/>
                <a:uLnTx/>
                <a:uFillTx/>
                <a:latin typeface="Book Antiqua" panose="02040602050305030304"/>
                <a:ea typeface="宋体" pitchFamily="2" charset="-122"/>
                <a:cs typeface="Book Antiqua" panose="02040602050305030304"/>
              </a:rPr>
              <a:t>e</a:t>
            </a:r>
            <a:endParaRPr kumimoji="1" sz="2400" b="0" i="0" u="none" strike="noStrike" kern="1200" cap="none" spc="0" normalizeH="0" baseline="0" noProof="0">
              <a:ln>
                <a:noFill/>
              </a:ln>
              <a:solidFill>
                <a:prstClr val="black"/>
              </a:solidFill>
              <a:effectLst/>
              <a:uLnTx/>
              <a:uFillTx/>
              <a:latin typeface="Book Antiqua" panose="02040602050305030304"/>
              <a:ea typeface="宋体" pitchFamily="2" charset="-122"/>
              <a:cs typeface="Book Antiqua" panose="02040602050305030304"/>
            </a:endParaRPr>
          </a:p>
        </p:txBody>
      </p:sp>
      <p:sp>
        <p:nvSpPr>
          <p:cNvPr id="26" name="object 26"/>
          <p:cNvSpPr txBox="1"/>
          <p:nvPr/>
        </p:nvSpPr>
        <p:spPr>
          <a:xfrm>
            <a:off x="5384800" y="5078413"/>
            <a:ext cx="1423988" cy="277812"/>
          </a:xfrm>
          <a:prstGeom prst="rect">
            <a:avLst/>
          </a:prstGeom>
        </p:spPr>
        <p:txBody>
          <a:bodyPr lIns="0" tIns="0" rIns="0" bIns="0">
            <a:spAutoFit/>
          </a:bodyPr>
          <a:lstStyle/>
          <a:p>
            <a:pPr marL="12700" marR="0" lvl="0" indent="0" algn="l" defTabSz="914400" rtl="0" eaLnBrk="1" fontAlgn="base" latinLnBrk="0" hangingPunct="1">
              <a:lnSpc>
                <a:spcPct val="100000"/>
              </a:lnSpc>
              <a:spcBef>
                <a:spcPct val="0"/>
              </a:spcBef>
              <a:spcAft>
                <a:spcPct val="0"/>
              </a:spcAft>
              <a:buClrTx/>
              <a:buSzTx/>
              <a:buFontTx/>
              <a:buNone/>
              <a:defRPr/>
            </a:pPr>
            <a:r>
              <a:rPr kumimoji="1" sz="2400" b="0" i="1" u="none" strike="noStrike" kern="1200" cap="none" spc="-125" normalizeH="0" baseline="0" noProof="0" dirty="0">
                <a:ln>
                  <a:noFill/>
                </a:ln>
                <a:solidFill>
                  <a:srgbClr val="636363"/>
                </a:solidFill>
                <a:effectLst/>
                <a:uLnTx/>
                <a:uFillTx/>
                <a:latin typeface="Book Antiqua" panose="02040602050305030304"/>
                <a:ea typeface="宋体" pitchFamily="2" charset="-122"/>
                <a:cs typeface="Book Antiqua" panose="02040602050305030304"/>
              </a:rPr>
              <a:t>Shrink</a:t>
            </a:r>
            <a:r>
              <a:rPr kumimoji="1" sz="2400" b="0" i="1" u="none" strike="noStrike" kern="1200" cap="none" spc="-80" normalizeH="0" baseline="0" noProof="0" dirty="0">
                <a:ln>
                  <a:noFill/>
                </a:ln>
                <a:solidFill>
                  <a:srgbClr val="636363"/>
                </a:solidFill>
                <a:effectLst/>
                <a:uLnTx/>
                <a:uFillTx/>
                <a:latin typeface="Book Antiqua" panose="02040602050305030304"/>
                <a:ea typeface="宋体" pitchFamily="2" charset="-122"/>
                <a:cs typeface="Book Antiqua" panose="02040602050305030304"/>
              </a:rPr>
              <a:t>i</a:t>
            </a:r>
            <a:r>
              <a:rPr kumimoji="1" sz="2400" b="0" i="1" u="none" strike="noStrike" kern="1200" cap="none" spc="-90" normalizeH="0" baseline="0" noProof="0" dirty="0">
                <a:ln>
                  <a:noFill/>
                </a:ln>
                <a:solidFill>
                  <a:srgbClr val="636363"/>
                </a:solidFill>
                <a:effectLst/>
                <a:uLnTx/>
                <a:uFillTx/>
                <a:latin typeface="Book Antiqua" panose="02040602050305030304"/>
                <a:ea typeface="宋体" pitchFamily="2" charset="-122"/>
                <a:cs typeface="Book Antiqua" panose="02040602050305030304"/>
              </a:rPr>
              <a:t>ng</a:t>
            </a:r>
            <a:r>
              <a:rPr kumimoji="1" sz="2400" b="0" i="1" u="none" strike="noStrike" kern="1200" cap="none" spc="-145" normalizeH="0" baseline="0" noProof="0" dirty="0">
                <a:ln>
                  <a:noFill/>
                </a:ln>
                <a:solidFill>
                  <a:srgbClr val="636363"/>
                </a:solidFill>
                <a:effectLst/>
                <a:uLnTx/>
                <a:uFillTx/>
                <a:latin typeface="Book Antiqua" panose="02040602050305030304"/>
                <a:ea typeface="宋体" pitchFamily="2" charset="-122"/>
                <a:cs typeface="Book Antiqua" panose="02040602050305030304"/>
              </a:rPr>
              <a:t> </a:t>
            </a:r>
            <a:r>
              <a:rPr kumimoji="1" sz="2400" b="0" i="1" u="none" strike="noStrike" kern="1200" cap="none" spc="-229" normalizeH="0" baseline="0" noProof="0" dirty="0">
                <a:ln>
                  <a:noFill/>
                </a:ln>
                <a:solidFill>
                  <a:srgbClr val="636363"/>
                </a:solidFill>
                <a:effectLst/>
                <a:uLnTx/>
                <a:uFillTx/>
                <a:latin typeface="Book Antiqua" panose="02040602050305030304"/>
                <a:ea typeface="宋体" pitchFamily="2" charset="-122"/>
                <a:cs typeface="Book Antiqua" panose="02040602050305030304"/>
              </a:rPr>
              <a:t>Pha</a:t>
            </a:r>
            <a:r>
              <a:rPr kumimoji="1" sz="2400" b="0" i="1" u="none" strike="noStrike" kern="1200" cap="none" spc="-165" normalizeH="0" baseline="0" noProof="0" dirty="0">
                <a:ln>
                  <a:noFill/>
                </a:ln>
                <a:solidFill>
                  <a:srgbClr val="636363"/>
                </a:solidFill>
                <a:effectLst/>
                <a:uLnTx/>
                <a:uFillTx/>
                <a:latin typeface="Book Antiqua" panose="02040602050305030304"/>
                <a:ea typeface="宋体" pitchFamily="2" charset="-122"/>
                <a:cs typeface="Book Antiqua" panose="02040602050305030304"/>
              </a:rPr>
              <a:t>s</a:t>
            </a:r>
            <a:r>
              <a:rPr kumimoji="1" sz="2400" b="0" i="1" u="none" strike="noStrike" kern="1200" cap="none" spc="-110" normalizeH="0" baseline="0" noProof="0" dirty="0">
                <a:ln>
                  <a:noFill/>
                </a:ln>
                <a:solidFill>
                  <a:srgbClr val="636363"/>
                </a:solidFill>
                <a:effectLst/>
                <a:uLnTx/>
                <a:uFillTx/>
                <a:latin typeface="Book Antiqua" panose="02040602050305030304"/>
                <a:ea typeface="宋体" pitchFamily="2" charset="-122"/>
                <a:cs typeface="Book Antiqua" panose="02040602050305030304"/>
              </a:rPr>
              <a:t>e</a:t>
            </a:r>
            <a:endParaRPr kumimoji="1" sz="2400" b="0" i="0" u="none" strike="noStrike" kern="1200" cap="none" spc="0" normalizeH="0" baseline="0" noProof="0">
              <a:ln>
                <a:noFill/>
              </a:ln>
              <a:solidFill>
                <a:prstClr val="black"/>
              </a:solidFill>
              <a:effectLst/>
              <a:uLnTx/>
              <a:uFillTx/>
              <a:latin typeface="Book Antiqua" panose="02040602050305030304"/>
              <a:ea typeface="宋体" pitchFamily="2" charset="-122"/>
              <a:cs typeface="Book Antiqua" panose="02040602050305030304"/>
            </a:endParaRPr>
          </a:p>
        </p:txBody>
      </p:sp>
      <p:sp>
        <p:nvSpPr>
          <p:cNvPr id="30" name="星形: 十二角 29"/>
          <p:cNvSpPr/>
          <p:nvPr/>
        </p:nvSpPr>
        <p:spPr>
          <a:xfrm>
            <a:off x="168932" y="178581"/>
            <a:ext cx="414700" cy="338336"/>
          </a:xfrm>
          <a:prstGeom prst="star12">
            <a:avLst/>
          </a:prstGeom>
          <a:ln>
            <a:solidFill>
              <a:srgbClr val="FF0000"/>
            </a:solidFill>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prstClr val="black"/>
              </a:solidFill>
              <a:effectLst/>
              <a:uLnTx/>
              <a:uFillTx/>
              <a:latin typeface="Constantia"/>
              <a:ea typeface="宋体" pitchFamily="2" charset="-122"/>
              <a:cs typeface="+mn-cs"/>
            </a:endParaRPr>
          </a:p>
        </p:txBody>
      </p:sp>
      <p:sp>
        <p:nvSpPr>
          <p:cNvPr id="2" name="灯片编号占位符 1"/>
          <p:cNvSpPr>
            <a:spLocks noGrp="1"/>
          </p:cNvSpPr>
          <p:nvPr>
            <p:ph type="sldNum" sz="quarter" idx="10"/>
          </p:nvPr>
        </p:nvSpPr>
        <p:spPr/>
        <p:txBody>
          <a:bodyPr/>
          <a:lstStyle/>
          <a:p>
            <a:pPr>
              <a:defRPr/>
            </a:pPr>
            <a:fld id="{F4F04043-1C08-4BBE-97B7-003515CF2E9C}" type="slidenum">
              <a:rPr lang="en-US" altLang="zh-CN" smtClean="0"/>
            </a:fld>
            <a:endParaRPr lang="en-US" altLang="zh-CN"/>
          </a:p>
        </p:txBody>
      </p:sp>
      <p:sp>
        <p:nvSpPr>
          <p:cNvPr id="29" name="对话气泡: 圆角矩形 28"/>
          <p:cNvSpPr/>
          <p:nvPr/>
        </p:nvSpPr>
        <p:spPr>
          <a:xfrm>
            <a:off x="6016030" y="3423585"/>
            <a:ext cx="2880320" cy="504056"/>
          </a:xfrm>
          <a:prstGeom prst="wedgeRoundRectCallout">
            <a:avLst>
              <a:gd name="adj1" fmla="val -38093"/>
              <a:gd name="adj2" fmla="val 103544"/>
              <a:gd name="adj3" fmla="val 16667"/>
            </a:avLst>
          </a:prstGeom>
        </p:spPr>
        <p:style>
          <a:lnRef idx="2">
            <a:schemeClr val="accent1"/>
          </a:lnRef>
          <a:fillRef idx="1">
            <a:schemeClr val="lt1"/>
          </a:fillRef>
          <a:effectRef idx="0">
            <a:schemeClr val="accent1"/>
          </a:effectRef>
          <a:fontRef idx="minor">
            <a:schemeClr val="dk1"/>
          </a:fontRef>
        </p:style>
        <p:txBody>
          <a:bodyPr rtlCol="0" anchor="ctr"/>
          <a:lstStyle/>
          <a:p>
            <a:pPr lvl="0">
              <a:defRPr/>
            </a:pPr>
            <a:r>
              <a:rPr lang="zh-CN" altLang="en-US" i="1" spc="-170" dirty="0">
                <a:solidFill>
                  <a:srgbClr val="EE3D42"/>
                </a:solidFill>
                <a:latin typeface="Book Antiqua" panose="02040602050305030304"/>
                <a:cs typeface="Book Antiqua" panose="02040602050305030304"/>
              </a:rPr>
              <a:t>事务结束释放所有锁</a:t>
            </a:r>
            <a:endParaRPr lang="zh-CN" altLang="en-US" dirty="0">
              <a:solidFill>
                <a:prstClr val="black"/>
              </a:solidFill>
              <a:latin typeface="Verdana" panose="020B0804030504040204" pitchFamily="34" charset="0"/>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object 2"/>
          <p:cNvSpPr/>
          <p:nvPr/>
        </p:nvSpPr>
        <p:spPr bwMode="auto">
          <a:xfrm>
            <a:off x="1828800" y="1838325"/>
            <a:ext cx="5486400" cy="0"/>
          </a:xfrm>
          <a:custGeom>
            <a:avLst/>
            <a:gdLst>
              <a:gd name="T0" fmla="*/ 0 w 5486400"/>
              <a:gd name="T1" fmla="*/ 5486400 w 5486400"/>
              <a:gd name="T2" fmla="*/ 0 60000 65536"/>
              <a:gd name="T3" fmla="*/ 0 60000 65536"/>
            </a:gdLst>
            <a:ahLst/>
            <a:cxnLst>
              <a:cxn ang="T2">
                <a:pos x="T0" y="0"/>
              </a:cxn>
              <a:cxn ang="T3">
                <a:pos x="T1" y="0"/>
              </a:cxn>
            </a:cxnLst>
            <a:rect l="0" t="0" r="r" b="b"/>
            <a:pathLst>
              <a:path w="5486400">
                <a:moveTo>
                  <a:pt x="0" y="0"/>
                </a:moveTo>
                <a:lnTo>
                  <a:pt x="5486400" y="0"/>
                </a:lnTo>
              </a:path>
            </a:pathLst>
          </a:custGeom>
          <a:noFill/>
          <a:ln w="18287">
            <a:solidFill>
              <a:srgbClr val="BEBEBE"/>
            </a:solidFill>
            <a:round/>
          </a:ln>
          <a:extLst>
            <a:ext uri="{909E8E84-426E-40DD-AFC4-6F175D3DCCD1}">
              <a14:hiddenFill xmlns:a14="http://schemas.microsoft.com/office/drawing/2010/main">
                <a:solidFill>
                  <a:srgbClr val="FFFFFF"/>
                </a:solidFill>
              </a14:hiddenFill>
            </a:ext>
          </a:extLst>
        </p:spPr>
        <p:txBody>
          <a:bodyPr lIns="0" tIns="0" rIns="0" bIns="0"/>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prstClr val="black"/>
              </a:solidFill>
              <a:effectLst/>
              <a:uLnTx/>
              <a:uFillTx/>
              <a:latin typeface="Verdana" panose="020B0804030504040204" pitchFamily="34" charset="0"/>
              <a:ea typeface="宋体" pitchFamily="2" charset="-122"/>
              <a:cs typeface="+mn-cs"/>
            </a:endParaRPr>
          </a:p>
        </p:txBody>
      </p:sp>
      <p:sp>
        <p:nvSpPr>
          <p:cNvPr id="3" name="object 3"/>
          <p:cNvSpPr txBox="1">
            <a:spLocks noGrp="1"/>
          </p:cNvSpPr>
          <p:nvPr>
            <p:ph type="title"/>
          </p:nvPr>
        </p:nvSpPr>
        <p:spPr>
          <a:xfrm>
            <a:off x="755650" y="874713"/>
            <a:ext cx="7424738" cy="554037"/>
          </a:xfrm>
        </p:spPr>
        <p:txBody>
          <a:bodyPr tIns="0" rtlCol="0">
            <a:spAutoFit/>
          </a:bodyPr>
          <a:lstStyle/>
          <a:p>
            <a:pPr marL="12700">
              <a:tabLst>
                <a:tab pos="1725930" algn="l"/>
                <a:tab pos="3207385" algn="l"/>
              </a:tabLst>
              <a:defRPr/>
            </a:pPr>
            <a:r>
              <a:rPr lang="zh-CN" altLang="en-US" spc="5" dirty="0"/>
              <a:t>强严格</a:t>
            </a:r>
            <a:r>
              <a:rPr lang="en-US" altLang="zh-CN" spc="5" dirty="0"/>
              <a:t>2PL</a:t>
            </a:r>
            <a:endParaRPr spc="5" dirty="0"/>
          </a:p>
        </p:txBody>
      </p:sp>
      <p:sp>
        <p:nvSpPr>
          <p:cNvPr id="124932" name="object 4"/>
          <p:cNvSpPr txBox="1">
            <a:spLocks noChangeArrowheads="1"/>
          </p:cNvSpPr>
          <p:nvPr/>
        </p:nvSpPr>
        <p:spPr bwMode="auto">
          <a:xfrm>
            <a:off x="971550" y="2249488"/>
            <a:ext cx="6696075" cy="1995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12700">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itchFamily="2" charset="-122"/>
              </a:defRPr>
            </a:lvl5pPr>
            <a:lvl6pPr marL="2514600" indent="-228600" fontAlgn="base">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itchFamily="2" charset="-122"/>
              </a:defRPr>
            </a:lvl6pPr>
            <a:lvl7pPr marL="2971800" indent="-228600" fontAlgn="base">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itchFamily="2" charset="-122"/>
              </a:defRPr>
            </a:lvl7pPr>
            <a:lvl8pPr marL="3429000" indent="-228600" fontAlgn="base">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itchFamily="2" charset="-122"/>
              </a:defRPr>
            </a:lvl8pPr>
            <a:lvl9pPr marL="3886200" indent="-228600" fontAlgn="base">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itchFamily="2" charset="-122"/>
              </a:defRPr>
            </a:lvl9pPr>
          </a:lstStyle>
          <a:p>
            <a:pPr marL="12700" marR="0" lvl="0" indent="0" algn="just" defTabSz="914400" rtl="0" eaLnBrk="1" fontAlgn="base" latinLnBrk="0" hangingPunct="1">
              <a:lnSpc>
                <a:spcPct val="91000"/>
              </a:lnSpc>
              <a:spcBef>
                <a:spcPct val="0"/>
              </a:spcBef>
              <a:spcAft>
                <a:spcPct val="0"/>
              </a:spcAft>
              <a:buClrTx/>
              <a:buSzTx/>
              <a:buFontTx/>
              <a:buNone/>
              <a:defRPr/>
            </a:pPr>
            <a:r>
              <a:rPr kumimoji="1" lang="zh-CN" altLang="en-US" sz="2400" b="0" i="0" u="none" strike="noStrike" kern="1200" cap="none" spc="0" normalizeH="0" baseline="0" noProof="0" dirty="0">
                <a:ln>
                  <a:noFill/>
                </a:ln>
                <a:effectLst/>
                <a:uLnTx/>
                <a:uFillTx/>
                <a:latin typeface="Palatino Linotype" panose="02040502050505030304" pitchFamily="18" charset="0"/>
                <a:ea typeface="宋体" pitchFamily="2" charset="-122"/>
                <a:cs typeface="+mn-cs"/>
              </a:rPr>
              <a:t>调度是严格的：如果在一</a:t>
            </a:r>
            <a:r>
              <a:rPr kumimoji="1" lang="zh-CN" altLang="en-US" sz="2400" b="0" i="0" u="none" strike="noStrike" kern="1200" cap="none" spc="0" normalizeH="0" baseline="0" noProof="0" dirty="0">
                <a:ln>
                  <a:noFill/>
                </a:ln>
                <a:solidFill>
                  <a:srgbClr val="FF0000"/>
                </a:solidFill>
                <a:effectLst/>
                <a:uLnTx/>
                <a:uFillTx/>
                <a:latin typeface="Palatino Linotype" panose="02040502050505030304" pitchFamily="18" charset="0"/>
                <a:ea typeface="宋体" pitchFamily="2" charset="-122"/>
                <a:cs typeface="+mn-cs"/>
              </a:rPr>
              <a:t>事务结束前</a:t>
            </a:r>
            <a:r>
              <a:rPr kumimoji="1" lang="zh-CN" altLang="en-US" sz="2400" b="0" i="0" u="none" strike="noStrike" kern="1200" cap="none" spc="0" normalizeH="0" baseline="0" noProof="0" dirty="0">
                <a:ln>
                  <a:noFill/>
                </a:ln>
                <a:effectLst/>
                <a:uLnTx/>
                <a:uFillTx/>
                <a:latin typeface="Palatino Linotype" panose="02040502050505030304" pitchFamily="18" charset="0"/>
                <a:ea typeface="宋体" pitchFamily="2" charset="-122"/>
                <a:cs typeface="+mn-cs"/>
              </a:rPr>
              <a:t>，该事务所</a:t>
            </a:r>
            <a:r>
              <a:rPr kumimoji="1" lang="zh-CN" altLang="en-US" sz="2400" b="0" i="0" u="none" strike="noStrike" kern="1200" cap="none" spc="0" normalizeH="0" baseline="0" noProof="0" dirty="0">
                <a:ln>
                  <a:noFill/>
                </a:ln>
                <a:solidFill>
                  <a:srgbClr val="FF0000"/>
                </a:solidFill>
                <a:effectLst/>
                <a:uLnTx/>
                <a:uFillTx/>
                <a:latin typeface="Palatino Linotype" panose="02040502050505030304" pitchFamily="18" charset="0"/>
                <a:ea typeface="宋体" pitchFamily="2" charset="-122"/>
                <a:cs typeface="+mn-cs"/>
              </a:rPr>
              <a:t>写的值</a:t>
            </a:r>
            <a:r>
              <a:rPr kumimoji="1" lang="zh-CN" altLang="en-US" sz="2400" b="0" i="0" u="none" strike="noStrike" kern="1200" cap="none" spc="0" normalizeH="0" baseline="0" noProof="0" dirty="0">
                <a:ln>
                  <a:noFill/>
                </a:ln>
                <a:effectLst/>
                <a:uLnTx/>
                <a:uFillTx/>
                <a:latin typeface="Palatino Linotype" panose="02040502050505030304" pitchFamily="18" charset="0"/>
                <a:ea typeface="宋体" pitchFamily="2" charset="-122"/>
                <a:cs typeface="+mn-cs"/>
              </a:rPr>
              <a:t>不会被其它事务读或写。</a:t>
            </a:r>
            <a:endParaRPr kumimoji="1" lang="zh-CN" altLang="zh-CN" sz="2400" b="0" i="0" u="none" strike="noStrike" kern="1200" cap="none" spc="0" normalizeH="0" baseline="0" noProof="0" dirty="0">
              <a:ln>
                <a:noFill/>
              </a:ln>
              <a:effectLst/>
              <a:uLnTx/>
              <a:uFillTx/>
              <a:latin typeface="Palatino Linotype" panose="02040502050505030304" pitchFamily="18" charset="0"/>
              <a:ea typeface="宋体" pitchFamily="2" charset="-122"/>
              <a:cs typeface="+mn-cs"/>
            </a:endParaRPr>
          </a:p>
          <a:p>
            <a:pPr marL="12700" marR="0" lvl="0" indent="0" algn="l" defTabSz="914400" rtl="0" eaLnBrk="1" fontAlgn="base" latinLnBrk="0" hangingPunct="1">
              <a:lnSpc>
                <a:spcPct val="100000"/>
              </a:lnSpc>
              <a:spcBef>
                <a:spcPts val="25"/>
              </a:spcBef>
              <a:spcAft>
                <a:spcPct val="0"/>
              </a:spcAft>
              <a:buClrTx/>
              <a:buSzTx/>
              <a:buFontTx/>
              <a:buNone/>
              <a:defRPr/>
            </a:pPr>
            <a:endParaRPr kumimoji="1" lang="zh-CN" altLang="zh-CN" sz="2400" b="0" i="0" u="none" strike="noStrike" kern="1200" cap="none" spc="0" normalizeH="0" baseline="0" noProof="0" dirty="0">
              <a:ln>
                <a:noFill/>
              </a:ln>
              <a:effectLst/>
              <a:uLnTx/>
              <a:uFillTx/>
              <a:latin typeface="Times New Roman" panose="02020503050405090304" pitchFamily="18" charset="0"/>
              <a:ea typeface="宋体" pitchFamily="2" charset="-122"/>
              <a:cs typeface="Times New Roman" panose="02020503050405090304" pitchFamily="18" charset="0"/>
            </a:endParaRPr>
          </a:p>
          <a:p>
            <a:pPr marL="12700" marR="0" lvl="0" indent="0" algn="just" defTabSz="914400" rtl="0" eaLnBrk="1" fontAlgn="base" latinLnBrk="0" hangingPunct="1">
              <a:lnSpc>
                <a:spcPts val="2775"/>
              </a:lnSpc>
              <a:spcBef>
                <a:spcPct val="0"/>
              </a:spcBef>
              <a:spcAft>
                <a:spcPct val="0"/>
              </a:spcAft>
              <a:buClrTx/>
              <a:buSzTx/>
              <a:buFontTx/>
              <a:buNone/>
              <a:defRPr/>
            </a:pPr>
            <a:r>
              <a:rPr kumimoji="1" lang="zh-CN" altLang="en-US" sz="2400" b="0" i="0" u="none" strike="noStrike" kern="1200" cap="none" spc="0" normalizeH="0" baseline="0" noProof="0" dirty="0">
                <a:ln>
                  <a:noFill/>
                </a:ln>
                <a:effectLst/>
                <a:uLnTx/>
                <a:uFillTx/>
                <a:latin typeface="Palatino Linotype" panose="02040502050505030304" pitchFamily="18" charset="0"/>
                <a:ea typeface="宋体" pitchFamily="2" charset="-122"/>
                <a:cs typeface="+mn-cs"/>
              </a:rPr>
              <a:t>优点</a:t>
            </a:r>
            <a:r>
              <a:rPr kumimoji="1" lang="zh-CN" altLang="zh-CN" sz="2400" b="0" i="0" u="none" strike="noStrike" kern="1200" cap="none" spc="0" normalizeH="0" baseline="0" noProof="0" dirty="0">
                <a:ln>
                  <a:noFill/>
                </a:ln>
                <a:effectLst/>
                <a:uLnTx/>
                <a:uFillTx/>
                <a:latin typeface="Palatino Linotype" panose="02040502050505030304" pitchFamily="18" charset="0"/>
                <a:ea typeface="宋体" pitchFamily="2" charset="-122"/>
                <a:cs typeface="+mn-cs"/>
              </a:rPr>
              <a:t>:</a:t>
            </a:r>
            <a:endParaRPr kumimoji="1" lang="zh-CN" altLang="zh-CN" sz="2400" b="0" i="0" u="none" strike="noStrike" kern="1200" cap="none" spc="0" normalizeH="0" baseline="0" noProof="0" dirty="0">
              <a:ln>
                <a:noFill/>
              </a:ln>
              <a:effectLst/>
              <a:uLnTx/>
              <a:uFillTx/>
              <a:latin typeface="Palatino Linotype" panose="02040502050505030304" pitchFamily="18" charset="0"/>
              <a:ea typeface="宋体" pitchFamily="2" charset="-122"/>
              <a:cs typeface="+mn-cs"/>
            </a:endParaRPr>
          </a:p>
          <a:p>
            <a:pPr marL="12700" marR="0" lvl="0" indent="0" algn="just" defTabSz="914400" rtl="0" eaLnBrk="1" fontAlgn="base" latinLnBrk="0" hangingPunct="1">
              <a:lnSpc>
                <a:spcPts val="2175"/>
              </a:lnSpc>
              <a:spcBef>
                <a:spcPct val="0"/>
              </a:spcBef>
              <a:spcAft>
                <a:spcPct val="0"/>
              </a:spcAft>
              <a:buClrTx/>
              <a:buSzTx/>
              <a:buFontTx/>
              <a:buNone/>
              <a:defRPr/>
            </a:pPr>
            <a:r>
              <a:rPr kumimoji="1" lang="zh-CN" altLang="zh-CN" sz="2400" b="0" i="0" u="none" strike="noStrike" kern="1200" cap="none" spc="0" normalizeH="0" baseline="0" noProof="0" dirty="0">
                <a:ln>
                  <a:noFill/>
                </a:ln>
                <a:effectLst/>
                <a:uLnTx/>
                <a:uFillTx/>
                <a:latin typeface="Times New Roman" panose="02020503050405090304" pitchFamily="18" charset="0"/>
                <a:ea typeface="宋体" pitchFamily="2" charset="-122"/>
                <a:cs typeface="+mn-cs"/>
              </a:rPr>
              <a:t>→ </a:t>
            </a:r>
            <a:r>
              <a:rPr kumimoji="1" lang="zh-CN" altLang="en-US" sz="2400" b="0" i="0" u="none" strike="noStrike" kern="1200" cap="none" spc="0" normalizeH="0" baseline="0" noProof="0" dirty="0">
                <a:ln>
                  <a:noFill/>
                </a:ln>
                <a:effectLst/>
                <a:uLnTx/>
                <a:uFillTx/>
                <a:latin typeface="Times New Roman" panose="02020503050405090304" pitchFamily="18" charset="0"/>
                <a:ea typeface="宋体" pitchFamily="2" charset="-122"/>
                <a:cs typeface="+mn-cs"/>
              </a:rPr>
              <a:t>不会引发级联撤销。</a:t>
            </a:r>
            <a:endParaRPr kumimoji="1" lang="zh-CN" altLang="zh-CN" sz="2400" b="0" i="0" u="none" strike="noStrike" kern="1200" cap="none" spc="0" normalizeH="0" baseline="0" noProof="0" dirty="0">
              <a:ln>
                <a:noFill/>
              </a:ln>
              <a:effectLst/>
              <a:uLnTx/>
              <a:uFillTx/>
              <a:latin typeface="Palatino Linotype" panose="02040502050505030304" pitchFamily="18" charset="0"/>
              <a:ea typeface="宋体" pitchFamily="2" charset="-122"/>
              <a:cs typeface="+mn-cs"/>
            </a:endParaRPr>
          </a:p>
          <a:p>
            <a:pPr marL="12700" marR="0" lvl="0" indent="0" algn="l" defTabSz="914400" rtl="0" eaLnBrk="1" fontAlgn="base" latinLnBrk="0" hangingPunct="1">
              <a:lnSpc>
                <a:spcPts val="2165"/>
              </a:lnSpc>
              <a:spcBef>
                <a:spcPts val="150"/>
              </a:spcBef>
              <a:spcAft>
                <a:spcPct val="0"/>
              </a:spcAft>
              <a:buClrTx/>
              <a:buSzTx/>
              <a:buFontTx/>
              <a:buNone/>
              <a:defRPr/>
            </a:pPr>
            <a:r>
              <a:rPr kumimoji="1" lang="zh-CN" altLang="zh-CN" sz="2400" b="0" i="0" u="none" strike="noStrike" kern="1200" cap="none" spc="0" normalizeH="0" baseline="0" noProof="0" dirty="0">
                <a:ln>
                  <a:noFill/>
                </a:ln>
                <a:effectLst/>
                <a:uLnTx/>
                <a:uFillTx/>
                <a:latin typeface="Times New Roman" panose="02020503050405090304" pitchFamily="18" charset="0"/>
                <a:ea typeface="宋体" pitchFamily="2" charset="-122"/>
                <a:cs typeface="+mn-cs"/>
              </a:rPr>
              <a:t>→ </a:t>
            </a:r>
            <a:r>
              <a:rPr kumimoji="1" lang="zh-CN" altLang="en-US" sz="2400" b="0" i="0" u="none" strike="noStrike" kern="1200" cap="none" spc="0" normalizeH="0" baseline="0" noProof="0" dirty="0">
                <a:ln>
                  <a:noFill/>
                </a:ln>
                <a:effectLst/>
                <a:uLnTx/>
                <a:uFillTx/>
                <a:latin typeface="Times New Roman" panose="02020503050405090304" pitchFamily="18" charset="0"/>
                <a:ea typeface="宋体" pitchFamily="2" charset="-122"/>
                <a:cs typeface="+mn-cs"/>
              </a:rPr>
              <a:t>撤销事务只需恢复修改元组的原始值。</a:t>
            </a:r>
            <a:endParaRPr kumimoji="1" lang="zh-CN" altLang="zh-CN" sz="2400" b="0" i="0" u="none" strike="noStrike" kern="1200" cap="none" spc="0" normalizeH="0" baseline="0" noProof="0" dirty="0">
              <a:ln>
                <a:noFill/>
              </a:ln>
              <a:effectLst/>
              <a:uLnTx/>
              <a:uFillTx/>
              <a:latin typeface="Palatino Linotype" panose="02040502050505030304" pitchFamily="18" charset="0"/>
              <a:ea typeface="宋体" pitchFamily="2" charset="-122"/>
              <a:cs typeface="+mn-cs"/>
            </a:endParaRPr>
          </a:p>
        </p:txBody>
      </p:sp>
      <p:sp>
        <p:nvSpPr>
          <p:cNvPr id="6" name="星形: 十二角 5"/>
          <p:cNvSpPr/>
          <p:nvPr/>
        </p:nvSpPr>
        <p:spPr>
          <a:xfrm>
            <a:off x="168932" y="178581"/>
            <a:ext cx="414700" cy="338336"/>
          </a:xfrm>
          <a:prstGeom prst="star12">
            <a:avLst/>
          </a:prstGeom>
          <a:ln>
            <a:solidFill>
              <a:srgbClr val="FF0000"/>
            </a:solidFill>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prstClr val="black"/>
              </a:solidFill>
              <a:effectLst/>
              <a:uLnTx/>
              <a:uFillTx/>
              <a:latin typeface="Constantia"/>
              <a:ea typeface="宋体" pitchFamily="2" charset="-122"/>
              <a:cs typeface="+mn-cs"/>
            </a:endParaRPr>
          </a:p>
        </p:txBody>
      </p:sp>
      <p:sp>
        <p:nvSpPr>
          <p:cNvPr id="2" name="灯片编号占位符 1"/>
          <p:cNvSpPr>
            <a:spLocks noGrp="1"/>
          </p:cNvSpPr>
          <p:nvPr>
            <p:ph type="sldNum" sz="quarter" idx="10"/>
          </p:nvPr>
        </p:nvSpPr>
        <p:spPr/>
        <p:txBody>
          <a:bodyPr/>
          <a:lstStyle/>
          <a:p>
            <a:pPr>
              <a:defRPr/>
            </a:pPr>
            <a:fld id="{F4F04043-1C08-4BBE-97B7-003515CF2E9C}" type="slidenum">
              <a:rPr lang="en-US" altLang="zh-CN" smtClean="0"/>
            </a:fld>
            <a:endParaRPr lang="en-US" altLang="zh-CN"/>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755650" y="874752"/>
            <a:ext cx="7424738" cy="553998"/>
          </a:xfrm>
        </p:spPr>
        <p:txBody>
          <a:bodyPr tIns="0" rtlCol="0">
            <a:spAutoFit/>
          </a:bodyPr>
          <a:lstStyle/>
          <a:p>
            <a:pPr marL="12700">
              <a:tabLst>
                <a:tab pos="1725930" algn="l"/>
                <a:tab pos="3207385" algn="l"/>
              </a:tabLst>
              <a:defRPr/>
            </a:pPr>
            <a:r>
              <a:rPr lang="zh-CN" altLang="en-US" sz="3600" spc="5" dirty="0"/>
              <a:t>调度</a:t>
            </a:r>
            <a:endParaRPr sz="3600" spc="5" dirty="0"/>
          </a:p>
        </p:txBody>
      </p:sp>
      <p:sp>
        <p:nvSpPr>
          <p:cNvPr id="24" name="object 2"/>
          <p:cNvSpPr/>
          <p:nvPr/>
        </p:nvSpPr>
        <p:spPr bwMode="auto">
          <a:xfrm>
            <a:off x="1793081" y="2071688"/>
            <a:ext cx="5592762" cy="3657600"/>
          </a:xfrm>
          <a:custGeom>
            <a:avLst/>
            <a:gdLst>
              <a:gd name="T0" fmla="*/ 5399510 w 5593080"/>
              <a:gd name="T1" fmla="*/ 0 h 3657600"/>
              <a:gd name="T2" fmla="*/ 190390 w 5593080"/>
              <a:gd name="T3" fmla="*/ 0 h 3657600"/>
              <a:gd name="T4" fmla="*/ 174783 w 5593080"/>
              <a:gd name="T5" fmla="*/ 631 h 3657600"/>
              <a:gd name="T6" fmla="*/ 130238 w 5593080"/>
              <a:gd name="T7" fmla="*/ 9717 h 3657600"/>
              <a:gd name="T8" fmla="*/ 90126 w 5593080"/>
              <a:gd name="T9" fmla="*/ 28554 h 3657600"/>
              <a:gd name="T10" fmla="*/ 55786 w 5593080"/>
              <a:gd name="T11" fmla="*/ 55816 h 3657600"/>
              <a:gd name="T12" fmla="*/ 28534 w 5593080"/>
              <a:gd name="T13" fmla="*/ 90176 h 3657600"/>
              <a:gd name="T14" fmla="*/ 9707 w 5593080"/>
              <a:gd name="T15" fmla="*/ 130308 h 3657600"/>
              <a:gd name="T16" fmla="*/ 631 w 5593080"/>
              <a:gd name="T17" fmla="*/ 174883 h 3657600"/>
              <a:gd name="T18" fmla="*/ 0 w 5593080"/>
              <a:gd name="T19" fmla="*/ 190500 h 3657600"/>
              <a:gd name="T20" fmla="*/ 0 w 5593080"/>
              <a:gd name="T21" fmla="*/ 3467112 h 3657600"/>
              <a:gd name="T22" fmla="*/ 5539 w 5593080"/>
              <a:gd name="T23" fmla="*/ 3512890 h 3657600"/>
              <a:gd name="T24" fmla="*/ 21263 w 5593080"/>
              <a:gd name="T25" fmla="*/ 3554654 h 3657600"/>
              <a:gd name="T26" fmla="*/ 45844 w 5593080"/>
              <a:gd name="T27" fmla="*/ 3591081 h 3657600"/>
              <a:gd name="T28" fmla="*/ 77976 w 5593080"/>
              <a:gd name="T29" fmla="*/ 3620848 h 3657600"/>
              <a:gd name="T30" fmla="*/ 116301 w 5593080"/>
              <a:gd name="T31" fmla="*/ 3642631 h 3657600"/>
              <a:gd name="T32" fmla="*/ 159523 w 5593080"/>
              <a:gd name="T33" fmla="*/ 3655106 h 3657600"/>
              <a:gd name="T34" fmla="*/ 190390 w 5593080"/>
              <a:gd name="T35" fmla="*/ 3657600 h 3657600"/>
              <a:gd name="T36" fmla="*/ 5399510 w 5593080"/>
              <a:gd name="T37" fmla="*/ 3657600 h 3657600"/>
              <a:gd name="T38" fmla="*/ 5445241 w 5593080"/>
              <a:gd name="T39" fmla="*/ 3652064 h 3657600"/>
              <a:gd name="T40" fmla="*/ 5486981 w 5593080"/>
              <a:gd name="T41" fmla="*/ 3636338 h 3657600"/>
              <a:gd name="T42" fmla="*/ 5523393 w 5593080"/>
              <a:gd name="T43" fmla="*/ 3611747 h 3657600"/>
              <a:gd name="T44" fmla="*/ 5553148 w 5593080"/>
              <a:gd name="T45" fmla="*/ 3579613 h 3657600"/>
              <a:gd name="T46" fmla="*/ 5574931 w 5593080"/>
              <a:gd name="T47" fmla="*/ 3541260 h 3657600"/>
              <a:gd name="T48" fmla="*/ 5587405 w 5593080"/>
              <a:gd name="T49" fmla="*/ 3498011 h 3657600"/>
              <a:gd name="T50" fmla="*/ 5589900 w 5593080"/>
              <a:gd name="T51" fmla="*/ 3467112 h 3657600"/>
              <a:gd name="T52" fmla="*/ 5589900 w 5593080"/>
              <a:gd name="T53" fmla="*/ 190500 h 3657600"/>
              <a:gd name="T54" fmla="*/ 5584360 w 5593080"/>
              <a:gd name="T55" fmla="*/ 144738 h 3657600"/>
              <a:gd name="T56" fmla="*/ 5568636 w 5593080"/>
              <a:gd name="T57" fmla="*/ 102978 h 3657600"/>
              <a:gd name="T58" fmla="*/ 5544055 w 5593080"/>
              <a:gd name="T59" fmla="*/ 66546 h 3657600"/>
              <a:gd name="T60" fmla="*/ 5511929 w 5593080"/>
              <a:gd name="T61" fmla="*/ 36771 h 3657600"/>
              <a:gd name="T62" fmla="*/ 5473598 w 5593080"/>
              <a:gd name="T63" fmla="*/ 14978 h 3657600"/>
              <a:gd name="T64" fmla="*/ 5430376 w 5593080"/>
              <a:gd name="T65" fmla="*/ 2494 h 3657600"/>
              <a:gd name="T66" fmla="*/ 5399510 w 5593080"/>
              <a:gd name="T67" fmla="*/ 0 h 3657600"/>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5593080" h="3657600">
                <a:moveTo>
                  <a:pt x="5402580" y="0"/>
                </a:moveTo>
                <a:lnTo>
                  <a:pt x="190500" y="0"/>
                </a:lnTo>
                <a:lnTo>
                  <a:pt x="174883" y="631"/>
                </a:lnTo>
                <a:lnTo>
                  <a:pt x="130308" y="9717"/>
                </a:lnTo>
                <a:lnTo>
                  <a:pt x="90176" y="28554"/>
                </a:lnTo>
                <a:lnTo>
                  <a:pt x="55816" y="55816"/>
                </a:lnTo>
                <a:lnTo>
                  <a:pt x="28554" y="90176"/>
                </a:lnTo>
                <a:lnTo>
                  <a:pt x="9717" y="130308"/>
                </a:lnTo>
                <a:lnTo>
                  <a:pt x="631" y="174883"/>
                </a:lnTo>
                <a:lnTo>
                  <a:pt x="0" y="190500"/>
                </a:lnTo>
                <a:lnTo>
                  <a:pt x="0" y="3467112"/>
                </a:lnTo>
                <a:lnTo>
                  <a:pt x="5539" y="3512890"/>
                </a:lnTo>
                <a:lnTo>
                  <a:pt x="21273" y="3554654"/>
                </a:lnTo>
                <a:lnTo>
                  <a:pt x="45874" y="3591081"/>
                </a:lnTo>
                <a:lnTo>
                  <a:pt x="78016" y="3620848"/>
                </a:lnTo>
                <a:lnTo>
                  <a:pt x="116371" y="3642631"/>
                </a:lnTo>
                <a:lnTo>
                  <a:pt x="159613" y="3655106"/>
                </a:lnTo>
                <a:lnTo>
                  <a:pt x="190500" y="3657600"/>
                </a:lnTo>
                <a:lnTo>
                  <a:pt x="5402580" y="3657600"/>
                </a:lnTo>
                <a:lnTo>
                  <a:pt x="5448341" y="3652064"/>
                </a:lnTo>
                <a:lnTo>
                  <a:pt x="5490101" y="3636338"/>
                </a:lnTo>
                <a:lnTo>
                  <a:pt x="5526533" y="3611747"/>
                </a:lnTo>
                <a:lnTo>
                  <a:pt x="5556308" y="3579613"/>
                </a:lnTo>
                <a:lnTo>
                  <a:pt x="5578101" y="3541260"/>
                </a:lnTo>
                <a:lnTo>
                  <a:pt x="5590585" y="3498011"/>
                </a:lnTo>
                <a:lnTo>
                  <a:pt x="5593080" y="3467112"/>
                </a:lnTo>
                <a:lnTo>
                  <a:pt x="5593080" y="190500"/>
                </a:lnTo>
                <a:lnTo>
                  <a:pt x="5587540" y="144738"/>
                </a:lnTo>
                <a:lnTo>
                  <a:pt x="5571806" y="102978"/>
                </a:lnTo>
                <a:lnTo>
                  <a:pt x="5547205" y="66546"/>
                </a:lnTo>
                <a:lnTo>
                  <a:pt x="5515063" y="36771"/>
                </a:lnTo>
                <a:lnTo>
                  <a:pt x="5476708" y="14978"/>
                </a:lnTo>
                <a:lnTo>
                  <a:pt x="5433466" y="2494"/>
                </a:lnTo>
                <a:lnTo>
                  <a:pt x="5402580" y="0"/>
                </a:lnTo>
                <a:close/>
              </a:path>
            </a:pathLst>
          </a:custGeom>
          <a:solidFill>
            <a:schemeClr val="bg2"/>
          </a:solidFill>
          <a:ln>
            <a:noFill/>
          </a:ln>
        </p:spPr>
        <p:txBody>
          <a:bodyPr lIns="0" tIns="0" rIns="0" bIns="0"/>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prstClr val="black"/>
              </a:solidFill>
              <a:effectLst/>
              <a:uLnTx/>
              <a:uFillTx/>
              <a:latin typeface="Verdana" panose="020B0804030504040204" pitchFamily="34" charset="0"/>
              <a:ea typeface="宋体" pitchFamily="2" charset="-122"/>
              <a:cs typeface="+mn-cs"/>
            </a:endParaRPr>
          </a:p>
        </p:txBody>
      </p:sp>
      <p:sp>
        <p:nvSpPr>
          <p:cNvPr id="25" name="object 3"/>
          <p:cNvSpPr/>
          <p:nvPr/>
        </p:nvSpPr>
        <p:spPr bwMode="auto">
          <a:xfrm>
            <a:off x="1776413" y="2058988"/>
            <a:ext cx="5592762" cy="3657600"/>
          </a:xfrm>
          <a:custGeom>
            <a:avLst/>
            <a:gdLst>
              <a:gd name="T0" fmla="*/ 0 w 5593080"/>
              <a:gd name="T1" fmla="*/ 190500 h 3657600"/>
              <a:gd name="T2" fmla="*/ 5539 w 5593080"/>
              <a:gd name="T3" fmla="*/ 144738 h 3657600"/>
              <a:gd name="T4" fmla="*/ 21263 w 5593080"/>
              <a:gd name="T5" fmla="*/ 102978 h 3657600"/>
              <a:gd name="T6" fmla="*/ 45844 w 5593080"/>
              <a:gd name="T7" fmla="*/ 66546 h 3657600"/>
              <a:gd name="T8" fmla="*/ 77976 w 5593080"/>
              <a:gd name="T9" fmla="*/ 36771 h 3657600"/>
              <a:gd name="T10" fmla="*/ 116301 w 5593080"/>
              <a:gd name="T11" fmla="*/ 14978 h 3657600"/>
              <a:gd name="T12" fmla="*/ 159523 w 5593080"/>
              <a:gd name="T13" fmla="*/ 2494 h 3657600"/>
              <a:gd name="T14" fmla="*/ 190390 w 5593080"/>
              <a:gd name="T15" fmla="*/ 0 h 3657600"/>
              <a:gd name="T16" fmla="*/ 5399510 w 5593080"/>
              <a:gd name="T17" fmla="*/ 0 h 3657600"/>
              <a:gd name="T18" fmla="*/ 5445241 w 5593080"/>
              <a:gd name="T19" fmla="*/ 5539 h 3657600"/>
              <a:gd name="T20" fmla="*/ 5486981 w 5593080"/>
              <a:gd name="T21" fmla="*/ 21273 h 3657600"/>
              <a:gd name="T22" fmla="*/ 5523393 w 5593080"/>
              <a:gd name="T23" fmla="*/ 45874 h 3657600"/>
              <a:gd name="T24" fmla="*/ 5553148 w 5593080"/>
              <a:gd name="T25" fmla="*/ 78016 h 3657600"/>
              <a:gd name="T26" fmla="*/ 5574931 w 5593080"/>
              <a:gd name="T27" fmla="*/ 116371 h 3657600"/>
              <a:gd name="T28" fmla="*/ 5587405 w 5593080"/>
              <a:gd name="T29" fmla="*/ 159613 h 3657600"/>
              <a:gd name="T30" fmla="*/ 5589900 w 5593080"/>
              <a:gd name="T31" fmla="*/ 190500 h 3657600"/>
              <a:gd name="T32" fmla="*/ 5589900 w 5593080"/>
              <a:gd name="T33" fmla="*/ 3467112 h 3657600"/>
              <a:gd name="T34" fmla="*/ 5584360 w 5593080"/>
              <a:gd name="T35" fmla="*/ 3512890 h 3657600"/>
              <a:gd name="T36" fmla="*/ 5568636 w 5593080"/>
              <a:gd name="T37" fmla="*/ 3554654 h 3657600"/>
              <a:gd name="T38" fmla="*/ 5544055 w 5593080"/>
              <a:gd name="T39" fmla="*/ 3591081 h 3657600"/>
              <a:gd name="T40" fmla="*/ 5511929 w 5593080"/>
              <a:gd name="T41" fmla="*/ 3620848 h 3657600"/>
              <a:gd name="T42" fmla="*/ 5473598 w 5593080"/>
              <a:gd name="T43" fmla="*/ 3642631 h 3657600"/>
              <a:gd name="T44" fmla="*/ 5430376 w 5593080"/>
              <a:gd name="T45" fmla="*/ 3655106 h 3657600"/>
              <a:gd name="T46" fmla="*/ 5399510 w 5593080"/>
              <a:gd name="T47" fmla="*/ 3657600 h 3657600"/>
              <a:gd name="T48" fmla="*/ 190390 w 5593080"/>
              <a:gd name="T49" fmla="*/ 3657600 h 3657600"/>
              <a:gd name="T50" fmla="*/ 144658 w 5593080"/>
              <a:gd name="T51" fmla="*/ 3652064 h 3657600"/>
              <a:gd name="T52" fmla="*/ 102918 w 5593080"/>
              <a:gd name="T53" fmla="*/ 3636338 h 3657600"/>
              <a:gd name="T54" fmla="*/ 66506 w 5593080"/>
              <a:gd name="T55" fmla="*/ 3611747 h 3657600"/>
              <a:gd name="T56" fmla="*/ 36751 w 5593080"/>
              <a:gd name="T57" fmla="*/ 3579613 h 3657600"/>
              <a:gd name="T58" fmla="*/ 14968 w 5593080"/>
              <a:gd name="T59" fmla="*/ 3541260 h 3657600"/>
              <a:gd name="T60" fmla="*/ 2494 w 5593080"/>
              <a:gd name="T61" fmla="*/ 3498011 h 3657600"/>
              <a:gd name="T62" fmla="*/ 0 w 5593080"/>
              <a:gd name="T63" fmla="*/ 3467112 h 3657600"/>
              <a:gd name="T64" fmla="*/ 0 w 5593080"/>
              <a:gd name="T65" fmla="*/ 190500 h 3657600"/>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5593080" h="3657600">
                <a:moveTo>
                  <a:pt x="0" y="190500"/>
                </a:moveTo>
                <a:lnTo>
                  <a:pt x="5539" y="144738"/>
                </a:lnTo>
                <a:lnTo>
                  <a:pt x="21273" y="102978"/>
                </a:lnTo>
                <a:lnTo>
                  <a:pt x="45874" y="66546"/>
                </a:lnTo>
                <a:lnTo>
                  <a:pt x="78016" y="36771"/>
                </a:lnTo>
                <a:lnTo>
                  <a:pt x="116371" y="14978"/>
                </a:lnTo>
                <a:lnTo>
                  <a:pt x="159613" y="2494"/>
                </a:lnTo>
                <a:lnTo>
                  <a:pt x="190500" y="0"/>
                </a:lnTo>
                <a:lnTo>
                  <a:pt x="5402580" y="0"/>
                </a:lnTo>
                <a:lnTo>
                  <a:pt x="5448341" y="5539"/>
                </a:lnTo>
                <a:lnTo>
                  <a:pt x="5490101" y="21273"/>
                </a:lnTo>
                <a:lnTo>
                  <a:pt x="5526533" y="45874"/>
                </a:lnTo>
                <a:lnTo>
                  <a:pt x="5556308" y="78016"/>
                </a:lnTo>
                <a:lnTo>
                  <a:pt x="5578101" y="116371"/>
                </a:lnTo>
                <a:lnTo>
                  <a:pt x="5590585" y="159613"/>
                </a:lnTo>
                <a:lnTo>
                  <a:pt x="5593080" y="190500"/>
                </a:lnTo>
                <a:lnTo>
                  <a:pt x="5593080" y="3467112"/>
                </a:lnTo>
                <a:lnTo>
                  <a:pt x="5587540" y="3512890"/>
                </a:lnTo>
                <a:lnTo>
                  <a:pt x="5571806" y="3554654"/>
                </a:lnTo>
                <a:lnTo>
                  <a:pt x="5547205" y="3591081"/>
                </a:lnTo>
                <a:lnTo>
                  <a:pt x="5515063" y="3620848"/>
                </a:lnTo>
                <a:lnTo>
                  <a:pt x="5476708" y="3642631"/>
                </a:lnTo>
                <a:lnTo>
                  <a:pt x="5433466" y="3655106"/>
                </a:lnTo>
                <a:lnTo>
                  <a:pt x="5402580" y="3657600"/>
                </a:lnTo>
                <a:lnTo>
                  <a:pt x="190500" y="3657600"/>
                </a:lnTo>
                <a:lnTo>
                  <a:pt x="144738" y="3652064"/>
                </a:lnTo>
                <a:lnTo>
                  <a:pt x="102978" y="3636338"/>
                </a:lnTo>
                <a:lnTo>
                  <a:pt x="66546" y="3611747"/>
                </a:lnTo>
                <a:lnTo>
                  <a:pt x="36771" y="3579613"/>
                </a:lnTo>
                <a:lnTo>
                  <a:pt x="14978" y="3541260"/>
                </a:lnTo>
                <a:lnTo>
                  <a:pt x="2494" y="3498011"/>
                </a:lnTo>
                <a:lnTo>
                  <a:pt x="0" y="3467112"/>
                </a:lnTo>
                <a:lnTo>
                  <a:pt x="0" y="190500"/>
                </a:lnTo>
                <a:close/>
              </a:path>
            </a:pathLst>
          </a:custGeom>
          <a:noFill/>
          <a:ln w="38100">
            <a:solidFill>
              <a:srgbClr val="404040"/>
            </a:solidFill>
            <a:round/>
          </a:ln>
          <a:extLst>
            <a:ext uri="{909E8E84-426E-40DD-AFC4-6F175D3DCCD1}">
              <a14:hiddenFill xmlns:a14="http://schemas.microsoft.com/office/drawing/2010/main">
                <a:solidFill>
                  <a:srgbClr val="FFFFFF"/>
                </a:solidFill>
              </a14:hiddenFill>
            </a:ext>
          </a:extLst>
        </p:spPr>
        <p:txBody>
          <a:bodyPr lIns="0" tIns="0" rIns="0" bIns="0"/>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prstClr val="black"/>
              </a:solidFill>
              <a:effectLst/>
              <a:uLnTx/>
              <a:uFillTx/>
              <a:latin typeface="Verdana" panose="020B0804030504040204" pitchFamily="34" charset="0"/>
              <a:ea typeface="宋体" pitchFamily="2" charset="-122"/>
              <a:cs typeface="+mn-cs"/>
            </a:endParaRPr>
          </a:p>
        </p:txBody>
      </p:sp>
      <p:sp>
        <p:nvSpPr>
          <p:cNvPr id="26" name="object 4"/>
          <p:cNvSpPr txBox="1"/>
          <p:nvPr/>
        </p:nvSpPr>
        <p:spPr>
          <a:xfrm>
            <a:off x="1909763" y="2165350"/>
            <a:ext cx="1249362" cy="306388"/>
          </a:xfrm>
          <a:prstGeom prst="rect">
            <a:avLst/>
          </a:prstGeom>
        </p:spPr>
        <p:txBody>
          <a:bodyPr lIns="0" tIns="0" rIns="0" bIns="0">
            <a:spAutoFit/>
          </a:bodyPr>
          <a:lstStyle/>
          <a:p>
            <a:pPr marL="12700" marR="0" lvl="0" indent="0" algn="l" defTabSz="914400" rtl="0" eaLnBrk="1" fontAlgn="base" latinLnBrk="0" hangingPunct="1">
              <a:lnSpc>
                <a:spcPct val="100000"/>
              </a:lnSpc>
              <a:spcBef>
                <a:spcPct val="0"/>
              </a:spcBef>
              <a:spcAft>
                <a:spcPct val="0"/>
              </a:spcAft>
              <a:buClrTx/>
              <a:buSzTx/>
              <a:buFontTx/>
              <a:buNone/>
              <a:defRPr/>
            </a:pPr>
            <a:r>
              <a:rPr kumimoji="1" lang="zh-CN" altLang="en-US" sz="2000" b="0" i="1" u="none" strike="noStrike" kern="1200" cap="none" spc="-280" normalizeH="0" baseline="0" noProof="0" dirty="0">
                <a:ln>
                  <a:noFill/>
                </a:ln>
                <a:solidFill>
                  <a:srgbClr val="404040"/>
                </a:solidFill>
                <a:effectLst/>
                <a:uLnTx/>
                <a:uFillTx/>
                <a:latin typeface="Book Antiqua" panose="02040602050305030304"/>
                <a:ea typeface="宋体" pitchFamily="2" charset="-122"/>
                <a:cs typeface="Book Antiqua" panose="02040602050305030304"/>
              </a:rPr>
              <a:t>所有调度</a:t>
            </a:r>
            <a:endParaRPr kumimoji="1" sz="2000" b="0" i="0" u="none" strike="noStrike" kern="1200" cap="none" spc="0" normalizeH="0" baseline="0" noProof="0" dirty="0">
              <a:ln>
                <a:noFill/>
              </a:ln>
              <a:solidFill>
                <a:prstClr val="black"/>
              </a:solidFill>
              <a:effectLst/>
              <a:uLnTx/>
              <a:uFillTx/>
              <a:latin typeface="Book Antiqua" panose="02040602050305030304"/>
              <a:ea typeface="宋体" pitchFamily="2" charset="-122"/>
              <a:cs typeface="Book Antiqua" panose="02040602050305030304"/>
            </a:endParaRPr>
          </a:p>
        </p:txBody>
      </p:sp>
      <p:sp>
        <p:nvSpPr>
          <p:cNvPr id="27" name="object 7"/>
          <p:cNvSpPr/>
          <p:nvPr/>
        </p:nvSpPr>
        <p:spPr bwMode="auto">
          <a:xfrm>
            <a:off x="3833813" y="2287588"/>
            <a:ext cx="3065462" cy="3225800"/>
          </a:xfrm>
          <a:custGeom>
            <a:avLst/>
            <a:gdLst>
              <a:gd name="T0" fmla="*/ 2832172 w 3066415"/>
              <a:gd name="T1" fmla="*/ 0 h 3226435"/>
              <a:gd name="T2" fmla="*/ 224598 w 3066415"/>
              <a:gd name="T3" fmla="*/ 0 h 3226435"/>
              <a:gd name="T4" fmla="*/ 206175 w 3066415"/>
              <a:gd name="T5" fmla="*/ 746 h 3226435"/>
              <a:gd name="T6" fmla="*/ 153594 w 3066415"/>
              <a:gd name="T7" fmla="*/ 11462 h 3226435"/>
              <a:gd name="T8" fmla="*/ 106276 w 3066415"/>
              <a:gd name="T9" fmla="*/ 33677 h 3226435"/>
              <a:gd name="T10" fmla="*/ 65775 w 3066415"/>
              <a:gd name="T11" fmla="*/ 65846 h 3226435"/>
              <a:gd name="T12" fmla="*/ 33647 w 3066415"/>
              <a:gd name="T13" fmla="*/ 106396 h 3226435"/>
              <a:gd name="T14" fmla="*/ 11442 w 3066415"/>
              <a:gd name="T15" fmla="*/ 153774 h 3226435"/>
              <a:gd name="T16" fmla="*/ 746 w 3066415"/>
              <a:gd name="T17" fmla="*/ 206405 h 3226435"/>
              <a:gd name="T18" fmla="*/ 0 w 3066415"/>
              <a:gd name="T19" fmla="*/ 224858 h 3226435"/>
              <a:gd name="T20" fmla="*/ 0 w 3066415"/>
              <a:gd name="T21" fmla="*/ 2995120 h 3226435"/>
              <a:gd name="T22" fmla="*/ 6525 w 3066415"/>
              <a:gd name="T23" fmla="*/ 3049154 h 3226435"/>
              <a:gd name="T24" fmla="*/ 25061 w 3066415"/>
              <a:gd name="T25" fmla="*/ 3098449 h 3226435"/>
              <a:gd name="T26" fmla="*/ 54052 w 3066415"/>
              <a:gd name="T27" fmla="*/ 3141447 h 3226435"/>
              <a:gd name="T28" fmla="*/ 91936 w 3066415"/>
              <a:gd name="T29" fmla="*/ 3176583 h 3226435"/>
              <a:gd name="T30" fmla="*/ 137158 w 3066415"/>
              <a:gd name="T31" fmla="*/ 3202296 h 3226435"/>
              <a:gd name="T32" fmla="*/ 188156 w 3066415"/>
              <a:gd name="T33" fmla="*/ 3217021 h 3226435"/>
              <a:gd name="T34" fmla="*/ 224598 w 3066415"/>
              <a:gd name="T35" fmla="*/ 3219964 h 3226435"/>
              <a:gd name="T36" fmla="*/ 2832172 w 3066415"/>
              <a:gd name="T37" fmla="*/ 3219964 h 3226435"/>
              <a:gd name="T38" fmla="*/ 2886156 w 3066415"/>
              <a:gd name="T39" fmla="*/ 3213428 h 3226435"/>
              <a:gd name="T40" fmla="*/ 2935402 w 3066415"/>
              <a:gd name="T41" fmla="*/ 3194867 h 3226435"/>
              <a:gd name="T42" fmla="*/ 2978352 w 3066415"/>
              <a:gd name="T43" fmla="*/ 3165840 h 3226435"/>
              <a:gd name="T44" fmla="*/ 3013446 w 3066415"/>
              <a:gd name="T45" fmla="*/ 3127910 h 3226435"/>
              <a:gd name="T46" fmla="*/ 3039126 w 3066415"/>
              <a:gd name="T47" fmla="*/ 3082640 h 3226435"/>
              <a:gd name="T48" fmla="*/ 3053833 w 3066415"/>
              <a:gd name="T49" fmla="*/ 3031592 h 3226435"/>
              <a:gd name="T50" fmla="*/ 3056771 w 3066415"/>
              <a:gd name="T51" fmla="*/ 2995120 h 3226435"/>
              <a:gd name="T52" fmla="*/ 3056771 w 3066415"/>
              <a:gd name="T53" fmla="*/ 224858 h 3226435"/>
              <a:gd name="T54" fmla="*/ 3050246 w 3066415"/>
              <a:gd name="T55" fmla="*/ 170806 h 3226435"/>
              <a:gd name="T56" fmla="*/ 3031707 w 3066415"/>
              <a:gd name="T57" fmla="*/ 121506 h 3226435"/>
              <a:gd name="T58" fmla="*/ 3002717 w 3066415"/>
              <a:gd name="T59" fmla="*/ 78513 h 3226435"/>
              <a:gd name="T60" fmla="*/ 2964831 w 3066415"/>
              <a:gd name="T61" fmla="*/ 43370 h 3226435"/>
              <a:gd name="T62" fmla="*/ 2919609 w 3066415"/>
              <a:gd name="T63" fmla="*/ 17670 h 3226435"/>
              <a:gd name="T64" fmla="*/ 2868612 w 3066415"/>
              <a:gd name="T65" fmla="*/ 2937 h 3226435"/>
              <a:gd name="T66" fmla="*/ 2832172 w 3066415"/>
              <a:gd name="T67" fmla="*/ 0 h 3226435"/>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3066415" h="3226435">
                <a:moveTo>
                  <a:pt x="2840989" y="0"/>
                </a:moveTo>
                <a:lnTo>
                  <a:pt x="225298" y="0"/>
                </a:lnTo>
                <a:lnTo>
                  <a:pt x="206815" y="746"/>
                </a:lnTo>
                <a:lnTo>
                  <a:pt x="154074" y="11482"/>
                </a:lnTo>
                <a:lnTo>
                  <a:pt x="106606" y="33747"/>
                </a:lnTo>
                <a:lnTo>
                  <a:pt x="65976" y="65976"/>
                </a:lnTo>
                <a:lnTo>
                  <a:pt x="33747" y="106606"/>
                </a:lnTo>
                <a:lnTo>
                  <a:pt x="11482" y="154074"/>
                </a:lnTo>
                <a:lnTo>
                  <a:pt x="746" y="206815"/>
                </a:lnTo>
                <a:lnTo>
                  <a:pt x="0" y="225298"/>
                </a:lnTo>
                <a:lnTo>
                  <a:pt x="0" y="3001022"/>
                </a:lnTo>
                <a:lnTo>
                  <a:pt x="6545" y="3055161"/>
                </a:lnTo>
                <a:lnTo>
                  <a:pt x="25141" y="3104554"/>
                </a:lnTo>
                <a:lnTo>
                  <a:pt x="54222" y="3147636"/>
                </a:lnTo>
                <a:lnTo>
                  <a:pt x="92226" y="3182841"/>
                </a:lnTo>
                <a:lnTo>
                  <a:pt x="137588" y="3208604"/>
                </a:lnTo>
                <a:lnTo>
                  <a:pt x="188745" y="3223359"/>
                </a:lnTo>
                <a:lnTo>
                  <a:pt x="225298" y="3226308"/>
                </a:lnTo>
                <a:lnTo>
                  <a:pt x="2840989" y="3226308"/>
                </a:lnTo>
                <a:lnTo>
                  <a:pt x="2895141" y="3219760"/>
                </a:lnTo>
                <a:lnTo>
                  <a:pt x="2944541" y="3201162"/>
                </a:lnTo>
                <a:lnTo>
                  <a:pt x="2987624" y="3172077"/>
                </a:lnTo>
                <a:lnTo>
                  <a:pt x="3022827" y="3134073"/>
                </a:lnTo>
                <a:lnTo>
                  <a:pt x="3048587" y="3088714"/>
                </a:lnTo>
                <a:lnTo>
                  <a:pt x="3063340" y="3037565"/>
                </a:lnTo>
                <a:lnTo>
                  <a:pt x="3066287" y="3001022"/>
                </a:lnTo>
                <a:lnTo>
                  <a:pt x="3066287" y="225298"/>
                </a:lnTo>
                <a:lnTo>
                  <a:pt x="3059742" y="171146"/>
                </a:lnTo>
                <a:lnTo>
                  <a:pt x="3041146" y="121746"/>
                </a:lnTo>
                <a:lnTo>
                  <a:pt x="3012065" y="78663"/>
                </a:lnTo>
                <a:lnTo>
                  <a:pt x="2974061" y="43460"/>
                </a:lnTo>
                <a:lnTo>
                  <a:pt x="2928699" y="17700"/>
                </a:lnTo>
                <a:lnTo>
                  <a:pt x="2877542" y="2947"/>
                </a:lnTo>
                <a:lnTo>
                  <a:pt x="2840989" y="0"/>
                </a:lnTo>
                <a:close/>
              </a:path>
            </a:pathLst>
          </a:custGeom>
          <a:solidFill>
            <a:schemeClr val="bg2"/>
          </a:solidFill>
          <a:ln>
            <a:noFill/>
          </a:ln>
        </p:spPr>
        <p:txBody>
          <a:bodyPr lIns="0" tIns="0" rIns="0" bIns="0"/>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prstClr val="black"/>
              </a:solidFill>
              <a:effectLst/>
              <a:uLnTx/>
              <a:uFillTx/>
              <a:latin typeface="Verdana" panose="020B0804030504040204" pitchFamily="34" charset="0"/>
              <a:ea typeface="宋体" pitchFamily="2" charset="-122"/>
              <a:cs typeface="+mn-cs"/>
            </a:endParaRPr>
          </a:p>
        </p:txBody>
      </p:sp>
      <p:sp>
        <p:nvSpPr>
          <p:cNvPr id="28" name="object 8"/>
          <p:cNvSpPr/>
          <p:nvPr/>
        </p:nvSpPr>
        <p:spPr bwMode="auto">
          <a:xfrm>
            <a:off x="3833813" y="2287588"/>
            <a:ext cx="3065462" cy="3225800"/>
          </a:xfrm>
          <a:custGeom>
            <a:avLst/>
            <a:gdLst>
              <a:gd name="T0" fmla="*/ 0 w 3066415"/>
              <a:gd name="T1" fmla="*/ 224858 h 3226435"/>
              <a:gd name="T2" fmla="*/ 6525 w 3066415"/>
              <a:gd name="T3" fmla="*/ 170806 h 3226435"/>
              <a:gd name="T4" fmla="*/ 25061 w 3066415"/>
              <a:gd name="T5" fmla="*/ 121506 h 3226435"/>
              <a:gd name="T6" fmla="*/ 54052 w 3066415"/>
              <a:gd name="T7" fmla="*/ 78513 h 3226435"/>
              <a:gd name="T8" fmla="*/ 91936 w 3066415"/>
              <a:gd name="T9" fmla="*/ 43370 h 3226435"/>
              <a:gd name="T10" fmla="*/ 137158 w 3066415"/>
              <a:gd name="T11" fmla="*/ 17670 h 3226435"/>
              <a:gd name="T12" fmla="*/ 188156 w 3066415"/>
              <a:gd name="T13" fmla="*/ 2937 h 3226435"/>
              <a:gd name="T14" fmla="*/ 224598 w 3066415"/>
              <a:gd name="T15" fmla="*/ 0 h 3226435"/>
              <a:gd name="T16" fmla="*/ 2832172 w 3066415"/>
              <a:gd name="T17" fmla="*/ 0 h 3226435"/>
              <a:gd name="T18" fmla="*/ 2886156 w 3066415"/>
              <a:gd name="T19" fmla="*/ 6535 h 3226435"/>
              <a:gd name="T20" fmla="*/ 2935402 w 3066415"/>
              <a:gd name="T21" fmla="*/ 25091 h 3226435"/>
              <a:gd name="T22" fmla="*/ 2978352 w 3066415"/>
              <a:gd name="T23" fmla="*/ 54112 h 3226435"/>
              <a:gd name="T24" fmla="*/ 3013446 w 3066415"/>
              <a:gd name="T25" fmla="*/ 92046 h 3226435"/>
              <a:gd name="T26" fmla="*/ 3039126 w 3066415"/>
              <a:gd name="T27" fmla="*/ 137318 h 3226435"/>
              <a:gd name="T28" fmla="*/ 3053833 w 3066415"/>
              <a:gd name="T29" fmla="*/ 188375 h 3226435"/>
              <a:gd name="T30" fmla="*/ 3056771 w 3066415"/>
              <a:gd name="T31" fmla="*/ 224858 h 3226435"/>
              <a:gd name="T32" fmla="*/ 3056771 w 3066415"/>
              <a:gd name="T33" fmla="*/ 2995120 h 3226435"/>
              <a:gd name="T34" fmla="*/ 3050246 w 3066415"/>
              <a:gd name="T35" fmla="*/ 3049154 h 3226435"/>
              <a:gd name="T36" fmla="*/ 3031707 w 3066415"/>
              <a:gd name="T37" fmla="*/ 3098449 h 3226435"/>
              <a:gd name="T38" fmla="*/ 3002717 w 3066415"/>
              <a:gd name="T39" fmla="*/ 3141447 h 3226435"/>
              <a:gd name="T40" fmla="*/ 2964831 w 3066415"/>
              <a:gd name="T41" fmla="*/ 3176583 h 3226435"/>
              <a:gd name="T42" fmla="*/ 2919609 w 3066415"/>
              <a:gd name="T43" fmla="*/ 3202296 h 3226435"/>
              <a:gd name="T44" fmla="*/ 2868612 w 3066415"/>
              <a:gd name="T45" fmla="*/ 3217021 h 3226435"/>
              <a:gd name="T46" fmla="*/ 2832172 w 3066415"/>
              <a:gd name="T47" fmla="*/ 3219964 h 3226435"/>
              <a:gd name="T48" fmla="*/ 224598 w 3066415"/>
              <a:gd name="T49" fmla="*/ 3219964 h 3226435"/>
              <a:gd name="T50" fmla="*/ 170616 w 3066415"/>
              <a:gd name="T51" fmla="*/ 3213428 h 3226435"/>
              <a:gd name="T52" fmla="*/ 121366 w 3066415"/>
              <a:gd name="T53" fmla="*/ 3194867 h 3226435"/>
              <a:gd name="T54" fmla="*/ 78423 w 3066415"/>
              <a:gd name="T55" fmla="*/ 3165840 h 3226435"/>
              <a:gd name="T56" fmla="*/ 43328 w 3066415"/>
              <a:gd name="T57" fmla="*/ 3127910 h 3226435"/>
              <a:gd name="T58" fmla="*/ 17649 w 3066415"/>
              <a:gd name="T59" fmla="*/ 3082640 h 3226435"/>
              <a:gd name="T60" fmla="*/ 2937 w 3066415"/>
              <a:gd name="T61" fmla="*/ 3031592 h 3226435"/>
              <a:gd name="T62" fmla="*/ 0 w 3066415"/>
              <a:gd name="T63" fmla="*/ 2995120 h 3226435"/>
              <a:gd name="T64" fmla="*/ 0 w 3066415"/>
              <a:gd name="T65" fmla="*/ 224858 h 3226435"/>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3066415" h="3226435">
                <a:moveTo>
                  <a:pt x="0" y="225298"/>
                </a:moveTo>
                <a:lnTo>
                  <a:pt x="6545" y="171146"/>
                </a:lnTo>
                <a:lnTo>
                  <a:pt x="25141" y="121746"/>
                </a:lnTo>
                <a:lnTo>
                  <a:pt x="54222" y="78663"/>
                </a:lnTo>
                <a:lnTo>
                  <a:pt x="92226" y="43460"/>
                </a:lnTo>
                <a:lnTo>
                  <a:pt x="137588" y="17700"/>
                </a:lnTo>
                <a:lnTo>
                  <a:pt x="188745" y="2947"/>
                </a:lnTo>
                <a:lnTo>
                  <a:pt x="225298" y="0"/>
                </a:lnTo>
                <a:lnTo>
                  <a:pt x="2840989" y="0"/>
                </a:lnTo>
                <a:lnTo>
                  <a:pt x="2895141" y="6545"/>
                </a:lnTo>
                <a:lnTo>
                  <a:pt x="2944541" y="25141"/>
                </a:lnTo>
                <a:lnTo>
                  <a:pt x="2987624" y="54222"/>
                </a:lnTo>
                <a:lnTo>
                  <a:pt x="3022827" y="92226"/>
                </a:lnTo>
                <a:lnTo>
                  <a:pt x="3048587" y="137588"/>
                </a:lnTo>
                <a:lnTo>
                  <a:pt x="3063340" y="188745"/>
                </a:lnTo>
                <a:lnTo>
                  <a:pt x="3066287" y="225298"/>
                </a:lnTo>
                <a:lnTo>
                  <a:pt x="3066287" y="3001022"/>
                </a:lnTo>
                <a:lnTo>
                  <a:pt x="3059742" y="3055161"/>
                </a:lnTo>
                <a:lnTo>
                  <a:pt x="3041146" y="3104554"/>
                </a:lnTo>
                <a:lnTo>
                  <a:pt x="3012065" y="3147636"/>
                </a:lnTo>
                <a:lnTo>
                  <a:pt x="2974061" y="3182841"/>
                </a:lnTo>
                <a:lnTo>
                  <a:pt x="2928699" y="3208604"/>
                </a:lnTo>
                <a:lnTo>
                  <a:pt x="2877542" y="3223359"/>
                </a:lnTo>
                <a:lnTo>
                  <a:pt x="2840989" y="3226308"/>
                </a:lnTo>
                <a:lnTo>
                  <a:pt x="225298" y="3226308"/>
                </a:lnTo>
                <a:lnTo>
                  <a:pt x="171146" y="3219760"/>
                </a:lnTo>
                <a:lnTo>
                  <a:pt x="121746" y="3201162"/>
                </a:lnTo>
                <a:lnTo>
                  <a:pt x="78663" y="3172077"/>
                </a:lnTo>
                <a:lnTo>
                  <a:pt x="43460" y="3134073"/>
                </a:lnTo>
                <a:lnTo>
                  <a:pt x="17700" y="3088714"/>
                </a:lnTo>
                <a:lnTo>
                  <a:pt x="2947" y="3037565"/>
                </a:lnTo>
                <a:lnTo>
                  <a:pt x="0" y="3001022"/>
                </a:lnTo>
                <a:lnTo>
                  <a:pt x="0" y="225298"/>
                </a:lnTo>
                <a:close/>
              </a:path>
            </a:pathLst>
          </a:custGeom>
          <a:noFill/>
          <a:ln w="38100">
            <a:solidFill>
              <a:srgbClr val="404040"/>
            </a:solidFill>
            <a:round/>
          </a:ln>
          <a:extLst>
            <a:ext uri="{909E8E84-426E-40DD-AFC4-6F175D3DCCD1}">
              <a14:hiddenFill xmlns:a14="http://schemas.microsoft.com/office/drawing/2010/main">
                <a:solidFill>
                  <a:srgbClr val="FFFFFF"/>
                </a:solidFill>
              </a14:hiddenFill>
            </a:ext>
          </a:extLst>
        </p:spPr>
        <p:txBody>
          <a:bodyPr lIns="0" tIns="0" rIns="0" bIns="0"/>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prstClr val="black"/>
              </a:solidFill>
              <a:effectLst/>
              <a:uLnTx/>
              <a:uFillTx/>
              <a:latin typeface="Verdana" panose="020B0804030504040204" pitchFamily="34" charset="0"/>
              <a:ea typeface="宋体" pitchFamily="2" charset="-122"/>
              <a:cs typeface="+mn-cs"/>
            </a:endParaRPr>
          </a:p>
        </p:txBody>
      </p:sp>
      <p:sp>
        <p:nvSpPr>
          <p:cNvPr id="29" name="object 9"/>
          <p:cNvSpPr/>
          <p:nvPr/>
        </p:nvSpPr>
        <p:spPr bwMode="auto">
          <a:xfrm>
            <a:off x="4173538" y="2914650"/>
            <a:ext cx="2487612" cy="2420938"/>
          </a:xfrm>
          <a:custGeom>
            <a:avLst/>
            <a:gdLst>
              <a:gd name="T0" fmla="*/ 2290444 w 2487295"/>
              <a:gd name="T1" fmla="*/ 0 h 2420620"/>
              <a:gd name="T2" fmla="*/ 199893 w 2487295"/>
              <a:gd name="T3" fmla="*/ 0 h 2420620"/>
              <a:gd name="T4" fmla="*/ 183503 w 2487295"/>
              <a:gd name="T5" fmla="*/ 661 h 2420620"/>
              <a:gd name="T6" fmla="*/ 136720 w 2487295"/>
              <a:gd name="T7" fmla="*/ 10190 h 2420620"/>
              <a:gd name="T8" fmla="*/ 94610 w 2487295"/>
              <a:gd name="T9" fmla="*/ 29957 h 2420620"/>
              <a:gd name="T10" fmla="*/ 58553 w 2487295"/>
              <a:gd name="T11" fmla="*/ 58563 h 2420620"/>
              <a:gd name="T12" fmla="*/ 29957 w 2487295"/>
              <a:gd name="T13" fmla="*/ 94610 h 2420620"/>
              <a:gd name="T14" fmla="*/ 10190 w 2487295"/>
              <a:gd name="T15" fmla="*/ 136730 h 2420620"/>
              <a:gd name="T16" fmla="*/ 661 w 2487295"/>
              <a:gd name="T17" fmla="*/ 183513 h 2420620"/>
              <a:gd name="T18" fmla="*/ 0 w 2487295"/>
              <a:gd name="T19" fmla="*/ 199904 h 2420620"/>
              <a:gd name="T20" fmla="*/ 0 w 2487295"/>
              <a:gd name="T21" fmla="*/ 2223375 h 2420620"/>
              <a:gd name="T22" fmla="*/ 5813 w 2487295"/>
              <a:gd name="T23" fmla="*/ 2271413 h 2420620"/>
              <a:gd name="T24" fmla="*/ 22318 w 2487295"/>
              <a:gd name="T25" fmla="*/ 2315246 h 2420620"/>
              <a:gd name="T26" fmla="*/ 48126 w 2487295"/>
              <a:gd name="T27" fmla="*/ 2353477 h 2420620"/>
              <a:gd name="T28" fmla="*/ 81847 w 2487295"/>
              <a:gd name="T29" fmla="*/ 2384718 h 2420620"/>
              <a:gd name="T30" fmla="*/ 122103 w 2487295"/>
              <a:gd name="T31" fmla="*/ 2407581 h 2420620"/>
              <a:gd name="T32" fmla="*/ 167476 w 2487295"/>
              <a:gd name="T33" fmla="*/ 2420678 h 2420620"/>
              <a:gd name="T34" fmla="*/ 199893 w 2487295"/>
              <a:gd name="T35" fmla="*/ 2423292 h 2420620"/>
              <a:gd name="T36" fmla="*/ 2290444 w 2487295"/>
              <a:gd name="T37" fmla="*/ 2423292 h 2420620"/>
              <a:gd name="T38" fmla="*/ 2338472 w 2487295"/>
              <a:gd name="T39" fmla="*/ 2417481 h 2420620"/>
              <a:gd name="T40" fmla="*/ 2382294 w 2487295"/>
              <a:gd name="T41" fmla="*/ 2400975 h 2420620"/>
              <a:gd name="T42" fmla="*/ 2420520 w 2487295"/>
              <a:gd name="T43" fmla="*/ 2375169 h 2420620"/>
              <a:gd name="T44" fmla="*/ 2451761 w 2487295"/>
              <a:gd name="T45" fmla="*/ 2341439 h 2420620"/>
              <a:gd name="T46" fmla="*/ 2474625 w 2487295"/>
              <a:gd name="T47" fmla="*/ 2301188 h 2420620"/>
              <a:gd name="T48" fmla="*/ 2487724 w 2487295"/>
              <a:gd name="T49" fmla="*/ 2255799 h 2420620"/>
              <a:gd name="T50" fmla="*/ 2490338 w 2487295"/>
              <a:gd name="T51" fmla="*/ 2223375 h 2420620"/>
              <a:gd name="T52" fmla="*/ 2490338 w 2487295"/>
              <a:gd name="T53" fmla="*/ 199904 h 2420620"/>
              <a:gd name="T54" fmla="*/ 2484527 w 2487295"/>
              <a:gd name="T55" fmla="*/ 151875 h 2420620"/>
              <a:gd name="T56" fmla="*/ 2468020 w 2487295"/>
              <a:gd name="T57" fmla="*/ 108046 h 2420620"/>
              <a:gd name="T58" fmla="*/ 2442211 w 2487295"/>
              <a:gd name="T59" fmla="*/ 69817 h 2420620"/>
              <a:gd name="T60" fmla="*/ 2408490 w 2487295"/>
              <a:gd name="T61" fmla="*/ 38576 h 2420620"/>
              <a:gd name="T62" fmla="*/ 2368242 w 2487295"/>
              <a:gd name="T63" fmla="*/ 15712 h 2420620"/>
              <a:gd name="T64" fmla="*/ 2322861 w 2487295"/>
              <a:gd name="T65" fmla="*/ 2613 h 2420620"/>
              <a:gd name="T66" fmla="*/ 2290444 w 2487295"/>
              <a:gd name="T67" fmla="*/ 0 h 2420620"/>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2487295" h="2420620">
                <a:moveTo>
                  <a:pt x="2287524" y="0"/>
                </a:moveTo>
                <a:lnTo>
                  <a:pt x="199643" y="0"/>
                </a:lnTo>
                <a:lnTo>
                  <a:pt x="183273" y="661"/>
                </a:lnTo>
                <a:lnTo>
                  <a:pt x="136550" y="10180"/>
                </a:lnTo>
                <a:lnTo>
                  <a:pt x="94490" y="29917"/>
                </a:lnTo>
                <a:lnTo>
                  <a:pt x="58483" y="58483"/>
                </a:lnTo>
                <a:lnTo>
                  <a:pt x="29917" y="94490"/>
                </a:lnTo>
                <a:lnTo>
                  <a:pt x="10180" y="136550"/>
                </a:lnTo>
                <a:lnTo>
                  <a:pt x="661" y="183273"/>
                </a:lnTo>
                <a:lnTo>
                  <a:pt x="0" y="199644"/>
                </a:lnTo>
                <a:lnTo>
                  <a:pt x="0" y="2220455"/>
                </a:lnTo>
                <a:lnTo>
                  <a:pt x="5803" y="2268433"/>
                </a:lnTo>
                <a:lnTo>
                  <a:pt x="22288" y="2312206"/>
                </a:lnTo>
                <a:lnTo>
                  <a:pt x="48066" y="2350387"/>
                </a:lnTo>
                <a:lnTo>
                  <a:pt x="81747" y="2381588"/>
                </a:lnTo>
                <a:lnTo>
                  <a:pt x="121943" y="2404421"/>
                </a:lnTo>
                <a:lnTo>
                  <a:pt x="167266" y="2417498"/>
                </a:lnTo>
                <a:lnTo>
                  <a:pt x="199643" y="2420112"/>
                </a:lnTo>
                <a:lnTo>
                  <a:pt x="2287524" y="2420112"/>
                </a:lnTo>
                <a:lnTo>
                  <a:pt x="2335492" y="2414309"/>
                </a:lnTo>
                <a:lnTo>
                  <a:pt x="2379261" y="2397825"/>
                </a:lnTo>
                <a:lnTo>
                  <a:pt x="2417440" y="2372049"/>
                </a:lnTo>
                <a:lnTo>
                  <a:pt x="2448641" y="2338367"/>
                </a:lnTo>
                <a:lnTo>
                  <a:pt x="2471475" y="2298168"/>
                </a:lnTo>
                <a:lnTo>
                  <a:pt x="2484554" y="2252839"/>
                </a:lnTo>
                <a:lnTo>
                  <a:pt x="2487168" y="2220455"/>
                </a:lnTo>
                <a:lnTo>
                  <a:pt x="2487168" y="199644"/>
                </a:lnTo>
                <a:lnTo>
                  <a:pt x="2481364" y="151675"/>
                </a:lnTo>
                <a:lnTo>
                  <a:pt x="2464879" y="107906"/>
                </a:lnTo>
                <a:lnTo>
                  <a:pt x="2439101" y="69727"/>
                </a:lnTo>
                <a:lnTo>
                  <a:pt x="2405420" y="38526"/>
                </a:lnTo>
                <a:lnTo>
                  <a:pt x="2365224" y="15692"/>
                </a:lnTo>
                <a:lnTo>
                  <a:pt x="2319901" y="2613"/>
                </a:lnTo>
                <a:lnTo>
                  <a:pt x="2287524" y="0"/>
                </a:lnTo>
                <a:close/>
              </a:path>
            </a:pathLst>
          </a:custGeom>
          <a:solidFill>
            <a:schemeClr val="bg2"/>
          </a:solidFill>
          <a:ln>
            <a:noFill/>
          </a:ln>
        </p:spPr>
        <p:txBody>
          <a:bodyPr lIns="0" tIns="0" rIns="0" bIns="0"/>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prstClr val="black"/>
              </a:solidFill>
              <a:effectLst/>
              <a:uLnTx/>
              <a:uFillTx/>
              <a:latin typeface="Verdana" panose="020B0804030504040204" pitchFamily="34" charset="0"/>
              <a:ea typeface="宋体" pitchFamily="2" charset="-122"/>
              <a:cs typeface="+mn-cs"/>
            </a:endParaRPr>
          </a:p>
        </p:txBody>
      </p:sp>
      <p:sp>
        <p:nvSpPr>
          <p:cNvPr id="30" name="object 10"/>
          <p:cNvSpPr/>
          <p:nvPr/>
        </p:nvSpPr>
        <p:spPr bwMode="auto">
          <a:xfrm>
            <a:off x="4173538" y="2914650"/>
            <a:ext cx="2487612" cy="2420938"/>
          </a:xfrm>
          <a:custGeom>
            <a:avLst/>
            <a:gdLst>
              <a:gd name="T0" fmla="*/ 0 w 2487295"/>
              <a:gd name="T1" fmla="*/ 199904 h 2420620"/>
              <a:gd name="T2" fmla="*/ 5813 w 2487295"/>
              <a:gd name="T3" fmla="*/ 151875 h 2420620"/>
              <a:gd name="T4" fmla="*/ 22318 w 2487295"/>
              <a:gd name="T5" fmla="*/ 108046 h 2420620"/>
              <a:gd name="T6" fmla="*/ 48126 w 2487295"/>
              <a:gd name="T7" fmla="*/ 69817 h 2420620"/>
              <a:gd name="T8" fmla="*/ 81847 w 2487295"/>
              <a:gd name="T9" fmla="*/ 38576 h 2420620"/>
              <a:gd name="T10" fmla="*/ 122103 w 2487295"/>
              <a:gd name="T11" fmla="*/ 15712 h 2420620"/>
              <a:gd name="T12" fmla="*/ 167476 w 2487295"/>
              <a:gd name="T13" fmla="*/ 2613 h 2420620"/>
              <a:gd name="T14" fmla="*/ 199893 w 2487295"/>
              <a:gd name="T15" fmla="*/ 0 h 2420620"/>
              <a:gd name="T16" fmla="*/ 2290444 w 2487295"/>
              <a:gd name="T17" fmla="*/ 0 h 2420620"/>
              <a:gd name="T18" fmla="*/ 2338472 w 2487295"/>
              <a:gd name="T19" fmla="*/ 5813 h 2420620"/>
              <a:gd name="T20" fmla="*/ 2382294 w 2487295"/>
              <a:gd name="T21" fmla="*/ 22318 h 2420620"/>
              <a:gd name="T22" fmla="*/ 2420520 w 2487295"/>
              <a:gd name="T23" fmla="*/ 48126 h 2420620"/>
              <a:gd name="T24" fmla="*/ 2451761 w 2487295"/>
              <a:gd name="T25" fmla="*/ 81857 h 2420620"/>
              <a:gd name="T26" fmla="*/ 2474625 w 2487295"/>
              <a:gd name="T27" fmla="*/ 122103 h 2420620"/>
              <a:gd name="T28" fmla="*/ 2487724 w 2487295"/>
              <a:gd name="T29" fmla="*/ 167486 h 2420620"/>
              <a:gd name="T30" fmla="*/ 2490338 w 2487295"/>
              <a:gd name="T31" fmla="*/ 199904 h 2420620"/>
              <a:gd name="T32" fmla="*/ 2490338 w 2487295"/>
              <a:gd name="T33" fmla="*/ 2223375 h 2420620"/>
              <a:gd name="T34" fmla="*/ 2484527 w 2487295"/>
              <a:gd name="T35" fmla="*/ 2271413 h 2420620"/>
              <a:gd name="T36" fmla="*/ 2468020 w 2487295"/>
              <a:gd name="T37" fmla="*/ 2315246 h 2420620"/>
              <a:gd name="T38" fmla="*/ 2442211 w 2487295"/>
              <a:gd name="T39" fmla="*/ 2353477 h 2420620"/>
              <a:gd name="T40" fmla="*/ 2408490 w 2487295"/>
              <a:gd name="T41" fmla="*/ 2384718 h 2420620"/>
              <a:gd name="T42" fmla="*/ 2368242 w 2487295"/>
              <a:gd name="T43" fmla="*/ 2407581 h 2420620"/>
              <a:gd name="T44" fmla="*/ 2322861 w 2487295"/>
              <a:gd name="T45" fmla="*/ 2420678 h 2420620"/>
              <a:gd name="T46" fmla="*/ 2290444 w 2487295"/>
              <a:gd name="T47" fmla="*/ 2423292 h 2420620"/>
              <a:gd name="T48" fmla="*/ 199893 w 2487295"/>
              <a:gd name="T49" fmla="*/ 2423292 h 2420620"/>
              <a:gd name="T50" fmla="*/ 151865 w 2487295"/>
              <a:gd name="T51" fmla="*/ 2417481 h 2420620"/>
              <a:gd name="T52" fmla="*/ 108046 w 2487295"/>
              <a:gd name="T53" fmla="*/ 2400975 h 2420620"/>
              <a:gd name="T54" fmla="*/ 69817 w 2487295"/>
              <a:gd name="T55" fmla="*/ 2375169 h 2420620"/>
              <a:gd name="T56" fmla="*/ 38576 w 2487295"/>
              <a:gd name="T57" fmla="*/ 2341439 h 2420620"/>
              <a:gd name="T58" fmla="*/ 15712 w 2487295"/>
              <a:gd name="T59" fmla="*/ 2301188 h 2420620"/>
              <a:gd name="T60" fmla="*/ 2613 w 2487295"/>
              <a:gd name="T61" fmla="*/ 2255799 h 2420620"/>
              <a:gd name="T62" fmla="*/ 0 w 2487295"/>
              <a:gd name="T63" fmla="*/ 2223375 h 2420620"/>
              <a:gd name="T64" fmla="*/ 0 w 2487295"/>
              <a:gd name="T65" fmla="*/ 199904 h 2420620"/>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2487295" h="2420620">
                <a:moveTo>
                  <a:pt x="0" y="199644"/>
                </a:moveTo>
                <a:lnTo>
                  <a:pt x="5803" y="151675"/>
                </a:lnTo>
                <a:lnTo>
                  <a:pt x="22288" y="107906"/>
                </a:lnTo>
                <a:lnTo>
                  <a:pt x="48066" y="69727"/>
                </a:lnTo>
                <a:lnTo>
                  <a:pt x="81747" y="38526"/>
                </a:lnTo>
                <a:lnTo>
                  <a:pt x="121943" y="15692"/>
                </a:lnTo>
                <a:lnTo>
                  <a:pt x="167266" y="2613"/>
                </a:lnTo>
                <a:lnTo>
                  <a:pt x="199643" y="0"/>
                </a:lnTo>
                <a:lnTo>
                  <a:pt x="2287524" y="0"/>
                </a:lnTo>
                <a:lnTo>
                  <a:pt x="2335492" y="5803"/>
                </a:lnTo>
                <a:lnTo>
                  <a:pt x="2379261" y="22288"/>
                </a:lnTo>
                <a:lnTo>
                  <a:pt x="2417440" y="48066"/>
                </a:lnTo>
                <a:lnTo>
                  <a:pt x="2448641" y="81747"/>
                </a:lnTo>
                <a:lnTo>
                  <a:pt x="2471475" y="121943"/>
                </a:lnTo>
                <a:lnTo>
                  <a:pt x="2484554" y="167266"/>
                </a:lnTo>
                <a:lnTo>
                  <a:pt x="2487168" y="199644"/>
                </a:lnTo>
                <a:lnTo>
                  <a:pt x="2487168" y="2220455"/>
                </a:lnTo>
                <a:lnTo>
                  <a:pt x="2481364" y="2268433"/>
                </a:lnTo>
                <a:lnTo>
                  <a:pt x="2464879" y="2312206"/>
                </a:lnTo>
                <a:lnTo>
                  <a:pt x="2439101" y="2350387"/>
                </a:lnTo>
                <a:lnTo>
                  <a:pt x="2405420" y="2381588"/>
                </a:lnTo>
                <a:lnTo>
                  <a:pt x="2365224" y="2404421"/>
                </a:lnTo>
                <a:lnTo>
                  <a:pt x="2319901" y="2417498"/>
                </a:lnTo>
                <a:lnTo>
                  <a:pt x="2287524" y="2420112"/>
                </a:lnTo>
                <a:lnTo>
                  <a:pt x="199643" y="2420112"/>
                </a:lnTo>
                <a:lnTo>
                  <a:pt x="151675" y="2414309"/>
                </a:lnTo>
                <a:lnTo>
                  <a:pt x="107906" y="2397825"/>
                </a:lnTo>
                <a:lnTo>
                  <a:pt x="69727" y="2372049"/>
                </a:lnTo>
                <a:lnTo>
                  <a:pt x="38526" y="2338367"/>
                </a:lnTo>
                <a:lnTo>
                  <a:pt x="15692" y="2298168"/>
                </a:lnTo>
                <a:lnTo>
                  <a:pt x="2613" y="2252839"/>
                </a:lnTo>
                <a:lnTo>
                  <a:pt x="0" y="2220455"/>
                </a:lnTo>
                <a:lnTo>
                  <a:pt x="0" y="199644"/>
                </a:lnTo>
                <a:close/>
              </a:path>
            </a:pathLst>
          </a:custGeom>
          <a:noFill/>
          <a:ln w="38100">
            <a:solidFill>
              <a:srgbClr val="404040"/>
            </a:solidFill>
            <a:round/>
          </a:ln>
          <a:extLst>
            <a:ext uri="{909E8E84-426E-40DD-AFC4-6F175D3DCCD1}">
              <a14:hiddenFill xmlns:a14="http://schemas.microsoft.com/office/drawing/2010/main">
                <a:solidFill>
                  <a:srgbClr val="FFFFFF"/>
                </a:solidFill>
              </a14:hiddenFill>
            </a:ext>
          </a:extLst>
        </p:spPr>
        <p:txBody>
          <a:bodyPr lIns="0" tIns="0" rIns="0" bIns="0"/>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prstClr val="black"/>
              </a:solidFill>
              <a:effectLst/>
              <a:uLnTx/>
              <a:uFillTx/>
              <a:latin typeface="Verdana" panose="020B0804030504040204" pitchFamily="34" charset="0"/>
              <a:ea typeface="宋体" pitchFamily="2" charset="-122"/>
              <a:cs typeface="+mn-cs"/>
            </a:endParaRPr>
          </a:p>
        </p:txBody>
      </p:sp>
      <p:sp>
        <p:nvSpPr>
          <p:cNvPr id="31" name="object 11"/>
          <p:cNvSpPr txBox="1">
            <a:spLocks noChangeArrowheads="1"/>
          </p:cNvSpPr>
          <p:nvPr/>
        </p:nvSpPr>
        <p:spPr bwMode="auto">
          <a:xfrm>
            <a:off x="4435475" y="2357438"/>
            <a:ext cx="1962150" cy="992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itchFamily="2" charset="-122"/>
              </a:defRPr>
            </a:lvl5pPr>
            <a:lvl6pPr marL="2514600" indent="-228600" fontAlgn="base">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itchFamily="2" charset="-122"/>
              </a:defRPr>
            </a:lvl6pPr>
            <a:lvl7pPr marL="2971800" indent="-228600" fontAlgn="base">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itchFamily="2" charset="-122"/>
              </a:defRPr>
            </a:lvl7pPr>
            <a:lvl8pPr marL="3429000" indent="-228600" fontAlgn="base">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itchFamily="2" charset="-122"/>
              </a:defRPr>
            </a:lvl8pPr>
            <a:lvl9pPr marL="3886200" indent="-228600" fontAlgn="base">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zh-CN" sz="2000" b="0" i="1" u="none" strike="noStrike" kern="1200" cap="none" spc="0" normalizeH="0" baseline="0" noProof="0" dirty="0">
                <a:ln>
                  <a:noFill/>
                </a:ln>
                <a:solidFill>
                  <a:srgbClr val="404040"/>
                </a:solidFill>
                <a:effectLst/>
                <a:uLnTx/>
                <a:uFillTx/>
                <a:latin typeface="Book Antiqua" panose="02040602050305030304" pitchFamily="18" charset="0"/>
                <a:ea typeface="宋体" pitchFamily="2" charset="-122"/>
                <a:cs typeface="+mn-cs"/>
              </a:rPr>
              <a:t>View Serializable</a:t>
            </a:r>
            <a:endParaRPr kumimoji="1" lang="zh-CN" altLang="zh-CN" sz="2000" b="0" i="0" u="none" strike="noStrike" kern="1200" cap="none" spc="0" normalizeH="0" baseline="0" noProof="0" dirty="0">
              <a:ln>
                <a:noFill/>
              </a:ln>
              <a:solidFill>
                <a:prstClr val="black"/>
              </a:solidFill>
              <a:effectLst/>
              <a:uLnTx/>
              <a:uFillTx/>
              <a:latin typeface="Book Antiqua" panose="02040602050305030304" pitchFamily="18" charset="0"/>
              <a:ea typeface="宋体" pitchFamily="2" charset="-122"/>
              <a:cs typeface="+mn-cs"/>
            </a:endParaRPr>
          </a:p>
          <a:p>
            <a:pPr marL="0" marR="0" lvl="0" indent="0" algn="l" defTabSz="914400" rtl="0" eaLnBrk="1" fontAlgn="base" latinLnBrk="0" hangingPunct="1">
              <a:lnSpc>
                <a:spcPct val="100000"/>
              </a:lnSpc>
              <a:spcBef>
                <a:spcPts val="40"/>
              </a:spcBef>
              <a:spcAft>
                <a:spcPct val="0"/>
              </a:spcAft>
              <a:buClrTx/>
              <a:buSzTx/>
              <a:buFontTx/>
              <a:buNone/>
              <a:defRPr/>
            </a:pPr>
            <a:endParaRPr kumimoji="1" lang="zh-CN" altLang="zh-CN" sz="24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Times New Roman" panose="02020503050405090304" pitchFamily="18" charset="0"/>
            </a:endParaRPr>
          </a:p>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2000" b="0" i="1" u="none" strike="noStrike" kern="1200" cap="none" spc="0" normalizeH="0" baseline="0" noProof="0" dirty="0">
                <a:ln>
                  <a:noFill/>
                </a:ln>
                <a:solidFill>
                  <a:srgbClr val="404040"/>
                </a:solidFill>
                <a:effectLst/>
                <a:uLnTx/>
                <a:uFillTx/>
                <a:latin typeface="Book Antiqua" panose="02040602050305030304" pitchFamily="18" charset="0"/>
                <a:ea typeface="宋体" pitchFamily="2" charset="-122"/>
                <a:cs typeface="+mn-cs"/>
              </a:rPr>
              <a:t>冲突可串行化</a:t>
            </a:r>
            <a:endParaRPr kumimoji="1" lang="zh-CN" altLang="zh-CN" sz="2000" b="0" i="0" u="none" strike="noStrike" kern="1200" cap="none" spc="0" normalizeH="0" baseline="0" noProof="0" dirty="0">
              <a:ln>
                <a:noFill/>
              </a:ln>
              <a:solidFill>
                <a:prstClr val="black"/>
              </a:solidFill>
              <a:effectLst/>
              <a:uLnTx/>
              <a:uFillTx/>
              <a:latin typeface="Book Antiqua" panose="02040602050305030304" pitchFamily="18" charset="0"/>
              <a:ea typeface="宋体" pitchFamily="2" charset="-122"/>
              <a:cs typeface="+mn-cs"/>
            </a:endParaRPr>
          </a:p>
        </p:txBody>
      </p:sp>
      <p:sp>
        <p:nvSpPr>
          <p:cNvPr id="32" name="object 12"/>
          <p:cNvSpPr/>
          <p:nvPr/>
        </p:nvSpPr>
        <p:spPr bwMode="auto">
          <a:xfrm>
            <a:off x="2060575" y="3675063"/>
            <a:ext cx="5057775" cy="1147762"/>
          </a:xfrm>
          <a:custGeom>
            <a:avLst/>
            <a:gdLst>
              <a:gd name="T0" fmla="*/ 4924254 w 5057140"/>
              <a:gd name="T1" fmla="*/ 0 h 1148079"/>
              <a:gd name="T2" fmla="*/ 132372 w 5057140"/>
              <a:gd name="T3" fmla="*/ 142 h 1148079"/>
              <a:gd name="T4" fmla="*/ 90291 w 5057140"/>
              <a:gd name="T5" fmla="*/ 8643 h 1148079"/>
              <a:gd name="T6" fmla="*/ 53931 w 5057140"/>
              <a:gd name="T7" fmla="*/ 28774 h 1148079"/>
              <a:gd name="T8" fmla="*/ 25361 w 5057140"/>
              <a:gd name="T9" fmla="*/ 58467 h 1148079"/>
              <a:gd name="T10" fmla="*/ 6691 w 5057140"/>
              <a:gd name="T11" fmla="*/ 95630 h 1148079"/>
              <a:gd name="T12" fmla="*/ 0 w 5057140"/>
              <a:gd name="T13" fmla="*/ 138176 h 1148079"/>
              <a:gd name="T14" fmla="*/ 142 w 5057140"/>
              <a:gd name="T15" fmla="*/ 1012564 h 1148079"/>
              <a:gd name="T16" fmla="*/ 8673 w 5057140"/>
              <a:gd name="T17" fmla="*/ 1054448 h 1148079"/>
              <a:gd name="T18" fmla="*/ 28894 w 5057140"/>
              <a:gd name="T19" fmla="*/ 1090667 h 1148079"/>
              <a:gd name="T20" fmla="*/ 58697 w 5057140"/>
              <a:gd name="T21" fmla="*/ 1119128 h 1148079"/>
              <a:gd name="T22" fmla="*/ 96010 w 5057140"/>
              <a:gd name="T23" fmla="*/ 1137739 h 1148079"/>
              <a:gd name="T24" fmla="*/ 138726 w 5057140"/>
              <a:gd name="T25" fmla="*/ 1144407 h 1148079"/>
              <a:gd name="T26" fmla="*/ 4930616 w 5057140"/>
              <a:gd name="T27" fmla="*/ 1144265 h 1148079"/>
              <a:gd name="T28" fmla="*/ 4972690 w 5057140"/>
              <a:gd name="T29" fmla="*/ 1135760 h 1148079"/>
              <a:gd name="T30" fmla="*/ 5009055 w 5057140"/>
              <a:gd name="T31" fmla="*/ 1115612 h 1148079"/>
              <a:gd name="T32" fmla="*/ 5037620 w 5057140"/>
              <a:gd name="T33" fmla="*/ 1085915 h 1148079"/>
              <a:gd name="T34" fmla="*/ 5056294 w 5057140"/>
              <a:gd name="T35" fmla="*/ 1048757 h 1148079"/>
              <a:gd name="T36" fmla="*/ 5062984 w 5057140"/>
              <a:gd name="T37" fmla="*/ 1006233 h 1148079"/>
              <a:gd name="T38" fmla="*/ 5062841 w 5057140"/>
              <a:gd name="T39" fmla="*/ 131841 h 1148079"/>
              <a:gd name="T40" fmla="*/ 5054309 w 5057140"/>
              <a:gd name="T41" fmla="*/ 89931 h 1148079"/>
              <a:gd name="T42" fmla="*/ 5034094 w 5057140"/>
              <a:gd name="T43" fmla="*/ 53711 h 1148079"/>
              <a:gd name="T44" fmla="*/ 5004284 w 5057140"/>
              <a:gd name="T45" fmla="*/ 25261 h 1148079"/>
              <a:gd name="T46" fmla="*/ 4966973 w 5057140"/>
              <a:gd name="T47" fmla="*/ 6661 h 1148079"/>
              <a:gd name="T48" fmla="*/ 4924254 w 5057140"/>
              <a:gd name="T49" fmla="*/ 0 h 1148079"/>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5057140" h="1148079">
                <a:moveTo>
                  <a:pt x="4918074" y="0"/>
                </a:moveTo>
                <a:lnTo>
                  <a:pt x="132202" y="142"/>
                </a:lnTo>
                <a:lnTo>
                  <a:pt x="90181" y="8663"/>
                </a:lnTo>
                <a:lnTo>
                  <a:pt x="53861" y="28854"/>
                </a:lnTo>
                <a:lnTo>
                  <a:pt x="25331" y="58627"/>
                </a:lnTo>
                <a:lnTo>
                  <a:pt x="6681" y="95890"/>
                </a:lnTo>
                <a:lnTo>
                  <a:pt x="0" y="138556"/>
                </a:lnTo>
                <a:lnTo>
                  <a:pt x="142" y="1015364"/>
                </a:lnTo>
                <a:lnTo>
                  <a:pt x="8663" y="1057364"/>
                </a:lnTo>
                <a:lnTo>
                  <a:pt x="28854" y="1093683"/>
                </a:lnTo>
                <a:lnTo>
                  <a:pt x="58627" y="1122223"/>
                </a:lnTo>
                <a:lnTo>
                  <a:pt x="95890" y="1140885"/>
                </a:lnTo>
                <a:lnTo>
                  <a:pt x="138556" y="1147572"/>
                </a:lnTo>
                <a:lnTo>
                  <a:pt x="4924429" y="1147429"/>
                </a:lnTo>
                <a:lnTo>
                  <a:pt x="4966450" y="1138900"/>
                </a:lnTo>
                <a:lnTo>
                  <a:pt x="5002770" y="1118697"/>
                </a:lnTo>
                <a:lnTo>
                  <a:pt x="5031300" y="1088917"/>
                </a:lnTo>
                <a:lnTo>
                  <a:pt x="5049950" y="1051657"/>
                </a:lnTo>
                <a:lnTo>
                  <a:pt x="5056632" y="1009015"/>
                </a:lnTo>
                <a:lnTo>
                  <a:pt x="5056489" y="132202"/>
                </a:lnTo>
                <a:lnTo>
                  <a:pt x="5047968" y="90181"/>
                </a:lnTo>
                <a:lnTo>
                  <a:pt x="5027777" y="53861"/>
                </a:lnTo>
                <a:lnTo>
                  <a:pt x="4998004" y="25331"/>
                </a:lnTo>
                <a:lnTo>
                  <a:pt x="4960741" y="6681"/>
                </a:lnTo>
                <a:lnTo>
                  <a:pt x="4918074" y="0"/>
                </a:lnTo>
                <a:close/>
              </a:path>
            </a:pathLst>
          </a:custGeom>
          <a:solidFill>
            <a:schemeClr val="accent1"/>
          </a:solidFill>
          <a:ln>
            <a:noFill/>
          </a:ln>
        </p:spPr>
        <p:txBody>
          <a:bodyPr lIns="0" tIns="0" rIns="0" bIns="0"/>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prstClr val="black"/>
              </a:solidFill>
              <a:effectLst/>
              <a:uLnTx/>
              <a:uFillTx/>
              <a:latin typeface="Verdana" panose="020B0804030504040204" pitchFamily="34" charset="0"/>
              <a:ea typeface="宋体" pitchFamily="2" charset="-122"/>
              <a:cs typeface="+mn-cs"/>
            </a:endParaRPr>
          </a:p>
        </p:txBody>
      </p:sp>
      <p:sp>
        <p:nvSpPr>
          <p:cNvPr id="33" name="object 13"/>
          <p:cNvSpPr/>
          <p:nvPr/>
        </p:nvSpPr>
        <p:spPr bwMode="auto">
          <a:xfrm>
            <a:off x="2060575" y="3675063"/>
            <a:ext cx="5057775" cy="1147762"/>
          </a:xfrm>
          <a:custGeom>
            <a:avLst/>
            <a:gdLst>
              <a:gd name="T0" fmla="*/ 0 w 5057140"/>
              <a:gd name="T1" fmla="*/ 138176 h 1148079"/>
              <a:gd name="T2" fmla="*/ 6691 w 5057140"/>
              <a:gd name="T3" fmla="*/ 95630 h 1148079"/>
              <a:gd name="T4" fmla="*/ 25361 w 5057140"/>
              <a:gd name="T5" fmla="*/ 58467 h 1148079"/>
              <a:gd name="T6" fmla="*/ 53931 w 5057140"/>
              <a:gd name="T7" fmla="*/ 28774 h 1148079"/>
              <a:gd name="T8" fmla="*/ 90291 w 5057140"/>
              <a:gd name="T9" fmla="*/ 8643 h 1148079"/>
              <a:gd name="T10" fmla="*/ 132372 w 5057140"/>
              <a:gd name="T11" fmla="*/ 142 h 1148079"/>
              <a:gd name="T12" fmla="*/ 4924254 w 5057140"/>
              <a:gd name="T13" fmla="*/ 0 h 1148079"/>
              <a:gd name="T14" fmla="*/ 4938966 w 5057140"/>
              <a:gd name="T15" fmla="*/ 768 h 1148079"/>
              <a:gd name="T16" fmla="*/ 4980115 w 5057140"/>
              <a:gd name="T17" fmla="*/ 11640 h 1148079"/>
              <a:gd name="T18" fmla="*/ 5015156 w 5057140"/>
              <a:gd name="T19" fmla="*/ 33756 h 1148079"/>
              <a:gd name="T20" fmla="*/ 5042002 w 5057140"/>
              <a:gd name="T21" fmla="*/ 65025 h 1148079"/>
              <a:gd name="T22" fmla="*/ 5058556 w 5057140"/>
              <a:gd name="T23" fmla="*/ 103368 h 1148079"/>
              <a:gd name="T24" fmla="*/ 5062984 w 5057140"/>
              <a:gd name="T25" fmla="*/ 1006233 h 1148079"/>
              <a:gd name="T26" fmla="*/ 5062214 w 5057140"/>
              <a:gd name="T27" fmla="*/ 1020874 h 1148079"/>
              <a:gd name="T28" fmla="*/ 5051300 w 5057140"/>
              <a:gd name="T29" fmla="*/ 1061841 h 1148079"/>
              <a:gd name="T30" fmla="*/ 5029095 w 5057140"/>
              <a:gd name="T31" fmla="*/ 1096746 h 1148079"/>
              <a:gd name="T32" fmla="*/ 4997696 w 5057140"/>
              <a:gd name="T33" fmla="*/ 1123492 h 1148079"/>
              <a:gd name="T34" fmla="*/ 4959195 w 5057140"/>
              <a:gd name="T35" fmla="*/ 1139992 h 1148079"/>
              <a:gd name="T36" fmla="*/ 138726 w 5057140"/>
              <a:gd name="T37" fmla="*/ 1144407 h 1148079"/>
              <a:gd name="T38" fmla="*/ 124023 w 5057140"/>
              <a:gd name="T39" fmla="*/ 1143641 h 1148079"/>
              <a:gd name="T40" fmla="*/ 82866 w 5057140"/>
              <a:gd name="T41" fmla="*/ 1132759 h 1148079"/>
              <a:gd name="T42" fmla="*/ 47827 w 5057140"/>
              <a:gd name="T43" fmla="*/ 1110633 h 1148079"/>
              <a:gd name="T44" fmla="*/ 20986 w 5057140"/>
              <a:gd name="T45" fmla="*/ 1079353 h 1148079"/>
              <a:gd name="T46" fmla="*/ 4433 w 5057140"/>
              <a:gd name="T47" fmla="*/ 1041012 h 1148079"/>
              <a:gd name="T48" fmla="*/ 0 w 5057140"/>
              <a:gd name="T49" fmla="*/ 138176 h 1148079"/>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5057140" h="1148079">
                <a:moveTo>
                  <a:pt x="0" y="138556"/>
                </a:moveTo>
                <a:lnTo>
                  <a:pt x="6681" y="95890"/>
                </a:lnTo>
                <a:lnTo>
                  <a:pt x="25331" y="58627"/>
                </a:lnTo>
                <a:lnTo>
                  <a:pt x="53861" y="28854"/>
                </a:lnTo>
                <a:lnTo>
                  <a:pt x="90181" y="8663"/>
                </a:lnTo>
                <a:lnTo>
                  <a:pt x="132202" y="142"/>
                </a:lnTo>
                <a:lnTo>
                  <a:pt x="4918074" y="0"/>
                </a:lnTo>
                <a:lnTo>
                  <a:pt x="4932768" y="768"/>
                </a:lnTo>
                <a:lnTo>
                  <a:pt x="4973865" y="11670"/>
                </a:lnTo>
                <a:lnTo>
                  <a:pt x="5008864" y="33846"/>
                </a:lnTo>
                <a:lnTo>
                  <a:pt x="5035675" y="65205"/>
                </a:lnTo>
                <a:lnTo>
                  <a:pt x="5052208" y="103658"/>
                </a:lnTo>
                <a:lnTo>
                  <a:pt x="5056632" y="1009015"/>
                </a:lnTo>
                <a:lnTo>
                  <a:pt x="5055863" y="1023697"/>
                </a:lnTo>
                <a:lnTo>
                  <a:pt x="5044961" y="1064778"/>
                </a:lnTo>
                <a:lnTo>
                  <a:pt x="5022785" y="1099778"/>
                </a:lnTo>
                <a:lnTo>
                  <a:pt x="4991426" y="1126599"/>
                </a:lnTo>
                <a:lnTo>
                  <a:pt x="4952973" y="1143144"/>
                </a:lnTo>
                <a:lnTo>
                  <a:pt x="138556" y="1147572"/>
                </a:lnTo>
                <a:lnTo>
                  <a:pt x="123863" y="1146803"/>
                </a:lnTo>
                <a:lnTo>
                  <a:pt x="82766" y="1135891"/>
                </a:lnTo>
                <a:lnTo>
                  <a:pt x="47767" y="1113704"/>
                </a:lnTo>
                <a:lnTo>
                  <a:pt x="20956" y="1082338"/>
                </a:lnTo>
                <a:lnTo>
                  <a:pt x="4423" y="1043892"/>
                </a:lnTo>
                <a:lnTo>
                  <a:pt x="0" y="138556"/>
                </a:lnTo>
                <a:close/>
              </a:path>
            </a:pathLst>
          </a:custGeom>
          <a:noFill/>
          <a:ln w="38100">
            <a:solidFill>
              <a:srgbClr val="404040"/>
            </a:solidFill>
            <a:round/>
          </a:ln>
          <a:extLst>
            <a:ext uri="{909E8E84-426E-40DD-AFC4-6F175D3DCCD1}">
              <a14:hiddenFill xmlns:a14="http://schemas.microsoft.com/office/drawing/2010/main">
                <a:solidFill>
                  <a:srgbClr val="FFFFFF"/>
                </a:solidFill>
              </a14:hiddenFill>
            </a:ext>
          </a:extLst>
        </p:spPr>
        <p:txBody>
          <a:bodyPr lIns="0" tIns="0" rIns="0" bIns="0"/>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prstClr val="black"/>
              </a:solidFill>
              <a:effectLst/>
              <a:uLnTx/>
              <a:uFillTx/>
              <a:latin typeface="Verdana" panose="020B0804030504040204" pitchFamily="34" charset="0"/>
              <a:ea typeface="宋体" pitchFamily="2" charset="-122"/>
              <a:cs typeface="+mn-cs"/>
            </a:endParaRPr>
          </a:p>
        </p:txBody>
      </p:sp>
      <p:sp>
        <p:nvSpPr>
          <p:cNvPr id="34" name="object 14"/>
          <p:cNvSpPr txBox="1"/>
          <p:nvPr/>
        </p:nvSpPr>
        <p:spPr>
          <a:xfrm>
            <a:off x="2181225" y="3719513"/>
            <a:ext cx="1635920" cy="614362"/>
          </a:xfrm>
          <a:prstGeom prst="rect">
            <a:avLst/>
          </a:prstGeom>
        </p:spPr>
        <p:txBody>
          <a:bodyPr wrap="square" lIns="0" tIns="0" rIns="0" bIns="0">
            <a:spAutoFit/>
          </a:bodyPr>
          <a:lstStyle/>
          <a:p>
            <a:pPr marL="12700" marR="0" lvl="0" indent="0" algn="l" defTabSz="914400" rtl="0" eaLnBrk="1" fontAlgn="base" latinLnBrk="0" hangingPunct="1">
              <a:lnSpc>
                <a:spcPct val="100000"/>
              </a:lnSpc>
              <a:spcBef>
                <a:spcPct val="0"/>
              </a:spcBef>
              <a:spcAft>
                <a:spcPct val="0"/>
              </a:spcAft>
              <a:buClrTx/>
              <a:buSzTx/>
              <a:buFontTx/>
              <a:buNone/>
              <a:defRPr/>
            </a:pPr>
            <a:r>
              <a:rPr kumimoji="1" sz="2000" b="0" i="1" u="none" strike="noStrike" kern="0" cap="none" normalizeH="0" noProof="0" dirty="0">
                <a:ln>
                  <a:noFill/>
                </a:ln>
                <a:solidFill>
                  <a:prstClr val="white"/>
                </a:solidFill>
                <a:effectLst/>
                <a:uLnTx/>
                <a:uFillTx/>
                <a:latin typeface="Book Antiqua" panose="02040602050305030304"/>
                <a:ea typeface="宋体" pitchFamily="2" charset="-122"/>
                <a:cs typeface="Book Antiqua" panose="02040602050305030304"/>
              </a:rPr>
              <a:t>No Cascading</a:t>
            </a:r>
            <a:endParaRPr kumimoji="1" sz="2000" b="0" i="0" u="none" strike="noStrike" kern="0" cap="none" normalizeH="0" noProof="0" dirty="0">
              <a:ln>
                <a:noFill/>
              </a:ln>
              <a:solidFill>
                <a:prstClr val="white"/>
              </a:solidFill>
              <a:effectLst/>
              <a:uLnTx/>
              <a:uFillTx/>
              <a:latin typeface="Book Antiqua" panose="02040602050305030304"/>
              <a:ea typeface="宋体" pitchFamily="2" charset="-122"/>
              <a:cs typeface="Book Antiqua" panose="02040602050305030304"/>
            </a:endParaRPr>
          </a:p>
          <a:p>
            <a:pPr marL="12700" marR="0" lvl="0" indent="0" algn="l" defTabSz="914400" rtl="0" eaLnBrk="1" fontAlgn="base" latinLnBrk="0" hangingPunct="1">
              <a:lnSpc>
                <a:spcPct val="100000"/>
              </a:lnSpc>
              <a:spcBef>
                <a:spcPct val="0"/>
              </a:spcBef>
              <a:spcAft>
                <a:spcPct val="0"/>
              </a:spcAft>
              <a:buClrTx/>
              <a:buSzTx/>
              <a:buFontTx/>
              <a:buNone/>
              <a:defRPr/>
            </a:pPr>
            <a:r>
              <a:rPr kumimoji="1" sz="2000" b="0" i="1" u="none" strike="noStrike" kern="0" cap="none" normalizeH="0" noProof="0" dirty="0">
                <a:ln>
                  <a:noFill/>
                </a:ln>
                <a:solidFill>
                  <a:prstClr val="white"/>
                </a:solidFill>
                <a:effectLst/>
                <a:uLnTx/>
                <a:uFillTx/>
                <a:latin typeface="Book Antiqua" panose="02040602050305030304"/>
                <a:ea typeface="宋体" pitchFamily="2" charset="-122"/>
                <a:cs typeface="Book Antiqua" panose="02040602050305030304"/>
              </a:rPr>
              <a:t>Aborts</a:t>
            </a:r>
            <a:endParaRPr kumimoji="1" sz="2000" b="0" i="0" u="none" strike="noStrike" kern="0" cap="none" normalizeH="0" noProof="0" dirty="0">
              <a:ln>
                <a:noFill/>
              </a:ln>
              <a:solidFill>
                <a:prstClr val="white"/>
              </a:solidFill>
              <a:effectLst/>
              <a:uLnTx/>
              <a:uFillTx/>
              <a:latin typeface="Book Antiqua" panose="02040602050305030304"/>
              <a:ea typeface="宋体" pitchFamily="2" charset="-122"/>
              <a:cs typeface="Book Antiqua" panose="02040602050305030304"/>
            </a:endParaRPr>
          </a:p>
        </p:txBody>
      </p:sp>
      <p:sp>
        <p:nvSpPr>
          <p:cNvPr id="35" name="object 15"/>
          <p:cNvSpPr/>
          <p:nvPr/>
        </p:nvSpPr>
        <p:spPr bwMode="auto">
          <a:xfrm>
            <a:off x="4173538" y="3675063"/>
            <a:ext cx="2487612" cy="1147762"/>
          </a:xfrm>
          <a:custGeom>
            <a:avLst/>
            <a:gdLst>
              <a:gd name="T0" fmla="*/ 0 w 2487295"/>
              <a:gd name="T1" fmla="*/ 1144407 h 1148079"/>
              <a:gd name="T2" fmla="*/ 2490338 w 2487295"/>
              <a:gd name="T3" fmla="*/ 1144407 h 1148079"/>
              <a:gd name="T4" fmla="*/ 2490338 w 2487295"/>
              <a:gd name="T5" fmla="*/ 0 h 1148079"/>
              <a:gd name="T6" fmla="*/ 0 w 2487295"/>
              <a:gd name="T7" fmla="*/ 0 h 1148079"/>
              <a:gd name="T8" fmla="*/ 0 w 2487295"/>
              <a:gd name="T9" fmla="*/ 1144407 h 114807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87295" h="1148079">
                <a:moveTo>
                  <a:pt x="0" y="1147572"/>
                </a:moveTo>
                <a:lnTo>
                  <a:pt x="2487168" y="1147572"/>
                </a:lnTo>
                <a:lnTo>
                  <a:pt x="2487168" y="0"/>
                </a:lnTo>
                <a:lnTo>
                  <a:pt x="0" y="0"/>
                </a:lnTo>
                <a:lnTo>
                  <a:pt x="0" y="1147572"/>
                </a:lnTo>
                <a:close/>
              </a:path>
            </a:pathLst>
          </a:custGeom>
          <a:solidFill>
            <a:schemeClr val="bg2"/>
          </a:solidFill>
          <a:ln>
            <a:noFill/>
          </a:ln>
        </p:spPr>
        <p:txBody>
          <a:bodyPr lIns="0" tIns="0" rIns="0" bIns="0"/>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prstClr val="black"/>
              </a:solidFill>
              <a:effectLst/>
              <a:uLnTx/>
              <a:uFillTx/>
              <a:latin typeface="Verdana" panose="020B0804030504040204" pitchFamily="34" charset="0"/>
              <a:ea typeface="宋体" pitchFamily="2" charset="-122"/>
              <a:cs typeface="+mn-cs"/>
            </a:endParaRPr>
          </a:p>
        </p:txBody>
      </p:sp>
      <p:sp>
        <p:nvSpPr>
          <p:cNvPr id="36" name="object 16"/>
          <p:cNvSpPr/>
          <p:nvPr/>
        </p:nvSpPr>
        <p:spPr bwMode="auto">
          <a:xfrm>
            <a:off x="4173538" y="3675063"/>
            <a:ext cx="2487612" cy="1147762"/>
          </a:xfrm>
          <a:custGeom>
            <a:avLst/>
            <a:gdLst>
              <a:gd name="T0" fmla="*/ 0 w 2487295"/>
              <a:gd name="T1" fmla="*/ 1144407 h 1148079"/>
              <a:gd name="T2" fmla="*/ 2490338 w 2487295"/>
              <a:gd name="T3" fmla="*/ 1144407 h 1148079"/>
              <a:gd name="T4" fmla="*/ 2490338 w 2487295"/>
              <a:gd name="T5" fmla="*/ 0 h 1148079"/>
              <a:gd name="T6" fmla="*/ 0 w 2487295"/>
              <a:gd name="T7" fmla="*/ 0 h 1148079"/>
              <a:gd name="T8" fmla="*/ 0 w 2487295"/>
              <a:gd name="T9" fmla="*/ 1144407 h 114807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87295" h="1148079">
                <a:moveTo>
                  <a:pt x="0" y="1147572"/>
                </a:moveTo>
                <a:lnTo>
                  <a:pt x="2487168" y="1147572"/>
                </a:lnTo>
                <a:lnTo>
                  <a:pt x="2487168" y="0"/>
                </a:lnTo>
                <a:lnTo>
                  <a:pt x="0" y="0"/>
                </a:lnTo>
                <a:lnTo>
                  <a:pt x="0" y="1147572"/>
                </a:lnTo>
                <a:close/>
              </a:path>
            </a:pathLst>
          </a:custGeom>
          <a:noFill/>
          <a:ln w="38100">
            <a:solidFill>
              <a:srgbClr val="404040"/>
            </a:solidFill>
            <a:round/>
          </a:ln>
          <a:extLst>
            <a:ext uri="{909E8E84-426E-40DD-AFC4-6F175D3DCCD1}">
              <a14:hiddenFill xmlns:a14="http://schemas.microsoft.com/office/drawing/2010/main">
                <a:solidFill>
                  <a:srgbClr val="FFFFFF"/>
                </a:solidFill>
              </a14:hiddenFill>
            </a:ext>
          </a:extLst>
        </p:spPr>
        <p:txBody>
          <a:bodyPr lIns="0" tIns="0" rIns="0" bIns="0"/>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prstClr val="black"/>
              </a:solidFill>
              <a:effectLst/>
              <a:uLnTx/>
              <a:uFillTx/>
              <a:latin typeface="Verdana" panose="020B0804030504040204" pitchFamily="34" charset="0"/>
              <a:ea typeface="宋体" pitchFamily="2" charset="-122"/>
              <a:cs typeface="+mn-cs"/>
            </a:endParaRPr>
          </a:p>
        </p:txBody>
      </p:sp>
      <p:sp>
        <p:nvSpPr>
          <p:cNvPr id="39" name="object 19"/>
          <p:cNvSpPr txBox="1">
            <a:spLocks noChangeArrowheads="1"/>
          </p:cNvSpPr>
          <p:nvPr/>
        </p:nvSpPr>
        <p:spPr bwMode="auto">
          <a:xfrm>
            <a:off x="4173538" y="3645023"/>
            <a:ext cx="2487612" cy="1188000"/>
          </a:xfrm>
          <a:prstGeom prst="rect">
            <a:avLst/>
          </a:prstGeom>
          <a:solidFill>
            <a:schemeClr val="bg2"/>
          </a:solidFill>
          <a:ln w="38100">
            <a:solidFill>
              <a:srgbClr val="404040"/>
            </a:solidFill>
            <a:miter lim="800000"/>
          </a:ln>
        </p:spPr>
        <p:txBody>
          <a:bodyPr lIns="0" tIns="0" rIns="0" bIns="0">
            <a:spAutoFit/>
          </a:bodyPr>
          <a:lstStyle>
            <a:lvl1pPr marL="890905" indent="-485775">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itchFamily="2" charset="-122"/>
              </a:defRPr>
            </a:lvl5pPr>
            <a:lvl6pPr marL="2514600" indent="-228600" fontAlgn="base">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itchFamily="2" charset="-122"/>
              </a:defRPr>
            </a:lvl6pPr>
            <a:lvl7pPr marL="2971800" indent="-228600" fontAlgn="base">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itchFamily="2" charset="-122"/>
              </a:defRPr>
            </a:lvl7pPr>
            <a:lvl8pPr marL="3429000" indent="-228600" fontAlgn="base">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itchFamily="2" charset="-122"/>
              </a:defRPr>
            </a:lvl8pPr>
            <a:lvl9pPr marL="3886200" indent="-228600" fontAlgn="base">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itchFamily="2" charset="-122"/>
              </a:defRPr>
            </a:lvl9pPr>
          </a:lstStyle>
          <a:p>
            <a:pPr marL="890905" marR="0" lvl="0" indent="-485775" algn="l" defTabSz="914400" rtl="0" eaLnBrk="1" fontAlgn="base" latinLnBrk="0" hangingPunct="1">
              <a:lnSpc>
                <a:spcPct val="167000"/>
              </a:lnSpc>
              <a:spcBef>
                <a:spcPct val="0"/>
              </a:spcBef>
              <a:spcAft>
                <a:spcPct val="0"/>
              </a:spcAft>
              <a:buClrTx/>
              <a:buSzTx/>
              <a:buFontTx/>
              <a:buNone/>
              <a:defRPr/>
            </a:pPr>
            <a:r>
              <a:rPr kumimoji="1" lang="zh-CN" altLang="en-US" sz="2000" b="0" i="1" u="none" strike="noStrike" kern="1200" cap="none" spc="0" normalizeH="0" baseline="0" noProof="0" dirty="0">
                <a:ln>
                  <a:noFill/>
                </a:ln>
                <a:solidFill>
                  <a:srgbClr val="404040"/>
                </a:solidFill>
                <a:effectLst/>
                <a:uLnTx/>
                <a:uFillTx/>
                <a:latin typeface="Book Antiqua" panose="02040602050305030304" pitchFamily="18" charset="0"/>
                <a:ea typeface="宋体" pitchFamily="2" charset="-122"/>
                <a:cs typeface="+mn-cs"/>
              </a:rPr>
              <a:t>强严格</a:t>
            </a:r>
            <a:r>
              <a:rPr kumimoji="1" lang="zh-CN" altLang="zh-CN" sz="2000" b="0" i="1" u="none" strike="noStrike" kern="1200" cap="none" spc="0" normalizeH="0" baseline="0" noProof="0" dirty="0">
                <a:ln>
                  <a:noFill/>
                </a:ln>
                <a:solidFill>
                  <a:srgbClr val="404040"/>
                </a:solidFill>
                <a:effectLst/>
                <a:uLnTx/>
                <a:uFillTx/>
                <a:latin typeface="Book Antiqua" panose="02040602050305030304" pitchFamily="18" charset="0"/>
                <a:ea typeface="宋体" pitchFamily="2" charset="-122"/>
                <a:cs typeface="+mn-cs"/>
              </a:rPr>
              <a:t>2PL</a:t>
            </a:r>
            <a:endParaRPr kumimoji="1" lang="en-US" altLang="zh-CN" sz="2000" b="0" i="1" u="none" strike="noStrike" kern="1200" cap="none" spc="0" normalizeH="0" baseline="0" noProof="0" dirty="0">
              <a:ln>
                <a:noFill/>
              </a:ln>
              <a:solidFill>
                <a:srgbClr val="404040"/>
              </a:solidFill>
              <a:effectLst/>
              <a:uLnTx/>
              <a:uFillTx/>
              <a:latin typeface="Book Antiqua" panose="02040602050305030304" pitchFamily="18" charset="0"/>
              <a:ea typeface="宋体" pitchFamily="2" charset="-122"/>
              <a:cs typeface="+mn-cs"/>
            </a:endParaRPr>
          </a:p>
          <a:p>
            <a:pPr marL="890905" marR="0" lvl="0" indent="-485775" algn="l" defTabSz="914400" rtl="0" eaLnBrk="1" fontAlgn="base" latinLnBrk="0" hangingPunct="1">
              <a:lnSpc>
                <a:spcPct val="167000"/>
              </a:lnSpc>
              <a:spcBef>
                <a:spcPct val="0"/>
              </a:spcBef>
              <a:spcAft>
                <a:spcPct val="0"/>
              </a:spcAft>
              <a:buClrTx/>
              <a:buSzTx/>
              <a:buFontTx/>
              <a:buNone/>
              <a:defRPr/>
            </a:pPr>
            <a:r>
              <a:rPr kumimoji="1" lang="zh-CN" altLang="en-US" sz="2000" b="0" i="1" u="none" strike="noStrike" kern="1200" cap="none" spc="0" normalizeH="0" baseline="0" noProof="0" dirty="0">
                <a:ln>
                  <a:noFill/>
                </a:ln>
                <a:solidFill>
                  <a:srgbClr val="404040"/>
                </a:solidFill>
                <a:effectLst/>
                <a:uLnTx/>
                <a:uFillTx/>
                <a:latin typeface="Book Antiqua" panose="02040602050305030304" pitchFamily="18" charset="0"/>
                <a:ea typeface="宋体" pitchFamily="2" charset="-122"/>
                <a:cs typeface="+mn-cs"/>
              </a:rPr>
              <a:t>       </a:t>
            </a:r>
            <a:endParaRPr kumimoji="1" lang="zh-CN" altLang="zh-CN" sz="2000" b="0" i="0" u="none" strike="noStrike" kern="1200" cap="none" spc="0" normalizeH="0" baseline="0" noProof="0" dirty="0">
              <a:ln>
                <a:noFill/>
              </a:ln>
              <a:solidFill>
                <a:prstClr val="black"/>
              </a:solidFill>
              <a:effectLst/>
              <a:uLnTx/>
              <a:uFillTx/>
              <a:latin typeface="Book Antiqua" panose="02040602050305030304" pitchFamily="18" charset="0"/>
              <a:ea typeface="宋体" pitchFamily="2" charset="-122"/>
              <a:cs typeface="+mn-cs"/>
            </a:endParaRPr>
          </a:p>
        </p:txBody>
      </p:sp>
      <p:sp>
        <p:nvSpPr>
          <p:cNvPr id="38" name="object 18"/>
          <p:cNvSpPr/>
          <p:nvPr/>
        </p:nvSpPr>
        <p:spPr bwMode="auto">
          <a:xfrm>
            <a:off x="4655741" y="4248944"/>
            <a:ext cx="1236662" cy="482675"/>
          </a:xfrm>
          <a:custGeom>
            <a:avLst/>
            <a:gdLst>
              <a:gd name="T0" fmla="*/ 0 w 1237614"/>
              <a:gd name="T1" fmla="*/ 109040 h 645160"/>
              <a:gd name="T2" fmla="*/ 8429 w 1237614"/>
              <a:gd name="T3" fmla="*/ 66492 h 645160"/>
              <a:gd name="T4" fmla="*/ 31414 w 1237614"/>
              <a:gd name="T5" fmla="*/ 31771 h 645160"/>
              <a:gd name="T6" fmla="*/ 65472 w 1237614"/>
              <a:gd name="T7" fmla="*/ 8421 h 645160"/>
              <a:gd name="T8" fmla="*/ 1121382 w 1237614"/>
              <a:gd name="T9" fmla="*/ 0 h 645160"/>
              <a:gd name="T10" fmla="*/ 1135888 w 1237614"/>
              <a:gd name="T11" fmla="*/ 997 h 645160"/>
              <a:gd name="T12" fmla="*/ 1175324 w 1237614"/>
              <a:gd name="T13" fmla="*/ 14979 h 645160"/>
              <a:gd name="T14" fmla="*/ 1205952 w 1237614"/>
              <a:gd name="T15" fmla="*/ 42653 h 645160"/>
              <a:gd name="T16" fmla="*/ 1224302 w 1237614"/>
              <a:gd name="T17" fmla="*/ 80476 h 645160"/>
              <a:gd name="T18" fmla="*/ 1228002 w 1237614"/>
              <a:gd name="T19" fmla="*/ 545199 h 645160"/>
              <a:gd name="T20" fmla="*/ 1227022 w 1237614"/>
              <a:gd name="T21" fmla="*/ 560031 h 645160"/>
              <a:gd name="T22" fmla="*/ 1213355 w 1237614"/>
              <a:gd name="T23" fmla="*/ 600364 h 645160"/>
              <a:gd name="T24" fmla="*/ 1186295 w 1237614"/>
              <a:gd name="T25" fmla="*/ 631688 h 645160"/>
              <a:gd name="T26" fmla="*/ 1149312 w 1237614"/>
              <a:gd name="T27" fmla="*/ 650454 h 645160"/>
              <a:gd name="T28" fmla="*/ 106618 w 1237614"/>
              <a:gd name="T29" fmla="*/ 654237 h 645160"/>
              <a:gd name="T30" fmla="*/ 92116 w 1237614"/>
              <a:gd name="T31" fmla="*/ 653236 h 645160"/>
              <a:gd name="T32" fmla="*/ 52674 w 1237614"/>
              <a:gd name="T33" fmla="*/ 639258 h 645160"/>
              <a:gd name="T34" fmla="*/ 22049 w 1237614"/>
              <a:gd name="T35" fmla="*/ 611583 h 645160"/>
              <a:gd name="T36" fmla="*/ 3698 w 1237614"/>
              <a:gd name="T37" fmla="*/ 573761 h 645160"/>
              <a:gd name="T38" fmla="*/ 0 w 1237614"/>
              <a:gd name="T39" fmla="*/ 109040 h 645160"/>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1237614" h="645160">
                <a:moveTo>
                  <a:pt x="0" y="107442"/>
                </a:moveTo>
                <a:lnTo>
                  <a:pt x="8496" y="65518"/>
                </a:lnTo>
                <a:lnTo>
                  <a:pt x="31654" y="31305"/>
                </a:lnTo>
                <a:lnTo>
                  <a:pt x="65979" y="8301"/>
                </a:lnTo>
                <a:lnTo>
                  <a:pt x="1130045" y="0"/>
                </a:lnTo>
                <a:lnTo>
                  <a:pt x="1144661" y="987"/>
                </a:lnTo>
                <a:lnTo>
                  <a:pt x="1184403" y="14759"/>
                </a:lnTo>
                <a:lnTo>
                  <a:pt x="1215268" y="42028"/>
                </a:lnTo>
                <a:lnTo>
                  <a:pt x="1233759" y="79297"/>
                </a:lnTo>
                <a:lnTo>
                  <a:pt x="1237488" y="537210"/>
                </a:lnTo>
                <a:lnTo>
                  <a:pt x="1236500" y="551825"/>
                </a:lnTo>
                <a:lnTo>
                  <a:pt x="1222728" y="591567"/>
                </a:lnTo>
                <a:lnTo>
                  <a:pt x="1195459" y="622432"/>
                </a:lnTo>
                <a:lnTo>
                  <a:pt x="1158190" y="640923"/>
                </a:lnTo>
                <a:lnTo>
                  <a:pt x="107441" y="644651"/>
                </a:lnTo>
                <a:lnTo>
                  <a:pt x="92826" y="643664"/>
                </a:lnTo>
                <a:lnTo>
                  <a:pt x="53084" y="629892"/>
                </a:lnTo>
                <a:lnTo>
                  <a:pt x="22219" y="602623"/>
                </a:lnTo>
                <a:lnTo>
                  <a:pt x="3728" y="565354"/>
                </a:lnTo>
                <a:lnTo>
                  <a:pt x="0" y="107442"/>
                </a:lnTo>
                <a:close/>
              </a:path>
            </a:pathLst>
          </a:custGeom>
          <a:solidFill>
            <a:srgbClr val="F76C6C"/>
          </a:solidFill>
          <a:ln w="38100">
            <a:solidFill>
              <a:srgbClr val="404040"/>
            </a:solidFill>
            <a:round/>
          </a:ln>
        </p:spPr>
        <p:txBody>
          <a:bodyPr lIns="0" tIns="0" rIns="0" bIns="0" anchor="ctr"/>
          <a:lstStyle/>
          <a:p>
            <a:pPr lvl="0" algn="ctr" eaLnBrk="0" hangingPunct="0">
              <a:defRPr/>
            </a:pPr>
            <a:r>
              <a:rPr lang="zh-CN" altLang="en-US" i="1" dirty="0">
                <a:latin typeface="Book Antiqua" panose="02040602050305030304" pitchFamily="18" charset="0"/>
              </a:rPr>
              <a:t>串行</a:t>
            </a:r>
            <a:endParaRPr kumimoji="1" lang="zh-CN" altLang="en-US" sz="2400" b="0" i="1" u="none" strike="noStrike" kern="1200" cap="none" spc="0" normalizeH="0" baseline="0" noProof="0" dirty="0">
              <a:ln>
                <a:noFill/>
              </a:ln>
              <a:effectLst/>
              <a:uLnTx/>
              <a:uFillTx/>
            </a:endParaRPr>
          </a:p>
        </p:txBody>
      </p:sp>
      <p:sp>
        <p:nvSpPr>
          <p:cNvPr id="40" name="星形: 十二角 39"/>
          <p:cNvSpPr/>
          <p:nvPr/>
        </p:nvSpPr>
        <p:spPr>
          <a:xfrm>
            <a:off x="168932" y="178581"/>
            <a:ext cx="414700" cy="338336"/>
          </a:xfrm>
          <a:prstGeom prst="star12">
            <a:avLst/>
          </a:prstGeom>
          <a:ln>
            <a:solidFill>
              <a:srgbClr val="FF0000"/>
            </a:solidFill>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prstClr val="black"/>
              </a:solidFill>
              <a:effectLst/>
              <a:uLnTx/>
              <a:uFillTx/>
              <a:latin typeface="Constantia"/>
              <a:ea typeface="宋体" pitchFamily="2" charset="-122"/>
              <a:cs typeface="+mn-cs"/>
            </a:endParaRPr>
          </a:p>
        </p:txBody>
      </p:sp>
      <p:sp>
        <p:nvSpPr>
          <p:cNvPr id="2" name="灯片编号占位符 1"/>
          <p:cNvSpPr>
            <a:spLocks noGrp="1"/>
          </p:cNvSpPr>
          <p:nvPr>
            <p:ph type="sldNum" sz="quarter" idx="10"/>
          </p:nvPr>
        </p:nvSpPr>
        <p:spPr/>
        <p:txBody>
          <a:bodyPr/>
          <a:lstStyle/>
          <a:p>
            <a:pPr>
              <a:defRPr/>
            </a:pPr>
            <a:fld id="{F4F04043-1C08-4BBE-97B7-003515CF2E9C}" type="slidenum">
              <a:rPr lang="en-US" altLang="zh-CN" smtClean="0"/>
            </a:fld>
            <a:endParaRPr lang="en-US" altLang="zh-CN"/>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ChangeArrowheads="1"/>
          </p:cNvSpPr>
          <p:nvPr/>
        </p:nvSpPr>
        <p:spPr bwMode="auto">
          <a:xfrm>
            <a:off x="457200" y="725488"/>
            <a:ext cx="8382000" cy="5262979"/>
          </a:xfrm>
          <a:prstGeom prst="rect">
            <a:avLst/>
          </a:prstGeom>
          <a:noFill/>
          <a:ln w="9525">
            <a:noFill/>
            <a:miter lim="800000"/>
          </a:ln>
        </p:spPr>
        <p:txBody>
          <a:bodyPr>
            <a:spAutoFit/>
          </a:bodyPr>
          <a:lstStyle/>
          <a:p>
            <a:pPr>
              <a:spcBef>
                <a:spcPct val="50000"/>
              </a:spcBef>
            </a:pPr>
            <a:r>
              <a:rPr lang="en-US" altLang="zh-CN" b="1" dirty="0">
                <a:ea typeface="黑体" pitchFamily="2" charset="-122"/>
              </a:rPr>
              <a:t>11.</a:t>
            </a:r>
            <a:r>
              <a:rPr lang="en-US" altLang="zh-CN" b="1" dirty="0">
                <a:latin typeface="Arial" panose="020B0604020202090204" pitchFamily="34" charset="0"/>
                <a:cs typeface="Arial" panose="020B0604020202090204" pitchFamily="34" charset="0"/>
              </a:rPr>
              <a:t> 7  </a:t>
            </a:r>
            <a:r>
              <a:rPr lang="zh-CN" altLang="en-US" b="1" dirty="0">
                <a:latin typeface="Arial" panose="020B0604020202090204" pitchFamily="34" charset="0"/>
                <a:ea typeface="黑体" pitchFamily="2" charset="-122"/>
              </a:rPr>
              <a:t>封锁粒度（</a:t>
            </a:r>
            <a:r>
              <a:rPr lang="en-US" altLang="zh-CN" b="1" dirty="0">
                <a:latin typeface="Arial" panose="020B0604020202090204" pitchFamily="34" charset="0"/>
                <a:cs typeface="Arial" panose="020B0604020202090204" pitchFamily="34" charset="0"/>
              </a:rPr>
              <a:t>granularity</a:t>
            </a:r>
            <a:r>
              <a:rPr lang="zh-CN" altLang="en-US" b="1" dirty="0">
                <a:latin typeface="Arial" panose="020B0604020202090204" pitchFamily="34" charset="0"/>
                <a:ea typeface="黑体" pitchFamily="2" charset="-122"/>
              </a:rPr>
              <a:t>）</a:t>
            </a:r>
            <a:endParaRPr lang="zh-CN" altLang="en-US" b="1" dirty="0">
              <a:latin typeface="Arial" panose="020B0604020202090204" pitchFamily="34" charset="0"/>
              <a:cs typeface="Arial" panose="020B0604020202090204" pitchFamily="34" charset="0"/>
            </a:endParaRPr>
          </a:p>
          <a:p>
            <a:pPr>
              <a:spcBef>
                <a:spcPct val="50000"/>
              </a:spcBef>
            </a:pPr>
            <a:r>
              <a:rPr lang="en-US" altLang="zh-CN" dirty="0">
                <a:latin typeface="Times New Roman" panose="02020503050405090304" pitchFamily="18" charset="0"/>
              </a:rPr>
              <a:t>——</a:t>
            </a:r>
            <a:r>
              <a:rPr lang="zh-CN" altLang="en-US" dirty="0">
                <a:latin typeface="Times New Roman" panose="02020503050405090304" pitchFamily="18" charset="0"/>
              </a:rPr>
              <a:t>被封锁数据的范围。</a:t>
            </a:r>
            <a:endParaRPr lang="zh-CN" altLang="en-US" dirty="0"/>
          </a:p>
          <a:p>
            <a:pPr>
              <a:spcBef>
                <a:spcPct val="50000"/>
              </a:spcBef>
            </a:pPr>
            <a:r>
              <a:rPr lang="en-US" altLang="zh-CN" dirty="0"/>
              <a:t>1</a:t>
            </a:r>
            <a:r>
              <a:rPr lang="zh-CN" altLang="en-US" dirty="0">
                <a:latin typeface="Times New Roman" panose="02020503050405090304" pitchFamily="18" charset="0"/>
              </a:rPr>
              <a:t>、</a:t>
            </a:r>
            <a:r>
              <a:rPr lang="zh-CN" altLang="en-US" dirty="0">
                <a:solidFill>
                  <a:srgbClr val="FF0000"/>
                </a:solidFill>
                <a:latin typeface="Times New Roman" panose="02020503050405090304" pitchFamily="18" charset="0"/>
              </a:rPr>
              <a:t>逻辑单元</a:t>
            </a:r>
            <a:endParaRPr lang="zh-CN" altLang="en-US" dirty="0">
              <a:solidFill>
                <a:srgbClr val="FF0000"/>
              </a:solidFill>
            </a:endParaRPr>
          </a:p>
          <a:p>
            <a:pPr>
              <a:spcBef>
                <a:spcPct val="50000"/>
              </a:spcBef>
            </a:pPr>
            <a:r>
              <a:rPr lang="zh-CN" altLang="en-US" dirty="0">
                <a:latin typeface="Times New Roman" panose="02020503050405090304" pitchFamily="18" charset="0"/>
              </a:rPr>
              <a:t>整个</a:t>
            </a:r>
            <a:r>
              <a:rPr lang="en-US" altLang="zh-CN" dirty="0"/>
              <a:t>DB</a:t>
            </a:r>
            <a:r>
              <a:rPr lang="zh-CN" altLang="en-US" dirty="0">
                <a:latin typeface="Times New Roman" panose="02020503050405090304" pitchFamily="18" charset="0"/>
              </a:rPr>
              <a:t>、整个关系、整个索引、元组、索引项、属性值集、属性值。</a:t>
            </a:r>
            <a:endParaRPr lang="zh-CN" altLang="en-US" dirty="0"/>
          </a:p>
          <a:p>
            <a:pPr>
              <a:spcBef>
                <a:spcPct val="50000"/>
              </a:spcBef>
            </a:pPr>
            <a:r>
              <a:rPr lang="en-US" altLang="zh-CN" dirty="0"/>
              <a:t>2</a:t>
            </a:r>
            <a:r>
              <a:rPr lang="zh-CN" altLang="en-US" dirty="0">
                <a:latin typeface="Times New Roman" panose="02020503050405090304" pitchFamily="18" charset="0"/>
              </a:rPr>
              <a:t>、</a:t>
            </a:r>
            <a:r>
              <a:rPr lang="zh-CN" altLang="en-US" dirty="0">
                <a:solidFill>
                  <a:srgbClr val="FF0000"/>
                </a:solidFill>
                <a:latin typeface="Times New Roman" panose="02020503050405090304" pitchFamily="18" charset="0"/>
              </a:rPr>
              <a:t>物理单元</a:t>
            </a:r>
            <a:endParaRPr lang="zh-CN" altLang="en-US" dirty="0">
              <a:solidFill>
                <a:srgbClr val="FF0000"/>
              </a:solidFill>
            </a:endParaRPr>
          </a:p>
          <a:p>
            <a:pPr>
              <a:spcBef>
                <a:spcPct val="50000"/>
              </a:spcBef>
            </a:pPr>
            <a:r>
              <a:rPr lang="zh-CN" altLang="en-US" dirty="0">
                <a:latin typeface="Times New Roman" panose="02020503050405090304" pitchFamily="18" charset="0"/>
              </a:rPr>
              <a:t>块、数据页、索引页。</a:t>
            </a:r>
            <a:endParaRPr lang="zh-CN" altLang="en-US" dirty="0"/>
          </a:p>
          <a:p>
            <a:pPr>
              <a:spcBef>
                <a:spcPct val="50000"/>
              </a:spcBef>
            </a:pPr>
            <a:r>
              <a:rPr lang="en-US" altLang="zh-CN" dirty="0"/>
              <a:t>3</a:t>
            </a:r>
            <a:r>
              <a:rPr lang="zh-CN" altLang="en-US" dirty="0">
                <a:latin typeface="Times New Roman" panose="02020503050405090304" pitchFamily="18" charset="0"/>
              </a:rPr>
              <a:t>、评价</a:t>
            </a:r>
            <a:endParaRPr lang="zh-CN" altLang="en-US" dirty="0"/>
          </a:p>
          <a:p>
            <a:pPr>
              <a:spcBef>
                <a:spcPct val="50000"/>
              </a:spcBef>
            </a:pPr>
            <a:r>
              <a:rPr lang="en-US" altLang="zh-CN" dirty="0"/>
              <a:t>1</a:t>
            </a:r>
            <a:r>
              <a:rPr lang="zh-CN" altLang="en-US" dirty="0">
                <a:latin typeface="Times New Roman" panose="02020503050405090304" pitchFamily="18" charset="0"/>
              </a:rPr>
              <a:t>）粒度大：</a:t>
            </a:r>
            <a:r>
              <a:rPr lang="zh-CN" altLang="en-US" dirty="0">
                <a:solidFill>
                  <a:srgbClr val="FF0000"/>
                </a:solidFill>
                <a:latin typeface="Times New Roman" panose="02020503050405090304" pitchFamily="18" charset="0"/>
              </a:rPr>
              <a:t>被封锁对象少，并发性差，开销小</a:t>
            </a:r>
            <a:r>
              <a:rPr lang="zh-CN" altLang="en-US" dirty="0">
                <a:latin typeface="Times New Roman" panose="02020503050405090304" pitchFamily="18" charset="0"/>
              </a:rPr>
              <a:t>。</a:t>
            </a:r>
            <a:endParaRPr lang="zh-CN" altLang="en-US" dirty="0"/>
          </a:p>
          <a:p>
            <a:pPr>
              <a:spcBef>
                <a:spcPct val="50000"/>
              </a:spcBef>
            </a:pPr>
            <a:r>
              <a:rPr lang="en-US" altLang="zh-CN" dirty="0"/>
              <a:t>2</a:t>
            </a:r>
            <a:r>
              <a:rPr lang="zh-CN" altLang="en-US" dirty="0">
                <a:latin typeface="Times New Roman" panose="02020503050405090304" pitchFamily="18" charset="0"/>
              </a:rPr>
              <a:t>）粒度小：</a:t>
            </a:r>
            <a:r>
              <a:rPr lang="zh-CN" altLang="en-US" dirty="0">
                <a:solidFill>
                  <a:srgbClr val="FF0000"/>
                </a:solidFill>
                <a:latin typeface="Times New Roman" panose="02020503050405090304" pitchFamily="18" charset="0"/>
              </a:rPr>
              <a:t>被封锁对象多，并发性高，开销大</a:t>
            </a:r>
            <a:r>
              <a:rPr lang="zh-CN" altLang="en-US" dirty="0">
                <a:latin typeface="Times New Roman" panose="02020503050405090304" pitchFamily="18" charset="0"/>
              </a:rPr>
              <a:t>。</a:t>
            </a:r>
            <a:endParaRPr lang="zh-CN" altLang="en-US" dirty="0"/>
          </a:p>
        </p:txBody>
      </p:sp>
      <p:sp>
        <p:nvSpPr>
          <p:cNvPr id="6" name="灯片编号占位符 5"/>
          <p:cNvSpPr>
            <a:spLocks noGrp="1"/>
          </p:cNvSpPr>
          <p:nvPr>
            <p:ph type="sldNum" sz="quarter" idx="12"/>
          </p:nvPr>
        </p:nvSpPr>
        <p:spPr/>
        <p:txBody>
          <a:bodyPr/>
          <a:lstStyle/>
          <a:p>
            <a:pPr>
              <a:defRPr/>
            </a:pPr>
            <a:fld id="{1168CF2E-91D2-4026-85AD-3042CE0FC41E}" type="slidenum">
              <a:rPr lang="en-US" altLang="zh-CN"/>
            </a:fld>
            <a:endParaRPr lang="en-US" altLang="zh-CN"/>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ChangeArrowheads="1"/>
          </p:cNvSpPr>
          <p:nvPr/>
        </p:nvSpPr>
        <p:spPr bwMode="auto">
          <a:xfrm>
            <a:off x="381000" y="757238"/>
            <a:ext cx="8458200" cy="5447645"/>
          </a:xfrm>
          <a:prstGeom prst="rect">
            <a:avLst/>
          </a:prstGeom>
          <a:noFill/>
          <a:ln w="9525">
            <a:noFill/>
            <a:miter lim="800000"/>
          </a:ln>
        </p:spPr>
        <p:txBody>
          <a:bodyPr>
            <a:spAutoFit/>
          </a:bodyPr>
          <a:lstStyle/>
          <a:p>
            <a:pPr>
              <a:spcBef>
                <a:spcPct val="50000"/>
              </a:spcBef>
            </a:pPr>
            <a:r>
              <a:rPr lang="en-US" altLang="zh-CN" dirty="0"/>
              <a:t>4</a:t>
            </a:r>
            <a:r>
              <a:rPr lang="zh-CN" altLang="en-US" dirty="0">
                <a:latin typeface="Times New Roman" panose="02020503050405090304" pitchFamily="18" charset="0"/>
              </a:rPr>
              <a:t>、一般策略</a:t>
            </a:r>
            <a:endParaRPr lang="zh-CN" altLang="en-US" dirty="0"/>
          </a:p>
          <a:p>
            <a:pPr>
              <a:spcBef>
                <a:spcPct val="50000"/>
              </a:spcBef>
            </a:pPr>
            <a:r>
              <a:rPr lang="en-US" altLang="zh-CN" dirty="0"/>
              <a:t>1</a:t>
            </a:r>
            <a:r>
              <a:rPr lang="zh-CN" altLang="en-US" dirty="0">
                <a:latin typeface="Times New Roman" panose="02020503050405090304" pitchFamily="18" charset="0"/>
              </a:rPr>
              <a:t>）需常存取多个关系的大量元组时宜采用</a:t>
            </a:r>
            <a:r>
              <a:rPr lang="en-US" altLang="zh-CN" dirty="0"/>
              <a:t>DB</a:t>
            </a:r>
            <a:r>
              <a:rPr lang="zh-CN" altLang="en-US" dirty="0">
                <a:latin typeface="Times New Roman" panose="02020503050405090304" pitchFamily="18" charset="0"/>
              </a:rPr>
              <a:t>级粒度；</a:t>
            </a:r>
            <a:endParaRPr lang="zh-CN" altLang="en-US" dirty="0"/>
          </a:p>
          <a:p>
            <a:pPr>
              <a:spcBef>
                <a:spcPct val="50000"/>
              </a:spcBef>
            </a:pPr>
            <a:r>
              <a:rPr lang="en-US" altLang="zh-CN" dirty="0"/>
              <a:t>2</a:t>
            </a:r>
            <a:r>
              <a:rPr lang="zh-CN" altLang="en-US" dirty="0">
                <a:latin typeface="Times New Roman" panose="02020503050405090304" pitchFamily="18" charset="0"/>
              </a:rPr>
              <a:t>）需常存取单个关系大量元组时宜采用关系级；</a:t>
            </a:r>
            <a:endParaRPr lang="zh-CN" altLang="en-US" dirty="0"/>
          </a:p>
          <a:p>
            <a:pPr>
              <a:spcBef>
                <a:spcPct val="50000"/>
              </a:spcBef>
            </a:pPr>
            <a:r>
              <a:rPr lang="en-US" altLang="zh-CN" dirty="0"/>
              <a:t>3</a:t>
            </a:r>
            <a:r>
              <a:rPr lang="zh-CN" altLang="en-US" dirty="0">
                <a:latin typeface="Times New Roman" panose="02020503050405090304" pitchFamily="18" charset="0"/>
              </a:rPr>
              <a:t>）需常存取单个关系少量元组时宜采用元组级；</a:t>
            </a:r>
            <a:endParaRPr lang="zh-CN" altLang="en-US" dirty="0"/>
          </a:p>
          <a:p>
            <a:pPr>
              <a:spcBef>
                <a:spcPct val="50000"/>
              </a:spcBef>
            </a:pPr>
            <a:r>
              <a:rPr lang="en-US" altLang="zh-CN" dirty="0"/>
              <a:t>4</a:t>
            </a:r>
            <a:r>
              <a:rPr lang="zh-CN" altLang="en-US" dirty="0">
                <a:latin typeface="Times New Roman" panose="02020503050405090304" pitchFamily="18" charset="0"/>
              </a:rPr>
              <a:t>）一般不采用属性级；</a:t>
            </a:r>
            <a:endParaRPr lang="zh-CN" altLang="en-US" dirty="0"/>
          </a:p>
          <a:p>
            <a:pPr>
              <a:spcBef>
                <a:spcPct val="50000"/>
              </a:spcBef>
            </a:pPr>
            <a:r>
              <a:rPr lang="en-US" altLang="zh-CN" dirty="0"/>
              <a:t>5</a:t>
            </a:r>
            <a:r>
              <a:rPr lang="zh-CN" altLang="en-US" dirty="0">
                <a:latin typeface="Times New Roman" panose="02020503050405090304" pitchFamily="18" charset="0"/>
              </a:rPr>
              <a:t>）</a:t>
            </a:r>
            <a:r>
              <a:rPr lang="zh-CN" altLang="en-US" dirty="0">
                <a:solidFill>
                  <a:srgbClr val="FF0000"/>
                </a:solidFill>
                <a:latin typeface="Times New Roman" panose="02020503050405090304" pitchFamily="18" charset="0"/>
              </a:rPr>
              <a:t>物理单元一般不宜采用</a:t>
            </a:r>
            <a:r>
              <a:rPr lang="zh-CN" altLang="en-US" dirty="0">
                <a:latin typeface="Times New Roman" panose="02020503050405090304" pitchFamily="18" charset="0"/>
              </a:rPr>
              <a:t>。</a:t>
            </a:r>
            <a:endParaRPr lang="zh-CN" altLang="en-US" dirty="0"/>
          </a:p>
          <a:p>
            <a:pPr>
              <a:spcBef>
                <a:spcPct val="50000"/>
              </a:spcBef>
            </a:pPr>
            <a:r>
              <a:rPr lang="en-US" altLang="zh-CN" dirty="0"/>
              <a:t>5</a:t>
            </a:r>
            <a:r>
              <a:rPr lang="zh-CN" altLang="en-US" dirty="0">
                <a:latin typeface="Times New Roman" panose="02020503050405090304" pitchFamily="18" charset="0"/>
              </a:rPr>
              <a:t>、一般规则</a:t>
            </a:r>
            <a:endParaRPr lang="zh-CN" altLang="en-US" dirty="0"/>
          </a:p>
          <a:p>
            <a:pPr>
              <a:spcBef>
                <a:spcPct val="50000"/>
              </a:spcBef>
            </a:pPr>
            <a:r>
              <a:rPr lang="en-US" altLang="zh-CN" dirty="0"/>
              <a:t>1</a:t>
            </a:r>
            <a:r>
              <a:rPr lang="zh-CN" altLang="en-US" dirty="0">
                <a:latin typeface="Times New Roman" panose="02020503050405090304" pitchFamily="18" charset="0"/>
              </a:rPr>
              <a:t>）锁住了大范围，则不再申请锁住其中部分；</a:t>
            </a:r>
            <a:endParaRPr lang="zh-CN" altLang="en-US" dirty="0"/>
          </a:p>
          <a:p>
            <a:pPr>
              <a:spcBef>
                <a:spcPct val="50000"/>
              </a:spcBef>
            </a:pPr>
            <a:r>
              <a:rPr lang="en-US" altLang="zh-CN" dirty="0"/>
              <a:t>2</a:t>
            </a:r>
            <a:r>
              <a:rPr lang="zh-CN" altLang="en-US" dirty="0">
                <a:latin typeface="宋体" pitchFamily="2" charset="-122"/>
              </a:rPr>
              <a:t>）反之亦然。</a:t>
            </a:r>
            <a:r>
              <a:rPr lang="zh-CN" altLang="en-US" dirty="0"/>
              <a:t> </a:t>
            </a:r>
            <a:endParaRPr lang="zh-CN" altLang="en-US" dirty="0"/>
          </a:p>
          <a:p>
            <a:pPr>
              <a:spcBef>
                <a:spcPct val="50000"/>
              </a:spcBef>
            </a:pPr>
            <a:endParaRPr lang="en-US" altLang="zh-CN" dirty="0">
              <a:latin typeface="Times New Roman" panose="02020503050405090304" pitchFamily="18" charset="0"/>
            </a:endParaRPr>
          </a:p>
        </p:txBody>
      </p:sp>
      <p:sp>
        <p:nvSpPr>
          <p:cNvPr id="6" name="灯片编号占位符 5"/>
          <p:cNvSpPr>
            <a:spLocks noGrp="1"/>
          </p:cNvSpPr>
          <p:nvPr>
            <p:ph type="sldNum" sz="quarter" idx="12"/>
          </p:nvPr>
        </p:nvSpPr>
        <p:spPr/>
        <p:txBody>
          <a:bodyPr/>
          <a:lstStyle/>
          <a:p>
            <a:pPr>
              <a:defRPr/>
            </a:pPr>
            <a:fld id="{FD76D922-15E9-47A0-8902-90CA844C0E8E}" type="slidenum">
              <a:rPr lang="en-US" altLang="zh-CN"/>
            </a:fld>
            <a:endParaRPr lang="en-US" altLang="zh-CN"/>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485804" y="509556"/>
            <a:ext cx="8229600" cy="776304"/>
          </a:xfrm>
        </p:spPr>
        <p:txBody>
          <a:bodyPr/>
          <a:lstStyle/>
          <a:p>
            <a:r>
              <a:rPr lang="zh-CN" altLang="en-US" dirty="0"/>
              <a:t>多粒度锁</a:t>
            </a:r>
            <a:endParaRPr lang="zh-CN" altLang="en-US" dirty="0"/>
          </a:p>
        </p:txBody>
      </p:sp>
      <p:sp>
        <p:nvSpPr>
          <p:cNvPr id="4" name="内容占位符 3"/>
          <p:cNvSpPr>
            <a:spLocks noGrp="1"/>
          </p:cNvSpPr>
          <p:nvPr>
            <p:ph idx="1"/>
          </p:nvPr>
        </p:nvSpPr>
        <p:spPr>
          <a:xfrm>
            <a:off x="457200" y="1285860"/>
            <a:ext cx="8229600" cy="5286412"/>
          </a:xfrm>
        </p:spPr>
        <p:txBody>
          <a:bodyPr/>
          <a:lstStyle/>
          <a:p>
            <a:r>
              <a:rPr lang="zh-CN" altLang="en-US" sz="2800" dirty="0"/>
              <a:t>封锁协议</a:t>
            </a:r>
            <a:endParaRPr lang="en-US" altLang="zh-CN" sz="2800" dirty="0"/>
          </a:p>
          <a:p>
            <a:pPr>
              <a:buNone/>
            </a:pPr>
            <a:r>
              <a:rPr lang="en-US" altLang="zh-CN" sz="2800" dirty="0"/>
              <a:t>      </a:t>
            </a:r>
            <a:r>
              <a:rPr lang="zh-CN" altLang="en-US" sz="2800" dirty="0"/>
              <a:t>对结点的加锁意味着后裔结点也被加以同样类型的锁。</a:t>
            </a:r>
            <a:endParaRPr lang="en-US" altLang="zh-CN" sz="2800" dirty="0"/>
          </a:p>
          <a:p>
            <a:r>
              <a:rPr lang="zh-CN" altLang="en-US" sz="2800" dirty="0"/>
              <a:t>封锁方式    （回顾）</a:t>
            </a:r>
            <a:endParaRPr lang="en-US" altLang="zh-CN" sz="2800" dirty="0"/>
          </a:p>
          <a:p>
            <a:pPr>
              <a:buNone/>
            </a:pPr>
            <a:r>
              <a:rPr lang="en-US" altLang="zh-CN" sz="2800" dirty="0"/>
              <a:t>1</a:t>
            </a:r>
            <a:r>
              <a:rPr lang="zh-CN" altLang="en-US" sz="2800" dirty="0"/>
              <a:t>）显式</a:t>
            </a:r>
            <a:r>
              <a:rPr lang="en-US" altLang="zh-CN" sz="2800" dirty="0"/>
              <a:t>——</a:t>
            </a:r>
            <a:r>
              <a:rPr lang="zh-CN" altLang="en-US" sz="2800" dirty="0"/>
              <a:t>直接施加在结点本身</a:t>
            </a:r>
            <a:endParaRPr lang="en-US" altLang="zh-CN" sz="2800" dirty="0"/>
          </a:p>
          <a:p>
            <a:pPr>
              <a:buNone/>
            </a:pPr>
            <a:r>
              <a:rPr lang="en-US" altLang="zh-CN" sz="2800" dirty="0"/>
              <a:t>2</a:t>
            </a:r>
            <a:r>
              <a:rPr lang="zh-CN" altLang="en-US" sz="2800" dirty="0"/>
              <a:t>）隐式</a:t>
            </a:r>
            <a:r>
              <a:rPr lang="en-US" altLang="zh-CN" sz="2800" dirty="0"/>
              <a:t>——</a:t>
            </a:r>
            <a:r>
              <a:rPr lang="zh-CN" altLang="en-US" sz="2800" dirty="0"/>
              <a:t>由于上级结点的封锁导致的本节点隐含着施加了相同类型的锁。</a:t>
            </a:r>
            <a:endParaRPr lang="en-US" altLang="zh-CN" sz="2800" dirty="0"/>
          </a:p>
        </p:txBody>
      </p:sp>
      <p:sp>
        <p:nvSpPr>
          <p:cNvPr id="2" name="灯片编号占位符 1"/>
          <p:cNvSpPr>
            <a:spLocks noGrp="1"/>
          </p:cNvSpPr>
          <p:nvPr>
            <p:ph type="sldNum" sz="quarter" idx="12"/>
          </p:nvPr>
        </p:nvSpPr>
        <p:spPr/>
        <p:txBody>
          <a:bodyPr/>
          <a:lstStyle/>
          <a:p>
            <a:pPr>
              <a:defRPr/>
            </a:pPr>
            <a:fld id="{D23B6677-D17C-40B9-9CD4-8FC808E716B1}" type="slidenum">
              <a:rPr lang="en-US" altLang="zh-CN" smtClean="0"/>
            </a:fld>
            <a:endParaRPr lang="en-US" altLang="zh-CN"/>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754075"/>
            <a:ext cx="8229600" cy="4389437"/>
          </a:xfrm>
        </p:spPr>
        <p:txBody>
          <a:bodyPr/>
          <a:lstStyle/>
          <a:p>
            <a:pPr marL="0" indent="0">
              <a:buNone/>
            </a:pPr>
            <a:r>
              <a:rPr lang="zh-CN" altLang="en-US" sz="2800" b="1" dirty="0">
                <a:latin typeface="黑体" pitchFamily="2" charset="-122"/>
                <a:ea typeface="黑体" pitchFamily="2" charset="-122"/>
              </a:rPr>
              <a:t>多粒度锁申请的授予条件：</a:t>
            </a:r>
            <a:endParaRPr lang="en-US" altLang="zh-CN" sz="2800" b="1" dirty="0">
              <a:latin typeface="黑体" pitchFamily="2" charset="-122"/>
              <a:ea typeface="黑体" pitchFamily="2" charset="-122"/>
            </a:endParaRPr>
          </a:p>
          <a:p>
            <a:pPr>
              <a:buNone/>
            </a:pPr>
            <a:r>
              <a:rPr lang="en-US" altLang="zh-CN" sz="2800" dirty="0"/>
              <a:t>1</a:t>
            </a:r>
            <a:r>
              <a:rPr lang="zh-CN" altLang="en-US" sz="2800" dirty="0"/>
              <a:t>）检查</a:t>
            </a:r>
            <a:r>
              <a:rPr lang="zh-CN" altLang="en-US" sz="2800" b="1" dirty="0"/>
              <a:t>数据对象上</a:t>
            </a:r>
            <a:r>
              <a:rPr lang="zh-CN" altLang="en-US" sz="2800" dirty="0"/>
              <a:t>有无</a:t>
            </a:r>
            <a:r>
              <a:rPr lang="zh-CN" altLang="en-US" sz="2800" dirty="0">
                <a:solidFill>
                  <a:srgbClr val="FF0000"/>
                </a:solidFill>
              </a:rPr>
              <a:t>显式</a:t>
            </a:r>
            <a:r>
              <a:rPr lang="zh-CN" altLang="en-US" sz="2800" dirty="0"/>
              <a:t>封锁与之冲突；</a:t>
            </a:r>
            <a:endParaRPr lang="en-US" altLang="zh-CN" sz="2800" dirty="0"/>
          </a:p>
          <a:p>
            <a:pPr>
              <a:buNone/>
            </a:pPr>
            <a:r>
              <a:rPr lang="en-US" altLang="zh-CN" sz="2800" dirty="0"/>
              <a:t>2</a:t>
            </a:r>
            <a:r>
              <a:rPr lang="zh-CN" altLang="en-US" sz="2800" dirty="0"/>
              <a:t>）检查</a:t>
            </a:r>
            <a:r>
              <a:rPr lang="zh-CN" altLang="en-US" sz="2800" b="1" dirty="0">
                <a:solidFill>
                  <a:srgbClr val="FF0000"/>
                </a:solidFill>
              </a:rPr>
              <a:t>上级</a:t>
            </a:r>
            <a:r>
              <a:rPr lang="zh-CN" altLang="en-US" sz="2800" dirty="0"/>
              <a:t>结点上有无封锁与本结点冲突；</a:t>
            </a:r>
            <a:endParaRPr lang="en-US" altLang="zh-CN" sz="2800" dirty="0"/>
          </a:p>
          <a:p>
            <a:pPr>
              <a:buNone/>
            </a:pPr>
            <a:r>
              <a:rPr lang="en-US" altLang="zh-CN" sz="2800" dirty="0"/>
              <a:t>3</a:t>
            </a:r>
            <a:r>
              <a:rPr lang="zh-CN" altLang="en-US" sz="2800" dirty="0"/>
              <a:t>）检查</a:t>
            </a:r>
            <a:r>
              <a:rPr lang="zh-CN" altLang="en-US" sz="2800" b="1" dirty="0">
                <a:solidFill>
                  <a:srgbClr val="FF0000"/>
                </a:solidFill>
              </a:rPr>
              <a:t>下级</a:t>
            </a:r>
            <a:r>
              <a:rPr lang="zh-CN" altLang="en-US" sz="2800" dirty="0"/>
              <a:t>结点上有无封锁与本结点冲突。</a:t>
            </a:r>
            <a:endParaRPr lang="zh-CN" altLang="en-US" sz="2800" dirty="0"/>
          </a:p>
        </p:txBody>
      </p:sp>
      <p:sp>
        <p:nvSpPr>
          <p:cNvPr id="4" name="灯片编号占位符 3"/>
          <p:cNvSpPr>
            <a:spLocks noGrp="1"/>
          </p:cNvSpPr>
          <p:nvPr>
            <p:ph type="sldNum" sz="quarter" idx="12"/>
          </p:nvPr>
        </p:nvSpPr>
        <p:spPr/>
        <p:txBody>
          <a:bodyPr/>
          <a:lstStyle/>
          <a:p>
            <a:pPr>
              <a:defRPr/>
            </a:pPr>
            <a:fld id="{DB31CC20-AC6A-4522-9705-16B59AF9AF95}" type="slidenum">
              <a:rPr lang="en-US" altLang="zh-CN" smtClean="0"/>
            </a:fld>
            <a:endParaRPr lang="en-US" altLang="zh-CN"/>
          </a:p>
        </p:txBody>
      </p:sp>
      <p:sp>
        <p:nvSpPr>
          <p:cNvPr id="5" name="圆角矩形标注 4"/>
          <p:cNvSpPr/>
          <p:nvPr/>
        </p:nvSpPr>
        <p:spPr>
          <a:xfrm>
            <a:off x="7286644" y="3357562"/>
            <a:ext cx="1643042" cy="1714512"/>
          </a:xfrm>
          <a:prstGeom prst="wedgeRoundRectCallout">
            <a:avLst>
              <a:gd name="adj1" fmla="val -56972"/>
              <a:gd name="adj2" fmla="val -124437"/>
              <a:gd name="adj3" fmla="val 16667"/>
            </a:avLst>
          </a:prstGeom>
        </p:spPr>
        <p:style>
          <a:lnRef idx="2">
            <a:schemeClr val="accent3"/>
          </a:lnRef>
          <a:fillRef idx="1">
            <a:schemeClr val="lt1"/>
          </a:fillRef>
          <a:effectRef idx="0">
            <a:schemeClr val="accent3"/>
          </a:effectRef>
          <a:fontRef idx="minor">
            <a:schemeClr val="dk1"/>
          </a:fontRef>
        </p:style>
        <p:txBody>
          <a:bodyPr rtlCol="0" anchor="ctr"/>
          <a:lstStyle/>
          <a:p>
            <a:r>
              <a:rPr lang="zh-CN" altLang="en-US" dirty="0"/>
              <a:t>校验已有的</a:t>
            </a:r>
            <a:r>
              <a:rPr lang="zh-CN" altLang="en-US" dirty="0">
                <a:solidFill>
                  <a:srgbClr val="FF0000"/>
                </a:solidFill>
              </a:rPr>
              <a:t>隐式</a:t>
            </a:r>
            <a:r>
              <a:rPr lang="zh-CN" altLang="en-US" dirty="0"/>
              <a:t>封锁冲突</a:t>
            </a:r>
            <a:endParaRPr lang="zh-CN" altLang="en-US" dirty="0"/>
          </a:p>
        </p:txBody>
      </p:sp>
      <p:sp>
        <p:nvSpPr>
          <p:cNvPr id="6" name="圆角矩形标注 5"/>
          <p:cNvSpPr/>
          <p:nvPr/>
        </p:nvSpPr>
        <p:spPr>
          <a:xfrm>
            <a:off x="4143372" y="4714884"/>
            <a:ext cx="2300836" cy="1714512"/>
          </a:xfrm>
          <a:prstGeom prst="wedgeRoundRectCallout">
            <a:avLst>
              <a:gd name="adj1" fmla="val -79057"/>
              <a:gd name="adj2" fmla="val -170997"/>
              <a:gd name="adj3" fmla="val 16667"/>
            </a:avLst>
          </a:prstGeom>
        </p:spPr>
        <p:style>
          <a:lnRef idx="2">
            <a:schemeClr val="accent3"/>
          </a:lnRef>
          <a:fillRef idx="1">
            <a:schemeClr val="lt1"/>
          </a:fillRef>
          <a:effectRef idx="0">
            <a:schemeClr val="accent3"/>
          </a:effectRef>
          <a:fontRef idx="minor">
            <a:schemeClr val="dk1"/>
          </a:fontRef>
        </p:style>
        <p:txBody>
          <a:bodyPr rtlCol="0" anchor="ctr"/>
          <a:lstStyle/>
          <a:p>
            <a:r>
              <a:rPr lang="zh-CN" altLang="en-US" dirty="0"/>
              <a:t>校验欲施加的隐式封锁的冲突，</a:t>
            </a:r>
            <a:r>
              <a:rPr lang="zh-CN" altLang="en-US" dirty="0">
                <a:solidFill>
                  <a:srgbClr val="FF0000"/>
                </a:solidFill>
              </a:rPr>
              <a:t>开销大</a:t>
            </a:r>
            <a:endParaRPr lang="zh-CN" altLang="en-US" dirty="0">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1+#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ppt_x"/>
                                          </p:val>
                                        </p:tav>
                                        <p:tav tm="100000">
                                          <p:val>
                                            <p:strVal val="#ppt_x"/>
                                          </p:val>
                                        </p:tav>
                                      </p:tavLst>
                                    </p:anim>
                                    <p:anim calcmode="lin" valueType="num">
                                      <p:cBhvr additive="base">
                                        <p:cTn id="1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ChangeArrowheads="1"/>
          </p:cNvSpPr>
          <p:nvPr/>
        </p:nvSpPr>
        <p:spPr bwMode="auto">
          <a:xfrm>
            <a:off x="381000" y="685800"/>
            <a:ext cx="8458200" cy="5447645"/>
          </a:xfrm>
          <a:prstGeom prst="rect">
            <a:avLst/>
          </a:prstGeom>
          <a:noFill/>
          <a:ln w="9525">
            <a:noFill/>
            <a:miter lim="800000"/>
          </a:ln>
        </p:spPr>
        <p:txBody>
          <a:bodyPr>
            <a:spAutoFit/>
          </a:bodyPr>
          <a:lstStyle/>
          <a:p>
            <a:pPr>
              <a:spcBef>
                <a:spcPct val="50000"/>
              </a:spcBef>
            </a:pPr>
            <a:r>
              <a:rPr lang="en-US" altLang="zh-CN" dirty="0">
                <a:latin typeface="Times New Roman" panose="02020503050405090304" pitchFamily="18" charset="0"/>
              </a:rPr>
              <a:t>6</a:t>
            </a:r>
            <a:r>
              <a:rPr lang="zh-CN" altLang="en-US" dirty="0">
                <a:latin typeface="Times New Roman" panose="02020503050405090304" pitchFamily="18" charset="0"/>
              </a:rPr>
              <a:t>、意向锁</a:t>
            </a:r>
            <a:endParaRPr lang="zh-CN" altLang="en-US" dirty="0">
              <a:latin typeface="Times New Roman" panose="02020503050405090304" pitchFamily="18" charset="0"/>
            </a:endParaRPr>
          </a:p>
          <a:p>
            <a:pPr>
              <a:spcBef>
                <a:spcPct val="50000"/>
              </a:spcBef>
            </a:pPr>
            <a:r>
              <a:rPr lang="zh-CN" altLang="en-US" dirty="0">
                <a:latin typeface="Times New Roman" panose="02020503050405090304" pitchFamily="18" charset="0"/>
              </a:rPr>
              <a:t>        如果对某个结点加意向锁，则表示该结点的某个子孙结点正在或拟施加相应的非意向锁。对任一结点加锁时，必须</a:t>
            </a:r>
            <a:r>
              <a:rPr lang="zh-CN" altLang="en-US" dirty="0">
                <a:solidFill>
                  <a:srgbClr val="FF0000"/>
                </a:solidFill>
                <a:latin typeface="Times New Roman" panose="02020503050405090304" pitchFamily="18" charset="0"/>
              </a:rPr>
              <a:t>先对它的上层结点加意向锁</a:t>
            </a:r>
            <a:r>
              <a:rPr lang="zh-CN" altLang="en-US" dirty="0">
                <a:latin typeface="Times New Roman" panose="02020503050405090304" pitchFamily="18" charset="0"/>
              </a:rPr>
              <a:t>。</a:t>
            </a:r>
            <a:r>
              <a:rPr lang="en-US" altLang="zh-CN" dirty="0">
                <a:latin typeface="Times New Roman" panose="02020503050405090304" pitchFamily="18" charset="0"/>
              </a:rPr>
              <a:t>——</a:t>
            </a:r>
            <a:r>
              <a:rPr lang="zh-CN" altLang="en-US" dirty="0">
                <a:latin typeface="Times New Roman" panose="02020503050405090304" pitchFamily="18" charset="0"/>
              </a:rPr>
              <a:t>提高系统并发度，减少加锁和解锁的开销，被商用产品广泛采用。</a:t>
            </a:r>
            <a:endParaRPr lang="zh-CN" altLang="en-US" dirty="0">
              <a:latin typeface="Times New Roman" panose="02020503050405090304" pitchFamily="18" charset="0"/>
            </a:endParaRPr>
          </a:p>
          <a:p>
            <a:pPr>
              <a:spcBef>
                <a:spcPct val="50000"/>
              </a:spcBef>
            </a:pPr>
            <a:r>
              <a:rPr lang="en-US" altLang="zh-CN" dirty="0">
                <a:latin typeface="Times New Roman" panose="02020503050405090304" pitchFamily="18" charset="0"/>
              </a:rPr>
              <a:t>1</a:t>
            </a:r>
            <a:r>
              <a:rPr lang="zh-CN" altLang="en-US" dirty="0">
                <a:latin typeface="Times New Roman" panose="02020503050405090304" pitchFamily="18" charset="0"/>
              </a:rPr>
              <a:t>）</a:t>
            </a:r>
            <a:r>
              <a:rPr lang="en-US" altLang="zh-CN" dirty="0">
                <a:latin typeface="Times New Roman" panose="02020503050405090304" pitchFamily="18" charset="0"/>
              </a:rPr>
              <a:t>IS</a:t>
            </a:r>
            <a:r>
              <a:rPr lang="zh-CN" altLang="en-US" dirty="0">
                <a:latin typeface="Times New Roman" panose="02020503050405090304" pitchFamily="18" charset="0"/>
              </a:rPr>
              <a:t>锁</a:t>
            </a:r>
            <a:endParaRPr lang="zh-CN" altLang="en-US" dirty="0">
              <a:latin typeface="Times New Roman" panose="02020503050405090304" pitchFamily="18" charset="0"/>
            </a:endParaRPr>
          </a:p>
          <a:p>
            <a:pPr>
              <a:spcBef>
                <a:spcPct val="50000"/>
              </a:spcBef>
            </a:pPr>
            <a:r>
              <a:rPr lang="zh-CN" altLang="en-US" dirty="0">
                <a:latin typeface="Times New Roman" panose="02020503050405090304" pitchFamily="18" charset="0"/>
              </a:rPr>
              <a:t>        表示某个子孙结点拟加</a:t>
            </a:r>
            <a:r>
              <a:rPr lang="en-US" altLang="zh-CN" dirty="0">
                <a:latin typeface="Times New Roman" panose="02020503050405090304" pitchFamily="18" charset="0"/>
              </a:rPr>
              <a:t>S</a:t>
            </a:r>
            <a:r>
              <a:rPr lang="zh-CN" altLang="en-US" dirty="0">
                <a:latin typeface="Times New Roman" panose="02020503050405090304" pitchFamily="18" charset="0"/>
              </a:rPr>
              <a:t>锁</a:t>
            </a:r>
            <a:endParaRPr lang="zh-CN" altLang="en-US" dirty="0">
              <a:latin typeface="Times New Roman" panose="02020503050405090304" pitchFamily="18" charset="0"/>
            </a:endParaRPr>
          </a:p>
          <a:p>
            <a:pPr>
              <a:spcBef>
                <a:spcPct val="50000"/>
              </a:spcBef>
            </a:pPr>
            <a:r>
              <a:rPr lang="en-US" altLang="zh-CN" dirty="0">
                <a:latin typeface="Times New Roman" panose="02020503050405090304" pitchFamily="18" charset="0"/>
              </a:rPr>
              <a:t>2</a:t>
            </a:r>
            <a:r>
              <a:rPr lang="zh-CN" altLang="en-US" dirty="0">
                <a:latin typeface="Times New Roman" panose="02020503050405090304" pitchFamily="18" charset="0"/>
              </a:rPr>
              <a:t>）</a:t>
            </a:r>
            <a:r>
              <a:rPr lang="en-US" altLang="zh-CN" dirty="0">
                <a:latin typeface="Times New Roman" panose="02020503050405090304" pitchFamily="18" charset="0"/>
              </a:rPr>
              <a:t>IX</a:t>
            </a:r>
            <a:r>
              <a:rPr lang="zh-CN" altLang="en-US" dirty="0">
                <a:latin typeface="Times New Roman" panose="02020503050405090304" pitchFamily="18" charset="0"/>
              </a:rPr>
              <a:t>锁</a:t>
            </a:r>
            <a:endParaRPr lang="zh-CN" altLang="en-US" dirty="0">
              <a:latin typeface="Times New Roman" panose="02020503050405090304" pitchFamily="18" charset="0"/>
            </a:endParaRPr>
          </a:p>
          <a:p>
            <a:pPr>
              <a:spcBef>
                <a:spcPct val="50000"/>
              </a:spcBef>
            </a:pPr>
            <a:r>
              <a:rPr lang="zh-CN" altLang="en-US" dirty="0">
                <a:latin typeface="Times New Roman" panose="02020503050405090304" pitchFamily="18" charset="0"/>
              </a:rPr>
              <a:t>        表示某个子孙结点拟加</a:t>
            </a:r>
            <a:r>
              <a:rPr lang="en-US" altLang="zh-CN" dirty="0">
                <a:latin typeface="Times New Roman" panose="02020503050405090304" pitchFamily="18" charset="0"/>
              </a:rPr>
              <a:t>X</a:t>
            </a:r>
            <a:r>
              <a:rPr lang="zh-CN" altLang="en-US" dirty="0">
                <a:latin typeface="Times New Roman" panose="02020503050405090304" pitchFamily="18" charset="0"/>
              </a:rPr>
              <a:t>锁</a:t>
            </a:r>
            <a:endParaRPr lang="zh-CN" altLang="en-US" dirty="0">
              <a:latin typeface="Times New Roman" panose="02020503050405090304" pitchFamily="18" charset="0"/>
            </a:endParaRPr>
          </a:p>
          <a:p>
            <a:pPr>
              <a:spcBef>
                <a:spcPct val="50000"/>
              </a:spcBef>
            </a:pPr>
            <a:r>
              <a:rPr lang="en-US" altLang="zh-CN" dirty="0">
                <a:latin typeface="Times New Roman" panose="02020503050405090304" pitchFamily="18" charset="0"/>
              </a:rPr>
              <a:t>3</a:t>
            </a:r>
            <a:r>
              <a:rPr lang="zh-CN" altLang="en-US" dirty="0">
                <a:latin typeface="Times New Roman" panose="02020503050405090304" pitchFamily="18" charset="0"/>
              </a:rPr>
              <a:t>）</a:t>
            </a:r>
            <a:r>
              <a:rPr lang="en-US" altLang="zh-CN" dirty="0">
                <a:latin typeface="Times New Roman" panose="02020503050405090304" pitchFamily="18" charset="0"/>
              </a:rPr>
              <a:t>SIX</a:t>
            </a:r>
            <a:r>
              <a:rPr lang="zh-CN" altLang="en-US" dirty="0">
                <a:latin typeface="Times New Roman" panose="02020503050405090304" pitchFamily="18" charset="0"/>
              </a:rPr>
              <a:t>锁</a:t>
            </a:r>
            <a:endParaRPr lang="zh-CN" altLang="en-US" dirty="0">
              <a:latin typeface="Times New Roman" panose="02020503050405090304" pitchFamily="18" charset="0"/>
            </a:endParaRPr>
          </a:p>
          <a:p>
            <a:pPr>
              <a:spcBef>
                <a:spcPct val="50000"/>
              </a:spcBef>
            </a:pPr>
            <a:r>
              <a:rPr lang="zh-CN" altLang="en-US" dirty="0">
                <a:latin typeface="Times New Roman" panose="02020503050405090304" pitchFamily="18" charset="0"/>
              </a:rPr>
              <a:t>        表示对结点施加</a:t>
            </a:r>
            <a:r>
              <a:rPr lang="en-US" altLang="zh-CN" dirty="0">
                <a:latin typeface="Times New Roman" panose="02020503050405090304" pitchFamily="18" charset="0"/>
              </a:rPr>
              <a:t>S</a:t>
            </a:r>
            <a:r>
              <a:rPr lang="zh-CN" altLang="en-US" dirty="0">
                <a:latin typeface="Times New Roman" panose="02020503050405090304" pitchFamily="18" charset="0"/>
              </a:rPr>
              <a:t>锁的同时，再施加</a:t>
            </a:r>
            <a:r>
              <a:rPr lang="en-US" altLang="zh-CN" dirty="0">
                <a:latin typeface="Times New Roman" panose="02020503050405090304" pitchFamily="18" charset="0"/>
              </a:rPr>
              <a:t>IX</a:t>
            </a:r>
            <a:r>
              <a:rPr lang="zh-CN" altLang="en-US" dirty="0">
                <a:latin typeface="Times New Roman" panose="02020503050405090304" pitchFamily="18" charset="0"/>
              </a:rPr>
              <a:t>锁。</a:t>
            </a:r>
            <a:endParaRPr lang="zh-CN" altLang="en-US" dirty="0">
              <a:latin typeface="Times New Roman" panose="02020503050405090304" pitchFamily="18" charset="0"/>
            </a:endParaRPr>
          </a:p>
        </p:txBody>
      </p:sp>
      <p:sp>
        <p:nvSpPr>
          <p:cNvPr id="6" name="灯片编号占位符 5"/>
          <p:cNvSpPr>
            <a:spLocks noGrp="1"/>
          </p:cNvSpPr>
          <p:nvPr>
            <p:ph type="sldNum" sz="quarter" idx="12"/>
          </p:nvPr>
        </p:nvSpPr>
        <p:spPr/>
        <p:txBody>
          <a:bodyPr/>
          <a:lstStyle/>
          <a:p>
            <a:pPr>
              <a:defRPr/>
            </a:pPr>
            <a:fld id="{50FCF946-2ECA-49B4-80C4-B33A10048F39}" type="slidenum">
              <a:rPr lang="en-US" altLang="zh-CN"/>
            </a:fld>
            <a:endParaRPr lang="en-US" altLang="zh-CN"/>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2226" name="Picture 2" descr="锁偏序关系"/>
          <p:cNvPicPr>
            <a:picLocks noChangeAspect="1" noChangeArrowheads="1"/>
          </p:cNvPicPr>
          <p:nvPr/>
        </p:nvPicPr>
        <p:blipFill>
          <a:blip r:embed="rId1"/>
          <a:srcRect/>
          <a:stretch>
            <a:fillRect/>
          </a:stretch>
        </p:blipFill>
        <p:spPr bwMode="auto">
          <a:xfrm>
            <a:off x="244475" y="752475"/>
            <a:ext cx="1920875" cy="3124200"/>
          </a:xfrm>
          <a:prstGeom prst="rect">
            <a:avLst/>
          </a:prstGeom>
          <a:noFill/>
          <a:ln w="9525">
            <a:noFill/>
            <a:miter lim="800000"/>
            <a:headEnd/>
            <a:tailEnd/>
          </a:ln>
        </p:spPr>
      </p:pic>
      <p:sp>
        <p:nvSpPr>
          <p:cNvPr id="52227" name="Text Box 3"/>
          <p:cNvSpPr txBox="1">
            <a:spLocks noChangeArrowheads="1"/>
          </p:cNvSpPr>
          <p:nvPr/>
        </p:nvSpPr>
        <p:spPr bwMode="auto">
          <a:xfrm>
            <a:off x="152400" y="4125913"/>
            <a:ext cx="2317750" cy="457200"/>
          </a:xfrm>
          <a:prstGeom prst="rect">
            <a:avLst/>
          </a:prstGeom>
          <a:noFill/>
          <a:ln w="9525">
            <a:noFill/>
            <a:miter lim="800000"/>
          </a:ln>
        </p:spPr>
        <p:txBody>
          <a:bodyPr wrap="none">
            <a:spAutoFit/>
          </a:bodyPr>
          <a:lstStyle/>
          <a:p>
            <a:r>
              <a:rPr lang="zh-CN" altLang="en-US" dirty="0"/>
              <a:t>锁强度偏序关系</a:t>
            </a:r>
            <a:endParaRPr lang="zh-CN" altLang="en-US" dirty="0"/>
          </a:p>
        </p:txBody>
      </p:sp>
      <p:graphicFrame>
        <p:nvGraphicFramePr>
          <p:cNvPr id="99411" name="Group 83"/>
          <p:cNvGraphicFramePr>
            <a:graphicFrameLocks noGrp="1"/>
          </p:cNvGraphicFramePr>
          <p:nvPr/>
        </p:nvGraphicFramePr>
        <p:xfrm>
          <a:off x="2514600" y="828675"/>
          <a:ext cx="6096000" cy="4316413"/>
        </p:xfrm>
        <a:graphic>
          <a:graphicData uri="http://schemas.openxmlformats.org/drawingml/2006/table">
            <a:tbl>
              <a:tblPr/>
              <a:tblGrid>
                <a:gridCol w="1295400"/>
                <a:gridCol w="838200"/>
                <a:gridCol w="762000"/>
                <a:gridCol w="762000"/>
                <a:gridCol w="838200"/>
                <a:gridCol w="838200"/>
                <a:gridCol w="762000"/>
              </a:tblGrid>
              <a:tr h="581025">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000" b="0" i="0" u="none" strike="noStrike" cap="none" normalizeH="0" baseline="0" dirty="0">
                          <a:ln>
                            <a:noFill/>
                          </a:ln>
                          <a:solidFill>
                            <a:schemeClr val="tx1"/>
                          </a:solidFill>
                          <a:effectLst/>
                          <a:latin typeface="Verdana" panose="020B0804030504040204" pitchFamily="34" charset="0"/>
                          <a:ea typeface="宋体" pitchFamily="2" charset="-122"/>
                        </a:rPr>
                        <a:t>       T2</a:t>
                      </a:r>
                      <a:endParaRPr kumimoji="1" lang="en-US" altLang="zh-CN" sz="2000" b="0" i="0" u="none" strike="noStrike" cap="none" normalizeH="0" baseline="0" dirty="0">
                        <a:ln>
                          <a:noFill/>
                        </a:ln>
                        <a:solidFill>
                          <a:schemeClr val="tx1"/>
                        </a:solidFill>
                        <a:effectLst/>
                        <a:latin typeface="Verdana" panose="020B0804030504040204" pitchFamily="34" charset="0"/>
                        <a:ea typeface="宋体" pitchFamily="2" charset="-122"/>
                      </a:endParaRPr>
                    </a:p>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000" b="0" i="0" u="none" strike="noStrike" cap="none" normalizeH="0" baseline="0" dirty="0">
                          <a:ln>
                            <a:noFill/>
                          </a:ln>
                          <a:solidFill>
                            <a:schemeClr val="tx1"/>
                          </a:solidFill>
                          <a:effectLst/>
                          <a:latin typeface="Verdana" panose="020B0804030504040204" pitchFamily="34" charset="0"/>
                          <a:ea typeface="宋体" pitchFamily="2" charset="-122"/>
                        </a:rPr>
                        <a:t>T1</a:t>
                      </a:r>
                      <a:endParaRPr kumimoji="1" lang="en-US" altLang="zh-CN" sz="2000" b="0" i="0" u="none" strike="noStrike" cap="none" normalizeH="0" baseline="0" dirty="0">
                        <a:ln>
                          <a:noFill/>
                        </a:ln>
                        <a:solidFill>
                          <a:schemeClr val="tx1"/>
                        </a:solidFill>
                        <a:effectLst/>
                        <a:latin typeface="Verdana" panose="020B0804030504040204" pitchFamily="34" charset="0"/>
                        <a:ea typeface="宋体" pitchFamily="2" charset="-122"/>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w="12700" cap="flat" cmpd="sng" algn="ctr">
                      <a:solidFill>
                        <a:schemeClr val="tx1"/>
                      </a:solidFill>
                      <a:prstDash val="solid"/>
                      <a:miter lim="800000"/>
                      <a:headEnd type="none" w="med" len="med"/>
                      <a:tailEnd type="none" w="med" len="med"/>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000" b="0" i="0" u="none" strike="noStrike" cap="none" normalizeH="0" baseline="0">
                          <a:ln>
                            <a:noFill/>
                          </a:ln>
                          <a:solidFill>
                            <a:schemeClr val="tx1"/>
                          </a:solidFill>
                          <a:effectLst/>
                          <a:latin typeface="Verdana" panose="020B0804030504040204" pitchFamily="34" charset="0"/>
                          <a:ea typeface="宋体" pitchFamily="2" charset="-122"/>
                        </a:rPr>
                        <a:t>S</a:t>
                      </a:r>
                      <a:endParaRPr kumimoji="1" lang="en-US" altLang="zh-CN" sz="2000" b="0" i="0" u="none" strike="noStrike" cap="none" normalizeH="0" baseline="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000" b="0" i="0" u="none" strike="noStrike" cap="none" normalizeH="0" baseline="0">
                          <a:ln>
                            <a:noFill/>
                          </a:ln>
                          <a:solidFill>
                            <a:schemeClr val="tx1"/>
                          </a:solidFill>
                          <a:effectLst/>
                          <a:latin typeface="Verdana" panose="020B0804030504040204" pitchFamily="34" charset="0"/>
                          <a:ea typeface="宋体" pitchFamily="2" charset="-122"/>
                        </a:rPr>
                        <a:t>X</a:t>
                      </a:r>
                      <a:endParaRPr kumimoji="1" lang="en-US" altLang="zh-CN" sz="2000" b="0" i="0" u="none" strike="noStrike" cap="none" normalizeH="0" baseline="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000" b="0" i="0" u="none" strike="noStrike" cap="none" normalizeH="0" baseline="0">
                          <a:ln>
                            <a:noFill/>
                          </a:ln>
                          <a:solidFill>
                            <a:schemeClr val="tx1"/>
                          </a:solidFill>
                          <a:effectLst/>
                          <a:latin typeface="Verdana" panose="020B0804030504040204" pitchFamily="34" charset="0"/>
                          <a:ea typeface="宋体" pitchFamily="2" charset="-122"/>
                        </a:rPr>
                        <a:t>IS</a:t>
                      </a:r>
                      <a:endParaRPr kumimoji="1" lang="en-US" altLang="zh-CN" sz="2000" b="0" i="0" u="none" strike="noStrike" cap="none" normalizeH="0" baseline="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000" b="0" i="0" u="none" strike="noStrike" cap="none" normalizeH="0" baseline="0">
                          <a:ln>
                            <a:noFill/>
                          </a:ln>
                          <a:solidFill>
                            <a:schemeClr val="tx1"/>
                          </a:solidFill>
                          <a:effectLst/>
                          <a:latin typeface="Verdana" panose="020B0804030504040204" pitchFamily="34" charset="0"/>
                          <a:ea typeface="宋体" pitchFamily="2" charset="-122"/>
                        </a:rPr>
                        <a:t>IX</a:t>
                      </a:r>
                      <a:endParaRPr kumimoji="1" lang="en-US" altLang="zh-CN" sz="2000" b="0" i="0" u="none" strike="noStrike" cap="none" normalizeH="0" baseline="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000" b="0" i="0" u="none" strike="noStrike" cap="none" normalizeH="0" baseline="0">
                          <a:ln>
                            <a:noFill/>
                          </a:ln>
                          <a:solidFill>
                            <a:schemeClr val="tx1"/>
                          </a:solidFill>
                          <a:effectLst/>
                          <a:latin typeface="Verdana" panose="020B0804030504040204" pitchFamily="34" charset="0"/>
                          <a:ea typeface="宋体" pitchFamily="2" charset="-122"/>
                        </a:rPr>
                        <a:t>SIX</a:t>
                      </a:r>
                      <a:endParaRPr kumimoji="1" lang="en-US" altLang="zh-CN" sz="2000" b="0" i="0" u="none" strike="noStrike" cap="none" normalizeH="0" baseline="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000" b="0" i="0" u="none" strike="noStrike" cap="none" normalizeH="0" baseline="0">
                          <a:ln>
                            <a:noFill/>
                          </a:ln>
                          <a:solidFill>
                            <a:schemeClr val="tx1"/>
                          </a:solidFill>
                          <a:effectLst/>
                          <a:latin typeface="Verdana" panose="020B0804030504040204" pitchFamily="34" charset="0"/>
                          <a:ea typeface="宋体" pitchFamily="2" charset="-122"/>
                        </a:rPr>
                        <a:t>-</a:t>
                      </a:r>
                      <a:endParaRPr kumimoji="1" lang="en-US" altLang="zh-CN" sz="2000" b="0" i="0" u="none" strike="noStrike" cap="none" normalizeH="0" baseline="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579438">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000" b="0" i="0" u="none" strike="noStrike" cap="none" normalizeH="0" baseline="0">
                          <a:ln>
                            <a:noFill/>
                          </a:ln>
                          <a:solidFill>
                            <a:schemeClr val="tx1"/>
                          </a:solidFill>
                          <a:effectLst/>
                          <a:latin typeface="Verdana" panose="020B0804030504040204" pitchFamily="34" charset="0"/>
                          <a:ea typeface="宋体" pitchFamily="2" charset="-122"/>
                        </a:rPr>
                        <a:t>S</a:t>
                      </a:r>
                      <a:endParaRPr kumimoji="1" lang="en-US" altLang="zh-CN" sz="2000" b="0" i="0" u="none" strike="noStrike" cap="none" normalizeH="0" baseline="0">
                        <a:ln>
                          <a:noFill/>
                        </a:ln>
                        <a:solidFill>
                          <a:schemeClr val="tx1"/>
                        </a:solidFill>
                        <a:effectLst/>
                        <a:latin typeface="Verdana" panose="020B0804030504040204" pitchFamily="34" charset="0"/>
                        <a:ea typeface="宋体" pitchFamily="2" charset="-122"/>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000" b="0" i="0" u="none" strike="noStrike" cap="none" normalizeH="0" baseline="0">
                          <a:ln>
                            <a:noFill/>
                          </a:ln>
                          <a:solidFill>
                            <a:schemeClr val="tx1"/>
                          </a:solidFill>
                          <a:effectLst/>
                          <a:latin typeface="Verdana" panose="020B0804030504040204" pitchFamily="34" charset="0"/>
                          <a:ea typeface="宋体" pitchFamily="2" charset="-122"/>
                        </a:rPr>
                        <a:t>Y</a:t>
                      </a:r>
                      <a:endParaRPr kumimoji="1" lang="en-US" altLang="zh-CN" sz="2000" b="0" i="0" u="none" strike="noStrike" cap="none" normalizeH="0" baseline="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000" b="0" i="0" u="none" strike="noStrike" cap="none" normalizeH="0" baseline="0">
                          <a:ln>
                            <a:noFill/>
                          </a:ln>
                          <a:solidFill>
                            <a:srgbClr val="FF0000"/>
                          </a:solidFill>
                          <a:effectLst/>
                          <a:latin typeface="Verdana" panose="020B0804030504040204" pitchFamily="34" charset="0"/>
                          <a:ea typeface="宋体" pitchFamily="2" charset="-122"/>
                        </a:rPr>
                        <a:t>N</a:t>
                      </a:r>
                      <a:endParaRPr kumimoji="1" lang="en-US" altLang="zh-CN" sz="2000" b="0" i="0" u="none" strike="noStrike" cap="none" normalizeH="0" baseline="0">
                        <a:ln>
                          <a:noFill/>
                        </a:ln>
                        <a:solidFill>
                          <a:srgbClr val="FF0000"/>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000" b="0" i="0" u="none" strike="noStrike" cap="none" normalizeH="0" baseline="0">
                          <a:ln>
                            <a:noFill/>
                          </a:ln>
                          <a:solidFill>
                            <a:schemeClr val="tx1"/>
                          </a:solidFill>
                          <a:effectLst/>
                          <a:latin typeface="Verdana" panose="020B0804030504040204" pitchFamily="34" charset="0"/>
                          <a:ea typeface="宋体" pitchFamily="2" charset="-122"/>
                        </a:rPr>
                        <a:t>Y</a:t>
                      </a:r>
                      <a:endParaRPr kumimoji="1" lang="en-US" altLang="zh-CN" sz="2000" b="0" i="0" u="none" strike="noStrike" cap="none" normalizeH="0" baseline="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000" b="0" i="0" u="none" strike="noStrike" cap="none" normalizeH="0" baseline="0">
                          <a:ln>
                            <a:noFill/>
                          </a:ln>
                          <a:solidFill>
                            <a:srgbClr val="FF0000"/>
                          </a:solidFill>
                          <a:effectLst/>
                          <a:latin typeface="Verdana" panose="020B0804030504040204" pitchFamily="34" charset="0"/>
                          <a:ea typeface="宋体" pitchFamily="2" charset="-122"/>
                        </a:rPr>
                        <a:t>N</a:t>
                      </a:r>
                      <a:endParaRPr kumimoji="1" lang="en-US" altLang="zh-CN" sz="2000" b="0" i="0" u="none" strike="noStrike" cap="none" normalizeH="0" baseline="0">
                        <a:ln>
                          <a:noFill/>
                        </a:ln>
                        <a:solidFill>
                          <a:srgbClr val="FF0000"/>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000" b="0" i="0" u="none" strike="noStrike" cap="none" normalizeH="0" baseline="0">
                          <a:ln>
                            <a:noFill/>
                          </a:ln>
                          <a:solidFill>
                            <a:srgbClr val="FF0000"/>
                          </a:solidFill>
                          <a:effectLst/>
                          <a:latin typeface="Verdana" panose="020B0804030504040204" pitchFamily="34" charset="0"/>
                          <a:ea typeface="宋体" pitchFamily="2" charset="-122"/>
                        </a:rPr>
                        <a:t>N</a:t>
                      </a:r>
                      <a:endParaRPr kumimoji="1" lang="en-US" altLang="zh-CN" sz="2000" b="0" i="0" u="none" strike="noStrike" cap="none" normalizeH="0" baseline="0">
                        <a:ln>
                          <a:noFill/>
                        </a:ln>
                        <a:solidFill>
                          <a:srgbClr val="FF0000"/>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000" b="0" i="0" u="none" strike="noStrike" cap="none" normalizeH="0" baseline="0">
                          <a:ln>
                            <a:noFill/>
                          </a:ln>
                          <a:solidFill>
                            <a:schemeClr val="tx1"/>
                          </a:solidFill>
                          <a:effectLst/>
                          <a:latin typeface="Verdana" panose="020B0804030504040204" pitchFamily="34" charset="0"/>
                          <a:ea typeface="宋体" pitchFamily="2" charset="-122"/>
                        </a:rPr>
                        <a:t>Y</a:t>
                      </a:r>
                      <a:endParaRPr kumimoji="1" lang="en-US" altLang="zh-CN" sz="2000" b="0" i="0" u="none" strike="noStrike" cap="none" normalizeH="0" baseline="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581025">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000" b="0" i="0" u="none" strike="noStrike" cap="none" normalizeH="0" baseline="0">
                          <a:ln>
                            <a:noFill/>
                          </a:ln>
                          <a:solidFill>
                            <a:schemeClr val="tx1"/>
                          </a:solidFill>
                          <a:effectLst/>
                          <a:latin typeface="Verdana" panose="020B0804030504040204" pitchFamily="34" charset="0"/>
                          <a:ea typeface="宋体" pitchFamily="2" charset="-122"/>
                        </a:rPr>
                        <a:t>X</a:t>
                      </a:r>
                      <a:endParaRPr kumimoji="1" lang="en-US" altLang="zh-CN" sz="2000" b="0" i="0" u="none" strike="noStrike" cap="none" normalizeH="0" baseline="0">
                        <a:ln>
                          <a:noFill/>
                        </a:ln>
                        <a:solidFill>
                          <a:schemeClr val="tx1"/>
                        </a:solidFill>
                        <a:effectLst/>
                        <a:latin typeface="Verdana" panose="020B0804030504040204" pitchFamily="34" charset="0"/>
                        <a:ea typeface="宋体" pitchFamily="2" charset="-122"/>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000" b="0" i="0" u="none" strike="noStrike" cap="none" normalizeH="0" baseline="0">
                          <a:ln>
                            <a:noFill/>
                          </a:ln>
                          <a:solidFill>
                            <a:srgbClr val="FF0000"/>
                          </a:solidFill>
                          <a:effectLst/>
                          <a:latin typeface="Verdana" panose="020B0804030504040204" pitchFamily="34" charset="0"/>
                          <a:ea typeface="宋体" pitchFamily="2" charset="-122"/>
                        </a:rPr>
                        <a:t>N</a:t>
                      </a:r>
                      <a:endParaRPr kumimoji="1" lang="en-US" altLang="zh-CN" sz="2000" b="0" i="0" u="none" strike="noStrike" cap="none" normalizeH="0" baseline="0">
                        <a:ln>
                          <a:noFill/>
                        </a:ln>
                        <a:solidFill>
                          <a:srgbClr val="FF0000"/>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000" b="0" i="0" u="none" strike="noStrike" cap="none" normalizeH="0" baseline="0">
                          <a:ln>
                            <a:noFill/>
                          </a:ln>
                          <a:solidFill>
                            <a:srgbClr val="FF0000"/>
                          </a:solidFill>
                          <a:effectLst/>
                          <a:latin typeface="Verdana" panose="020B0804030504040204" pitchFamily="34" charset="0"/>
                          <a:ea typeface="宋体" pitchFamily="2" charset="-122"/>
                        </a:rPr>
                        <a:t>N</a:t>
                      </a:r>
                      <a:endParaRPr kumimoji="1" lang="en-US" altLang="zh-CN" sz="2000" b="0" i="0" u="none" strike="noStrike" cap="none" normalizeH="0" baseline="0">
                        <a:ln>
                          <a:noFill/>
                        </a:ln>
                        <a:solidFill>
                          <a:srgbClr val="FF0000"/>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000" b="0" i="0" u="none" strike="noStrike" cap="none" normalizeH="0" baseline="0">
                          <a:ln>
                            <a:noFill/>
                          </a:ln>
                          <a:solidFill>
                            <a:srgbClr val="FF0000"/>
                          </a:solidFill>
                          <a:effectLst/>
                          <a:latin typeface="Verdana" panose="020B0804030504040204" pitchFamily="34" charset="0"/>
                          <a:ea typeface="宋体" pitchFamily="2" charset="-122"/>
                        </a:rPr>
                        <a:t>N</a:t>
                      </a:r>
                      <a:endParaRPr kumimoji="1" lang="en-US" altLang="zh-CN" sz="2000" b="0" i="0" u="none" strike="noStrike" cap="none" normalizeH="0" baseline="0">
                        <a:ln>
                          <a:noFill/>
                        </a:ln>
                        <a:solidFill>
                          <a:srgbClr val="FF0000"/>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000" b="0" i="0" u="none" strike="noStrike" cap="none" normalizeH="0" baseline="0">
                          <a:ln>
                            <a:noFill/>
                          </a:ln>
                          <a:solidFill>
                            <a:srgbClr val="FF0000"/>
                          </a:solidFill>
                          <a:effectLst/>
                          <a:latin typeface="Verdana" panose="020B0804030504040204" pitchFamily="34" charset="0"/>
                          <a:ea typeface="宋体" pitchFamily="2" charset="-122"/>
                        </a:rPr>
                        <a:t>N</a:t>
                      </a:r>
                      <a:endParaRPr kumimoji="1" lang="en-US" altLang="zh-CN" sz="2000" b="0" i="0" u="none" strike="noStrike" cap="none" normalizeH="0" baseline="0">
                        <a:ln>
                          <a:noFill/>
                        </a:ln>
                        <a:solidFill>
                          <a:srgbClr val="FF0000"/>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000" b="0" i="0" u="none" strike="noStrike" cap="none" normalizeH="0" baseline="0">
                          <a:ln>
                            <a:noFill/>
                          </a:ln>
                          <a:solidFill>
                            <a:srgbClr val="FF0000"/>
                          </a:solidFill>
                          <a:effectLst/>
                          <a:latin typeface="Verdana" panose="020B0804030504040204" pitchFamily="34" charset="0"/>
                          <a:ea typeface="宋体" pitchFamily="2" charset="-122"/>
                        </a:rPr>
                        <a:t>N</a:t>
                      </a:r>
                      <a:endParaRPr kumimoji="1" lang="en-US" altLang="zh-CN" sz="2000" b="0" i="0" u="none" strike="noStrike" cap="none" normalizeH="0" baseline="0">
                        <a:ln>
                          <a:noFill/>
                        </a:ln>
                        <a:solidFill>
                          <a:srgbClr val="FF0000"/>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000" b="0" i="0" u="none" strike="noStrike" cap="none" normalizeH="0" baseline="0">
                          <a:ln>
                            <a:noFill/>
                          </a:ln>
                          <a:solidFill>
                            <a:schemeClr val="tx1"/>
                          </a:solidFill>
                          <a:effectLst/>
                          <a:latin typeface="Verdana" panose="020B0804030504040204" pitchFamily="34" charset="0"/>
                          <a:ea typeface="宋体" pitchFamily="2" charset="-122"/>
                        </a:rPr>
                        <a:t>Y</a:t>
                      </a:r>
                      <a:endParaRPr kumimoji="1" lang="en-US" altLang="zh-CN" sz="2000" b="0" i="0" u="none" strike="noStrike" cap="none" normalizeH="0" baseline="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581025">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000" b="0" i="0" u="none" strike="noStrike" cap="none" normalizeH="0" baseline="0">
                          <a:ln>
                            <a:noFill/>
                          </a:ln>
                          <a:solidFill>
                            <a:schemeClr val="tx1"/>
                          </a:solidFill>
                          <a:effectLst/>
                          <a:latin typeface="Verdana" panose="020B0804030504040204" pitchFamily="34" charset="0"/>
                          <a:ea typeface="宋体" pitchFamily="2" charset="-122"/>
                        </a:rPr>
                        <a:t>IS</a:t>
                      </a:r>
                      <a:endParaRPr kumimoji="1" lang="en-US" altLang="zh-CN" sz="2000" b="0" i="0" u="none" strike="noStrike" cap="none" normalizeH="0" baseline="0">
                        <a:ln>
                          <a:noFill/>
                        </a:ln>
                        <a:solidFill>
                          <a:schemeClr val="tx1"/>
                        </a:solidFill>
                        <a:effectLst/>
                        <a:latin typeface="Verdana" panose="020B0804030504040204" pitchFamily="34" charset="0"/>
                        <a:ea typeface="宋体" pitchFamily="2" charset="-122"/>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000" b="0" i="0" u="none" strike="noStrike" cap="none" normalizeH="0" baseline="0">
                          <a:ln>
                            <a:noFill/>
                          </a:ln>
                          <a:solidFill>
                            <a:schemeClr val="tx1"/>
                          </a:solidFill>
                          <a:effectLst/>
                          <a:latin typeface="Verdana" panose="020B0804030504040204" pitchFamily="34" charset="0"/>
                          <a:ea typeface="宋体" pitchFamily="2" charset="-122"/>
                        </a:rPr>
                        <a:t>Y</a:t>
                      </a:r>
                      <a:endParaRPr kumimoji="1" lang="en-US" altLang="zh-CN" sz="2000" b="0" i="0" u="none" strike="noStrike" cap="none" normalizeH="0" baseline="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000" b="0" i="0" u="none" strike="noStrike" cap="none" normalizeH="0" baseline="0">
                          <a:ln>
                            <a:noFill/>
                          </a:ln>
                          <a:solidFill>
                            <a:srgbClr val="FF0000"/>
                          </a:solidFill>
                          <a:effectLst/>
                          <a:latin typeface="Verdana" panose="020B0804030504040204" pitchFamily="34" charset="0"/>
                          <a:ea typeface="宋体" pitchFamily="2" charset="-122"/>
                        </a:rPr>
                        <a:t>N</a:t>
                      </a:r>
                      <a:endParaRPr kumimoji="1" lang="en-US" altLang="zh-CN" sz="2000" b="0" i="0" u="none" strike="noStrike" cap="none" normalizeH="0" baseline="0">
                        <a:ln>
                          <a:noFill/>
                        </a:ln>
                        <a:solidFill>
                          <a:srgbClr val="FF0000"/>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000" b="0" i="0" u="none" strike="noStrike" cap="none" normalizeH="0" baseline="0">
                          <a:ln>
                            <a:noFill/>
                          </a:ln>
                          <a:solidFill>
                            <a:schemeClr val="tx1"/>
                          </a:solidFill>
                          <a:effectLst/>
                          <a:latin typeface="Verdana" panose="020B0804030504040204" pitchFamily="34" charset="0"/>
                          <a:ea typeface="宋体" pitchFamily="2" charset="-122"/>
                        </a:rPr>
                        <a:t>Y</a:t>
                      </a:r>
                      <a:endParaRPr kumimoji="1" lang="en-US" altLang="zh-CN" sz="2000" b="0" i="0" u="none" strike="noStrike" cap="none" normalizeH="0" baseline="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000" b="0" i="0" u="none" strike="noStrike" cap="none" normalizeH="0" baseline="0" dirty="0">
                          <a:ln>
                            <a:noFill/>
                          </a:ln>
                          <a:solidFill>
                            <a:schemeClr val="tx1"/>
                          </a:solidFill>
                          <a:effectLst/>
                          <a:latin typeface="Verdana" panose="020B0804030504040204" pitchFamily="34" charset="0"/>
                          <a:ea typeface="宋体" pitchFamily="2" charset="-122"/>
                        </a:rPr>
                        <a:t>Y</a:t>
                      </a:r>
                      <a:endParaRPr kumimoji="1" lang="en-US" altLang="zh-CN" sz="2000" b="0" i="0" u="none" strike="noStrike" cap="none" normalizeH="0" baseline="0" dirty="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000" b="0" i="0" u="none" strike="noStrike" cap="none" normalizeH="0" baseline="0" dirty="0">
                          <a:ln>
                            <a:noFill/>
                          </a:ln>
                          <a:solidFill>
                            <a:schemeClr val="tx1"/>
                          </a:solidFill>
                          <a:effectLst/>
                          <a:latin typeface="Verdana" panose="020B0804030504040204" pitchFamily="34" charset="0"/>
                          <a:ea typeface="宋体" pitchFamily="2" charset="-122"/>
                        </a:rPr>
                        <a:t>Y</a:t>
                      </a:r>
                      <a:endParaRPr kumimoji="1" lang="en-US" altLang="zh-CN" sz="2000" b="0" i="0" u="none" strike="noStrike" cap="none" normalizeH="0" baseline="0" dirty="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000" b="0" i="0" u="none" strike="noStrike" cap="none" normalizeH="0" baseline="0">
                          <a:ln>
                            <a:noFill/>
                          </a:ln>
                          <a:solidFill>
                            <a:schemeClr val="tx1"/>
                          </a:solidFill>
                          <a:effectLst/>
                          <a:latin typeface="Verdana" panose="020B0804030504040204" pitchFamily="34" charset="0"/>
                          <a:ea typeface="宋体" pitchFamily="2" charset="-122"/>
                        </a:rPr>
                        <a:t>Y</a:t>
                      </a:r>
                      <a:endParaRPr kumimoji="1" lang="en-US" altLang="zh-CN" sz="2000" b="0" i="0" u="none" strike="noStrike" cap="none" normalizeH="0" baseline="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581025">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000" b="0" i="0" u="none" strike="noStrike" cap="none" normalizeH="0" baseline="0">
                          <a:ln>
                            <a:noFill/>
                          </a:ln>
                          <a:solidFill>
                            <a:schemeClr val="tx1"/>
                          </a:solidFill>
                          <a:effectLst/>
                          <a:latin typeface="Verdana" panose="020B0804030504040204" pitchFamily="34" charset="0"/>
                          <a:ea typeface="宋体" pitchFamily="2" charset="-122"/>
                        </a:rPr>
                        <a:t>IX</a:t>
                      </a:r>
                      <a:endParaRPr kumimoji="1" lang="en-US" altLang="zh-CN" sz="2000" b="0" i="0" u="none" strike="noStrike" cap="none" normalizeH="0" baseline="0">
                        <a:ln>
                          <a:noFill/>
                        </a:ln>
                        <a:solidFill>
                          <a:schemeClr val="tx1"/>
                        </a:solidFill>
                        <a:effectLst/>
                        <a:latin typeface="Verdana" panose="020B0804030504040204" pitchFamily="34" charset="0"/>
                        <a:ea typeface="宋体" pitchFamily="2" charset="-122"/>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000" b="0" i="0" u="none" strike="noStrike" cap="none" normalizeH="0" baseline="0">
                          <a:ln>
                            <a:noFill/>
                          </a:ln>
                          <a:solidFill>
                            <a:srgbClr val="FF0000"/>
                          </a:solidFill>
                          <a:effectLst/>
                          <a:latin typeface="Verdana" panose="020B0804030504040204" pitchFamily="34" charset="0"/>
                          <a:ea typeface="宋体" pitchFamily="2" charset="-122"/>
                        </a:rPr>
                        <a:t>N</a:t>
                      </a:r>
                      <a:endParaRPr kumimoji="1" lang="en-US" altLang="zh-CN" sz="2000" b="0" i="0" u="none" strike="noStrike" cap="none" normalizeH="0" baseline="0">
                        <a:ln>
                          <a:noFill/>
                        </a:ln>
                        <a:solidFill>
                          <a:srgbClr val="FF0000"/>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000" b="0" i="0" u="none" strike="noStrike" cap="none" normalizeH="0" baseline="0">
                          <a:ln>
                            <a:noFill/>
                          </a:ln>
                          <a:solidFill>
                            <a:srgbClr val="FF0000"/>
                          </a:solidFill>
                          <a:effectLst/>
                          <a:latin typeface="Verdana" panose="020B0804030504040204" pitchFamily="34" charset="0"/>
                          <a:ea typeface="宋体" pitchFamily="2" charset="-122"/>
                        </a:rPr>
                        <a:t>N</a:t>
                      </a:r>
                      <a:endParaRPr kumimoji="1" lang="en-US" altLang="zh-CN" sz="2000" b="0" i="0" u="none" strike="noStrike" cap="none" normalizeH="0" baseline="0">
                        <a:ln>
                          <a:noFill/>
                        </a:ln>
                        <a:solidFill>
                          <a:srgbClr val="FF0000"/>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000" b="0" i="0" u="none" strike="noStrike" cap="none" normalizeH="0" baseline="0">
                          <a:ln>
                            <a:noFill/>
                          </a:ln>
                          <a:solidFill>
                            <a:schemeClr val="tx1"/>
                          </a:solidFill>
                          <a:effectLst/>
                          <a:latin typeface="Verdana" panose="020B0804030504040204" pitchFamily="34" charset="0"/>
                          <a:ea typeface="宋体" pitchFamily="2" charset="-122"/>
                        </a:rPr>
                        <a:t>Y</a:t>
                      </a:r>
                      <a:endParaRPr kumimoji="1" lang="en-US" altLang="zh-CN" sz="2000" b="0" i="0" u="none" strike="noStrike" cap="none" normalizeH="0" baseline="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000" b="0" i="0" u="none" strike="noStrike" cap="none" normalizeH="0" baseline="0" dirty="0">
                          <a:ln>
                            <a:noFill/>
                          </a:ln>
                          <a:solidFill>
                            <a:schemeClr val="tx1"/>
                          </a:solidFill>
                          <a:effectLst/>
                          <a:latin typeface="Verdana" panose="020B0804030504040204" pitchFamily="34" charset="0"/>
                          <a:ea typeface="宋体" pitchFamily="2" charset="-122"/>
                        </a:rPr>
                        <a:t>Y</a:t>
                      </a:r>
                      <a:endParaRPr kumimoji="1" lang="en-US" altLang="zh-CN" sz="2000" b="0" i="0" u="none" strike="noStrike" cap="none" normalizeH="0" baseline="0" dirty="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000" b="0" i="0" u="none" strike="noStrike" cap="none" normalizeH="0" baseline="0" dirty="0">
                          <a:ln>
                            <a:noFill/>
                          </a:ln>
                          <a:solidFill>
                            <a:srgbClr val="FF0000"/>
                          </a:solidFill>
                          <a:effectLst/>
                          <a:latin typeface="Verdana" panose="020B0804030504040204" pitchFamily="34" charset="0"/>
                          <a:ea typeface="宋体" pitchFamily="2" charset="-122"/>
                        </a:rPr>
                        <a:t>N</a:t>
                      </a:r>
                      <a:endParaRPr kumimoji="1" lang="en-US" altLang="zh-CN" sz="2000" b="0" i="0" u="none" strike="noStrike" cap="none" normalizeH="0" baseline="0" dirty="0">
                        <a:ln>
                          <a:noFill/>
                        </a:ln>
                        <a:solidFill>
                          <a:srgbClr val="FF0000"/>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000" b="0" i="0" u="none" strike="noStrike" cap="none" normalizeH="0" baseline="0">
                          <a:ln>
                            <a:noFill/>
                          </a:ln>
                          <a:solidFill>
                            <a:schemeClr val="tx1"/>
                          </a:solidFill>
                          <a:effectLst/>
                          <a:latin typeface="Verdana" panose="020B0804030504040204" pitchFamily="34" charset="0"/>
                          <a:ea typeface="宋体" pitchFamily="2" charset="-122"/>
                        </a:rPr>
                        <a:t>Y</a:t>
                      </a:r>
                      <a:endParaRPr kumimoji="1" lang="en-US" altLang="zh-CN" sz="2000" b="0" i="0" u="none" strike="noStrike" cap="none" normalizeH="0" baseline="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650875">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000" b="0" i="0" u="none" strike="noStrike" cap="none" normalizeH="0" baseline="0">
                          <a:ln>
                            <a:noFill/>
                          </a:ln>
                          <a:solidFill>
                            <a:schemeClr val="tx1"/>
                          </a:solidFill>
                          <a:effectLst/>
                          <a:latin typeface="Verdana" panose="020B0804030504040204" pitchFamily="34" charset="0"/>
                          <a:ea typeface="宋体" pitchFamily="2" charset="-122"/>
                        </a:rPr>
                        <a:t>SIX</a:t>
                      </a:r>
                      <a:endParaRPr kumimoji="1" lang="en-US" altLang="zh-CN" sz="2000" b="0" i="0" u="none" strike="noStrike" cap="none" normalizeH="0" baseline="0">
                        <a:ln>
                          <a:noFill/>
                        </a:ln>
                        <a:solidFill>
                          <a:schemeClr val="tx1"/>
                        </a:solidFill>
                        <a:effectLst/>
                        <a:latin typeface="Verdana" panose="020B0804030504040204" pitchFamily="34" charset="0"/>
                        <a:ea typeface="宋体" pitchFamily="2" charset="-122"/>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000" b="0" i="0" u="none" strike="noStrike" cap="none" normalizeH="0" baseline="0">
                          <a:ln>
                            <a:noFill/>
                          </a:ln>
                          <a:solidFill>
                            <a:srgbClr val="FF0000"/>
                          </a:solidFill>
                          <a:effectLst/>
                          <a:latin typeface="Verdana" panose="020B0804030504040204" pitchFamily="34" charset="0"/>
                          <a:ea typeface="宋体" pitchFamily="2" charset="-122"/>
                        </a:rPr>
                        <a:t>N</a:t>
                      </a:r>
                      <a:endParaRPr kumimoji="1" lang="en-US" altLang="zh-CN" sz="2000" b="0" i="0" u="none" strike="noStrike" cap="none" normalizeH="0" baseline="0">
                        <a:ln>
                          <a:noFill/>
                        </a:ln>
                        <a:solidFill>
                          <a:srgbClr val="FF0000"/>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000" b="0" i="0" u="none" strike="noStrike" cap="none" normalizeH="0" baseline="0">
                          <a:ln>
                            <a:noFill/>
                          </a:ln>
                          <a:solidFill>
                            <a:srgbClr val="FF0000"/>
                          </a:solidFill>
                          <a:effectLst/>
                          <a:latin typeface="Verdana" panose="020B0804030504040204" pitchFamily="34" charset="0"/>
                          <a:ea typeface="宋体" pitchFamily="2" charset="-122"/>
                        </a:rPr>
                        <a:t>N</a:t>
                      </a:r>
                      <a:endParaRPr kumimoji="1" lang="en-US" altLang="zh-CN" sz="2000" b="0" i="0" u="none" strike="noStrike" cap="none" normalizeH="0" baseline="0">
                        <a:ln>
                          <a:noFill/>
                        </a:ln>
                        <a:solidFill>
                          <a:srgbClr val="FF0000"/>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000" b="0" i="0" u="none" strike="noStrike" cap="none" normalizeH="0" baseline="0">
                          <a:ln>
                            <a:noFill/>
                          </a:ln>
                          <a:solidFill>
                            <a:schemeClr val="tx1"/>
                          </a:solidFill>
                          <a:effectLst/>
                          <a:latin typeface="Verdana" panose="020B0804030504040204" pitchFamily="34" charset="0"/>
                          <a:ea typeface="宋体" pitchFamily="2" charset="-122"/>
                        </a:rPr>
                        <a:t>Y</a:t>
                      </a:r>
                      <a:endParaRPr kumimoji="1" lang="en-US" altLang="zh-CN" sz="2000" b="0" i="0" u="none" strike="noStrike" cap="none" normalizeH="0" baseline="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000" b="0" i="0" u="none" strike="noStrike" cap="none" normalizeH="0" baseline="0">
                          <a:ln>
                            <a:noFill/>
                          </a:ln>
                          <a:solidFill>
                            <a:srgbClr val="FF0000"/>
                          </a:solidFill>
                          <a:effectLst/>
                          <a:latin typeface="Verdana" panose="020B0804030504040204" pitchFamily="34" charset="0"/>
                          <a:ea typeface="宋体" pitchFamily="2" charset="-122"/>
                        </a:rPr>
                        <a:t>N</a:t>
                      </a:r>
                      <a:endParaRPr kumimoji="1" lang="en-US" altLang="zh-CN" sz="2000" b="0" i="0" u="none" strike="noStrike" cap="none" normalizeH="0" baseline="0">
                        <a:ln>
                          <a:noFill/>
                        </a:ln>
                        <a:solidFill>
                          <a:srgbClr val="FF0000"/>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000" b="0" i="0" u="none" strike="noStrike" cap="none" normalizeH="0" baseline="0" dirty="0">
                          <a:ln>
                            <a:noFill/>
                          </a:ln>
                          <a:solidFill>
                            <a:srgbClr val="FF0000"/>
                          </a:solidFill>
                          <a:effectLst/>
                          <a:latin typeface="Verdana" panose="020B0804030504040204" pitchFamily="34" charset="0"/>
                          <a:ea typeface="宋体" pitchFamily="2" charset="-122"/>
                        </a:rPr>
                        <a:t>N</a:t>
                      </a:r>
                      <a:endParaRPr kumimoji="1" lang="en-US" altLang="zh-CN" sz="2000" b="0" i="0" u="none" strike="noStrike" cap="none" normalizeH="0" baseline="0" dirty="0">
                        <a:ln>
                          <a:noFill/>
                        </a:ln>
                        <a:solidFill>
                          <a:srgbClr val="FF0000"/>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000" b="0" i="0" u="none" strike="noStrike" cap="none" normalizeH="0" baseline="0">
                          <a:ln>
                            <a:noFill/>
                          </a:ln>
                          <a:solidFill>
                            <a:schemeClr val="tx1"/>
                          </a:solidFill>
                          <a:effectLst/>
                          <a:latin typeface="Verdana" panose="020B0804030504040204" pitchFamily="34" charset="0"/>
                          <a:ea typeface="宋体" pitchFamily="2" charset="-122"/>
                        </a:rPr>
                        <a:t>Y</a:t>
                      </a:r>
                      <a:endParaRPr kumimoji="1" lang="en-US" altLang="zh-CN" sz="2000" b="0" i="0" u="none" strike="noStrike" cap="none" normalizeH="0" baseline="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581025">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000" b="0" i="0" u="none" strike="noStrike" cap="none" normalizeH="0" baseline="0">
                          <a:ln>
                            <a:noFill/>
                          </a:ln>
                          <a:solidFill>
                            <a:schemeClr val="tx1"/>
                          </a:solidFill>
                          <a:effectLst/>
                          <a:latin typeface="Verdana" panose="020B0804030504040204" pitchFamily="34" charset="0"/>
                          <a:ea typeface="宋体" pitchFamily="2" charset="-122"/>
                        </a:rPr>
                        <a:t>-</a:t>
                      </a:r>
                      <a:endParaRPr kumimoji="1" lang="en-US" altLang="zh-CN" sz="2000" b="0" i="0" u="none" strike="noStrike" cap="none" normalizeH="0" baseline="0">
                        <a:ln>
                          <a:noFill/>
                        </a:ln>
                        <a:solidFill>
                          <a:schemeClr val="tx1"/>
                        </a:solidFill>
                        <a:effectLst/>
                        <a:latin typeface="Verdana" panose="020B0804030504040204" pitchFamily="34" charset="0"/>
                        <a:ea typeface="宋体" pitchFamily="2" charset="-122"/>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000" b="0" i="0" u="none" strike="noStrike" cap="none" normalizeH="0" baseline="0">
                          <a:ln>
                            <a:noFill/>
                          </a:ln>
                          <a:solidFill>
                            <a:schemeClr val="tx1"/>
                          </a:solidFill>
                          <a:effectLst/>
                          <a:latin typeface="Verdana" panose="020B0804030504040204" pitchFamily="34" charset="0"/>
                          <a:ea typeface="宋体" pitchFamily="2" charset="-122"/>
                        </a:rPr>
                        <a:t>Y</a:t>
                      </a:r>
                      <a:endParaRPr kumimoji="1" lang="en-US" altLang="zh-CN" sz="2000" b="0" i="0" u="none" strike="noStrike" cap="none" normalizeH="0" baseline="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000" b="0" i="0" u="none" strike="noStrike" cap="none" normalizeH="0" baseline="0">
                          <a:ln>
                            <a:noFill/>
                          </a:ln>
                          <a:solidFill>
                            <a:schemeClr val="tx1"/>
                          </a:solidFill>
                          <a:effectLst/>
                          <a:latin typeface="Verdana" panose="020B0804030504040204" pitchFamily="34" charset="0"/>
                          <a:ea typeface="宋体" pitchFamily="2" charset="-122"/>
                        </a:rPr>
                        <a:t>Y</a:t>
                      </a:r>
                      <a:endParaRPr kumimoji="1" lang="en-US" altLang="zh-CN" sz="2000" b="0" i="0" u="none" strike="noStrike" cap="none" normalizeH="0" baseline="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000" b="0" i="0" u="none" strike="noStrike" cap="none" normalizeH="0" baseline="0">
                          <a:ln>
                            <a:noFill/>
                          </a:ln>
                          <a:solidFill>
                            <a:schemeClr val="tx1"/>
                          </a:solidFill>
                          <a:effectLst/>
                          <a:latin typeface="Verdana" panose="020B0804030504040204" pitchFamily="34" charset="0"/>
                          <a:ea typeface="宋体" pitchFamily="2" charset="-122"/>
                        </a:rPr>
                        <a:t>Y</a:t>
                      </a:r>
                      <a:endParaRPr kumimoji="1" lang="en-US" altLang="zh-CN" sz="2000" b="0" i="0" u="none" strike="noStrike" cap="none" normalizeH="0" baseline="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000" b="0" i="0" u="none" strike="noStrike" cap="none" normalizeH="0" baseline="0">
                          <a:ln>
                            <a:noFill/>
                          </a:ln>
                          <a:solidFill>
                            <a:schemeClr val="tx1"/>
                          </a:solidFill>
                          <a:effectLst/>
                          <a:latin typeface="Verdana" panose="020B0804030504040204" pitchFamily="34" charset="0"/>
                          <a:ea typeface="宋体" pitchFamily="2" charset="-122"/>
                        </a:rPr>
                        <a:t>Y</a:t>
                      </a:r>
                      <a:endParaRPr kumimoji="1" lang="en-US" altLang="zh-CN" sz="2000" b="0" i="0" u="none" strike="noStrike" cap="none" normalizeH="0" baseline="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000" b="0" i="0" u="none" strike="noStrike" cap="none" normalizeH="0" baseline="0">
                          <a:ln>
                            <a:noFill/>
                          </a:ln>
                          <a:solidFill>
                            <a:schemeClr val="tx1"/>
                          </a:solidFill>
                          <a:effectLst/>
                          <a:latin typeface="Verdana" panose="020B0804030504040204" pitchFamily="34" charset="0"/>
                          <a:ea typeface="宋体" pitchFamily="2" charset="-122"/>
                        </a:rPr>
                        <a:t>Y</a:t>
                      </a:r>
                      <a:endParaRPr kumimoji="1" lang="en-US" altLang="zh-CN" sz="2000" b="0" i="0" u="none" strike="noStrike" cap="none" normalizeH="0" baseline="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en-US" altLang="zh-CN" sz="2000" b="0" i="0" u="none" strike="noStrike" cap="none" normalizeH="0" baseline="0" dirty="0">
                          <a:ln>
                            <a:noFill/>
                          </a:ln>
                          <a:solidFill>
                            <a:schemeClr val="tx1"/>
                          </a:solidFill>
                          <a:effectLst/>
                          <a:latin typeface="Verdana" panose="020B0804030504040204" pitchFamily="34" charset="0"/>
                          <a:ea typeface="宋体" pitchFamily="2" charset="-122"/>
                        </a:rPr>
                        <a:t>Y</a:t>
                      </a:r>
                      <a:endParaRPr kumimoji="1" lang="en-US" altLang="zh-CN" sz="2000" b="0" i="0" u="none" strike="noStrike" cap="none" normalizeH="0" baseline="0" dirty="0">
                        <a:ln>
                          <a:noFill/>
                        </a:ln>
                        <a:solidFill>
                          <a:schemeClr val="tx1"/>
                        </a:solidFill>
                        <a:effectLst/>
                        <a:latin typeface="Verdana" panose="020B0804030504040204"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r>
            </a:tbl>
          </a:graphicData>
        </a:graphic>
      </p:graphicFrame>
      <p:sp>
        <p:nvSpPr>
          <p:cNvPr id="52295" name="Text Box 84"/>
          <p:cNvSpPr txBox="1">
            <a:spLocks noChangeArrowheads="1"/>
          </p:cNvSpPr>
          <p:nvPr/>
        </p:nvSpPr>
        <p:spPr bwMode="auto">
          <a:xfrm>
            <a:off x="4876800" y="5400675"/>
            <a:ext cx="1708150" cy="457200"/>
          </a:xfrm>
          <a:prstGeom prst="rect">
            <a:avLst/>
          </a:prstGeom>
          <a:noFill/>
          <a:ln w="9525">
            <a:noFill/>
            <a:miter lim="800000"/>
          </a:ln>
        </p:spPr>
        <p:txBody>
          <a:bodyPr wrap="none">
            <a:spAutoFit/>
          </a:bodyPr>
          <a:lstStyle/>
          <a:p>
            <a:r>
              <a:rPr lang="zh-CN" altLang="en-US"/>
              <a:t>锁相容矩阵</a:t>
            </a:r>
            <a:endParaRPr lang="zh-CN" altLang="en-US"/>
          </a:p>
        </p:txBody>
      </p:sp>
      <p:sp>
        <p:nvSpPr>
          <p:cNvPr id="75" name="灯片编号占位符 74"/>
          <p:cNvSpPr>
            <a:spLocks noGrp="1"/>
          </p:cNvSpPr>
          <p:nvPr>
            <p:ph type="sldNum" sz="quarter" idx="12"/>
          </p:nvPr>
        </p:nvSpPr>
        <p:spPr/>
        <p:txBody>
          <a:bodyPr/>
          <a:lstStyle/>
          <a:p>
            <a:pPr>
              <a:defRPr/>
            </a:pPr>
            <a:fld id="{1C5E8E4F-8BE8-481E-A8A1-71C8905A385E}" type="slidenum">
              <a:rPr lang="en-US" altLang="zh-CN"/>
            </a:fld>
            <a:endParaRPr lang="en-US" altLang="zh-CN"/>
          </a:p>
        </p:txBody>
      </p:sp>
      <p:sp>
        <p:nvSpPr>
          <p:cNvPr id="2" name="椭圆 1"/>
          <p:cNvSpPr/>
          <p:nvPr/>
        </p:nvSpPr>
        <p:spPr>
          <a:xfrm>
            <a:off x="5436096" y="2564904"/>
            <a:ext cx="1584176" cy="1311771"/>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椭圆 7"/>
          <p:cNvSpPr/>
          <p:nvPr/>
        </p:nvSpPr>
        <p:spPr>
          <a:xfrm>
            <a:off x="5436096" y="3934816"/>
            <a:ext cx="792088" cy="576065"/>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椭圆 8"/>
          <p:cNvSpPr/>
          <p:nvPr/>
        </p:nvSpPr>
        <p:spPr>
          <a:xfrm>
            <a:off x="3845768" y="2698848"/>
            <a:ext cx="792088" cy="576065"/>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椭圆 9"/>
          <p:cNvSpPr/>
          <p:nvPr/>
        </p:nvSpPr>
        <p:spPr>
          <a:xfrm>
            <a:off x="7046157" y="2703526"/>
            <a:ext cx="792088" cy="576065"/>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椭圆 10"/>
          <p:cNvSpPr/>
          <p:nvPr/>
        </p:nvSpPr>
        <p:spPr>
          <a:xfrm>
            <a:off x="5364088" y="1556791"/>
            <a:ext cx="792088" cy="576065"/>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457200" y="704850"/>
            <a:ext cx="8229600" cy="851942"/>
          </a:xfrm>
        </p:spPr>
        <p:txBody>
          <a:bodyPr/>
          <a:lstStyle/>
          <a:p>
            <a:r>
              <a:rPr lang="en-US" altLang="zh-CN" sz="2800" b="1">
                <a:solidFill>
                  <a:schemeClr val="tx1"/>
                </a:solidFill>
                <a:latin typeface="宋体" pitchFamily="2" charset="-122"/>
                <a:ea typeface="宋体" pitchFamily="2" charset="-122"/>
              </a:rPr>
              <a:t>*11.8 </a:t>
            </a:r>
            <a:r>
              <a:rPr lang="zh-CN" altLang="en-US" sz="2800" b="1" dirty="0">
                <a:solidFill>
                  <a:schemeClr val="tx1"/>
                </a:solidFill>
                <a:latin typeface="宋体" pitchFamily="2" charset="-122"/>
                <a:ea typeface="宋体" pitchFamily="2" charset="-122"/>
              </a:rPr>
              <a:t>其他并发控制</a:t>
            </a:r>
            <a:endParaRPr lang="zh-CN" altLang="en-US" sz="2800" b="1" dirty="0">
              <a:solidFill>
                <a:schemeClr val="tx1"/>
              </a:solidFill>
              <a:latin typeface="宋体" pitchFamily="2" charset="-122"/>
              <a:ea typeface="宋体" pitchFamily="2" charset="-122"/>
            </a:endParaRPr>
          </a:p>
        </p:txBody>
      </p:sp>
      <p:sp>
        <p:nvSpPr>
          <p:cNvPr id="4" name="内容占位符 3"/>
          <p:cNvSpPr>
            <a:spLocks noGrp="1"/>
          </p:cNvSpPr>
          <p:nvPr>
            <p:ph idx="1"/>
          </p:nvPr>
        </p:nvSpPr>
        <p:spPr/>
        <p:txBody>
          <a:bodyPr/>
          <a:lstStyle/>
          <a:p>
            <a:pPr marL="0" indent="0">
              <a:buNone/>
            </a:pPr>
            <a:r>
              <a:rPr lang="en-US" altLang="zh-CN" b="1" dirty="0">
                <a:latin typeface="宋体" pitchFamily="2" charset="-122"/>
                <a:ea typeface="宋体" pitchFamily="2" charset="-122"/>
              </a:rPr>
              <a:t>11.8.1 </a:t>
            </a:r>
            <a:r>
              <a:rPr lang="zh-CN" altLang="en-US" b="1" dirty="0">
                <a:latin typeface="宋体" pitchFamily="2" charset="-122"/>
                <a:ea typeface="宋体" pitchFamily="2" charset="-122"/>
              </a:rPr>
              <a:t>时间戳方法</a:t>
            </a:r>
            <a:endParaRPr lang="en-US" altLang="zh-CN" b="1" dirty="0">
              <a:latin typeface="宋体" pitchFamily="2" charset="-122"/>
              <a:ea typeface="宋体" pitchFamily="2" charset="-122"/>
            </a:endParaRPr>
          </a:p>
          <a:p>
            <a:pPr marL="0" indent="0">
              <a:buNone/>
            </a:pPr>
            <a:r>
              <a:rPr lang="zh-CN" altLang="en-US" dirty="0"/>
              <a:t>（</a:t>
            </a:r>
            <a:r>
              <a:rPr lang="en-US" altLang="zh-CN" dirty="0"/>
              <a:t>1</a:t>
            </a:r>
            <a:r>
              <a:rPr lang="zh-CN" altLang="en-US" dirty="0"/>
              <a:t>）给每个</a:t>
            </a:r>
            <a:r>
              <a:rPr lang="zh-CN" altLang="en-US" dirty="0">
                <a:solidFill>
                  <a:srgbClr val="FF0000"/>
                </a:solidFill>
              </a:rPr>
              <a:t>事务</a:t>
            </a:r>
            <a:r>
              <a:rPr lang="zh-CN" altLang="en-US" dirty="0"/>
              <a:t>赋予一个时标（时间戳）</a:t>
            </a:r>
            <a:r>
              <a:rPr lang="en-US" altLang="zh-CN" dirty="0"/>
              <a:t>——</a:t>
            </a:r>
            <a:r>
              <a:rPr lang="zh-CN" altLang="en-US" dirty="0"/>
              <a:t>事务开始执行的时间。</a:t>
            </a:r>
            <a:endParaRPr lang="en-US" altLang="zh-CN" dirty="0"/>
          </a:p>
          <a:p>
            <a:pPr marL="0" indent="0">
              <a:buNone/>
            </a:pPr>
            <a:r>
              <a:rPr lang="zh-CN" altLang="en-US" dirty="0"/>
              <a:t>（</a:t>
            </a:r>
            <a:r>
              <a:rPr lang="en-US" altLang="zh-CN" dirty="0"/>
              <a:t>2</a:t>
            </a:r>
            <a:r>
              <a:rPr lang="zh-CN" altLang="en-US" dirty="0"/>
              <a:t>）每个数据也被赋予</a:t>
            </a:r>
            <a:r>
              <a:rPr lang="zh-CN" altLang="en-US" dirty="0">
                <a:solidFill>
                  <a:srgbClr val="FF0000"/>
                </a:solidFill>
              </a:rPr>
              <a:t>读和写两个时间戳</a:t>
            </a:r>
            <a:r>
              <a:rPr lang="zh-CN" altLang="en-US" dirty="0"/>
              <a:t>。</a:t>
            </a:r>
            <a:endParaRPr lang="en-US" altLang="zh-CN" dirty="0"/>
          </a:p>
          <a:p>
            <a:pPr marL="0" indent="0">
              <a:buNone/>
            </a:pPr>
            <a:endParaRPr lang="en-US" altLang="zh-CN" dirty="0"/>
          </a:p>
          <a:p>
            <a:pPr marL="0" indent="0">
              <a:buNone/>
            </a:pPr>
            <a:r>
              <a:rPr lang="zh-CN" altLang="en-US" dirty="0"/>
              <a:t>按照时间戳来解决事务的冲突操作：</a:t>
            </a:r>
            <a:r>
              <a:rPr lang="zh-CN" altLang="en-US" dirty="0">
                <a:solidFill>
                  <a:srgbClr val="FF0000"/>
                </a:solidFill>
              </a:rPr>
              <a:t>当有冲突发生时，回滚具有较早时间戳的事务，</a:t>
            </a:r>
            <a:r>
              <a:rPr lang="zh-CN" altLang="en-US" dirty="0"/>
              <a:t>以保证其他事务的正常执行，</a:t>
            </a:r>
            <a:r>
              <a:rPr lang="zh-CN" altLang="en-US" dirty="0">
                <a:solidFill>
                  <a:srgbClr val="FF0000"/>
                </a:solidFill>
              </a:rPr>
              <a:t>被回滚的事务被赋予新的时间戳</a:t>
            </a:r>
            <a:r>
              <a:rPr lang="zh-CN" altLang="en-US" dirty="0"/>
              <a:t>并从头开始执行。</a:t>
            </a:r>
            <a:endParaRPr lang="zh-CN" altLang="en-US" dirty="0"/>
          </a:p>
        </p:txBody>
      </p:sp>
      <p:sp>
        <p:nvSpPr>
          <p:cNvPr id="2" name="灯片编号占位符 1"/>
          <p:cNvSpPr>
            <a:spLocks noGrp="1"/>
          </p:cNvSpPr>
          <p:nvPr>
            <p:ph type="sldNum" sz="quarter" idx="12"/>
          </p:nvPr>
        </p:nvSpPr>
        <p:spPr/>
        <p:txBody>
          <a:bodyPr/>
          <a:lstStyle/>
          <a:p>
            <a:pPr>
              <a:defRPr/>
            </a:pPr>
            <a:fld id="{D23B6677-D17C-40B9-9CD4-8FC808E716B1}" type="slidenum">
              <a:rPr lang="en-US" altLang="zh-CN" smtClean="0"/>
            </a:fld>
            <a:endParaRPr lang="en-US" altLang="zh-CN" dirty="0"/>
          </a:p>
        </p:txBody>
      </p:sp>
      <p:sp>
        <p:nvSpPr>
          <p:cNvPr id="5" name="圆角矩形标注 4"/>
          <p:cNvSpPr/>
          <p:nvPr/>
        </p:nvSpPr>
        <p:spPr>
          <a:xfrm>
            <a:off x="5796136" y="1269683"/>
            <a:ext cx="2664296" cy="756664"/>
          </a:xfrm>
          <a:prstGeom prst="wedgeRoundRectCallout">
            <a:avLst>
              <a:gd name="adj1" fmla="val -47526"/>
              <a:gd name="adj2" fmla="val 98945"/>
              <a:gd name="adj3" fmla="val 16667"/>
            </a:avLst>
          </a:prstGeom>
        </p:spPr>
        <p:style>
          <a:lnRef idx="2">
            <a:schemeClr val="accent1"/>
          </a:lnRef>
          <a:fillRef idx="1">
            <a:schemeClr val="lt1"/>
          </a:fillRef>
          <a:effectRef idx="0">
            <a:schemeClr val="accent1"/>
          </a:effectRef>
          <a:fontRef idx="minor">
            <a:schemeClr val="dk1"/>
          </a:fontRef>
        </p:style>
        <p:txBody>
          <a:bodyPr rtlCol="0" anchor="ctr"/>
          <a:lstStyle/>
          <a:p>
            <a:r>
              <a:rPr lang="zh-CN" altLang="en-US" dirty="0"/>
              <a:t>时间戳具有唯一性和单调性</a:t>
            </a:r>
            <a:endParaRPr lang="zh-CN" altLang="en-US"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95536" y="908720"/>
            <a:ext cx="8229600" cy="5688632"/>
          </a:xfrm>
        </p:spPr>
        <p:txBody>
          <a:bodyPr/>
          <a:lstStyle/>
          <a:p>
            <a:pPr marL="0" indent="0">
              <a:buNone/>
            </a:pPr>
            <a:r>
              <a:rPr lang="zh-CN" altLang="en-US" sz="2400" dirty="0">
                <a:solidFill>
                  <a:srgbClr val="FF0000"/>
                </a:solidFill>
              </a:rPr>
              <a:t>⑴　假设事务</a:t>
            </a:r>
            <a:r>
              <a:rPr lang="en-US" altLang="zh-CN" sz="2400" dirty="0">
                <a:solidFill>
                  <a:srgbClr val="FF0000"/>
                </a:solidFill>
              </a:rPr>
              <a:t>Ti</a:t>
            </a:r>
            <a:r>
              <a:rPr lang="zh-CN" altLang="en-US" sz="2400" dirty="0">
                <a:solidFill>
                  <a:srgbClr val="FF0000"/>
                </a:solidFill>
              </a:rPr>
              <a:t>发出</a:t>
            </a:r>
            <a:r>
              <a:rPr lang="en-US" altLang="zh-CN" sz="2400" dirty="0">
                <a:solidFill>
                  <a:srgbClr val="FF0000"/>
                </a:solidFill>
              </a:rPr>
              <a:t>read(Q)</a:t>
            </a:r>
            <a:r>
              <a:rPr lang="zh-CN" altLang="en-US" sz="2400" dirty="0">
                <a:solidFill>
                  <a:srgbClr val="FF0000"/>
                </a:solidFill>
              </a:rPr>
              <a:t>操作：检查读</a:t>
            </a:r>
            <a:r>
              <a:rPr lang="en-US" altLang="zh-CN" sz="2400" dirty="0">
                <a:solidFill>
                  <a:srgbClr val="FF0000"/>
                </a:solidFill>
              </a:rPr>
              <a:t>/</a:t>
            </a:r>
            <a:r>
              <a:rPr lang="zh-CN" altLang="en-US" sz="2400" dirty="0">
                <a:solidFill>
                  <a:srgbClr val="FF0000"/>
                </a:solidFill>
              </a:rPr>
              <a:t>写冲突</a:t>
            </a:r>
            <a:endParaRPr lang="en-US" altLang="zh-CN" sz="2400" dirty="0">
              <a:solidFill>
                <a:srgbClr val="FF0000"/>
              </a:solidFill>
            </a:endParaRPr>
          </a:p>
          <a:p>
            <a:pPr marL="0" indent="0">
              <a:buNone/>
            </a:pPr>
            <a:r>
              <a:rPr lang="zh-CN" altLang="en-US" sz="2400" dirty="0"/>
              <a:t>① 若</a:t>
            </a:r>
            <a:r>
              <a:rPr lang="en-US" altLang="zh-CN" sz="2400" dirty="0"/>
              <a:t>TS(Ti)&lt;W-TS(Q)</a:t>
            </a:r>
            <a:r>
              <a:rPr lang="zh-CN" altLang="en-US" sz="2400" dirty="0"/>
              <a:t>，则</a:t>
            </a:r>
            <a:r>
              <a:rPr lang="en-US" altLang="zh-CN" sz="2400" dirty="0">
                <a:solidFill>
                  <a:srgbClr val="FF0000"/>
                </a:solidFill>
              </a:rPr>
              <a:t>Ti</a:t>
            </a:r>
            <a:r>
              <a:rPr lang="zh-CN" altLang="en-US" sz="2400" dirty="0">
                <a:solidFill>
                  <a:srgbClr val="FF0000"/>
                </a:solidFill>
              </a:rPr>
              <a:t>需要读入的</a:t>
            </a:r>
            <a:r>
              <a:rPr lang="en-US" altLang="zh-CN" sz="2400" dirty="0">
                <a:solidFill>
                  <a:srgbClr val="FF0000"/>
                </a:solidFill>
              </a:rPr>
              <a:t>Q</a:t>
            </a:r>
            <a:r>
              <a:rPr lang="zh-CN" altLang="en-US" sz="2400" dirty="0">
                <a:solidFill>
                  <a:srgbClr val="FF0000"/>
                </a:solidFill>
              </a:rPr>
              <a:t>值已被覆盖。</a:t>
            </a:r>
            <a:r>
              <a:rPr lang="zh-CN" altLang="en-US" sz="2400" dirty="0"/>
              <a:t>因此，</a:t>
            </a:r>
            <a:r>
              <a:rPr lang="en-US" altLang="zh-CN" sz="2400" dirty="0"/>
              <a:t>read</a:t>
            </a:r>
            <a:r>
              <a:rPr lang="zh-CN" altLang="en-US" sz="2400" dirty="0"/>
              <a:t>操作被拒绝，</a:t>
            </a:r>
            <a:r>
              <a:rPr lang="en-US" altLang="zh-CN" sz="2400" dirty="0">
                <a:solidFill>
                  <a:srgbClr val="FF0000"/>
                </a:solidFill>
              </a:rPr>
              <a:t>Ti</a:t>
            </a:r>
            <a:r>
              <a:rPr lang="zh-CN" altLang="en-US" sz="2400" dirty="0">
                <a:solidFill>
                  <a:srgbClr val="FF0000"/>
                </a:solidFill>
              </a:rPr>
              <a:t>回滚</a:t>
            </a:r>
            <a:r>
              <a:rPr lang="zh-CN" altLang="en-US" sz="2400" dirty="0"/>
              <a:t>；</a:t>
            </a:r>
            <a:endParaRPr lang="en-US" altLang="zh-CN" sz="2400" dirty="0"/>
          </a:p>
          <a:p>
            <a:pPr marL="0" indent="0">
              <a:buNone/>
            </a:pPr>
            <a:r>
              <a:rPr lang="zh-CN" altLang="en-US" sz="2400" dirty="0"/>
              <a:t>② 若</a:t>
            </a:r>
            <a:r>
              <a:rPr lang="en-US" altLang="zh-CN" sz="2400" dirty="0"/>
              <a:t>TS(Ti)≥W-TS(Q)</a:t>
            </a:r>
            <a:r>
              <a:rPr lang="zh-CN" altLang="en-US" sz="2400" dirty="0"/>
              <a:t>，则执行</a:t>
            </a:r>
            <a:r>
              <a:rPr lang="en-US" altLang="zh-CN" sz="2400" dirty="0"/>
              <a:t>read</a:t>
            </a:r>
            <a:r>
              <a:rPr lang="zh-CN" altLang="en-US" sz="2400" dirty="0"/>
              <a:t>操作，且更新</a:t>
            </a:r>
            <a:r>
              <a:rPr lang="en-US" altLang="zh-CN" sz="2400" dirty="0">
                <a:solidFill>
                  <a:srgbClr val="FF0000"/>
                </a:solidFill>
              </a:rPr>
              <a:t>R-TS(Q)</a:t>
            </a:r>
            <a:r>
              <a:rPr lang="zh-CN" altLang="en-US" sz="2400" dirty="0"/>
              <a:t>的值为</a:t>
            </a:r>
            <a:r>
              <a:rPr lang="en-US" altLang="zh-CN" sz="2400" dirty="0"/>
              <a:t>R-TS(Q)</a:t>
            </a:r>
            <a:r>
              <a:rPr lang="zh-CN" altLang="en-US" sz="2400" dirty="0"/>
              <a:t>与</a:t>
            </a:r>
            <a:r>
              <a:rPr lang="en-US" altLang="zh-CN" sz="2400" dirty="0"/>
              <a:t>TS(Ti)</a:t>
            </a:r>
            <a:r>
              <a:rPr lang="zh-CN" altLang="en-US" sz="2400" dirty="0"/>
              <a:t>中的较大者。</a:t>
            </a:r>
            <a:endParaRPr lang="en-US" altLang="zh-CN" sz="2400" dirty="0"/>
          </a:p>
          <a:p>
            <a:pPr marL="0" indent="0">
              <a:buNone/>
            </a:pPr>
            <a:endParaRPr lang="en-US" altLang="zh-CN" sz="2400" dirty="0">
              <a:solidFill>
                <a:srgbClr val="FF0000"/>
              </a:solidFill>
            </a:endParaRPr>
          </a:p>
          <a:p>
            <a:pPr marL="0" indent="0">
              <a:buNone/>
            </a:pPr>
            <a:r>
              <a:rPr lang="zh-CN" altLang="en-US" sz="2400" dirty="0">
                <a:solidFill>
                  <a:srgbClr val="FF0000"/>
                </a:solidFill>
              </a:rPr>
              <a:t>⑵ 假设事务</a:t>
            </a:r>
            <a:r>
              <a:rPr lang="en-US" altLang="zh-CN" sz="2400" dirty="0">
                <a:solidFill>
                  <a:srgbClr val="FF0000"/>
                </a:solidFill>
              </a:rPr>
              <a:t>Ti</a:t>
            </a:r>
            <a:r>
              <a:rPr lang="zh-CN" altLang="en-US" sz="2400" dirty="0">
                <a:solidFill>
                  <a:srgbClr val="FF0000"/>
                </a:solidFill>
              </a:rPr>
              <a:t>发出</a:t>
            </a:r>
            <a:r>
              <a:rPr lang="en-US" altLang="zh-CN" sz="2400" dirty="0">
                <a:solidFill>
                  <a:srgbClr val="FF0000"/>
                </a:solidFill>
              </a:rPr>
              <a:t>write(Q)</a:t>
            </a:r>
            <a:r>
              <a:rPr lang="zh-CN" altLang="en-US" sz="2400" dirty="0">
                <a:solidFill>
                  <a:srgbClr val="FF0000"/>
                </a:solidFill>
              </a:rPr>
              <a:t>操作：检查写</a:t>
            </a:r>
            <a:r>
              <a:rPr lang="en-US" altLang="zh-CN" sz="2400" dirty="0">
                <a:solidFill>
                  <a:srgbClr val="FF0000"/>
                </a:solidFill>
              </a:rPr>
              <a:t>/</a:t>
            </a:r>
            <a:r>
              <a:rPr lang="zh-CN" altLang="en-US" sz="2400" dirty="0">
                <a:solidFill>
                  <a:srgbClr val="FF0000"/>
                </a:solidFill>
              </a:rPr>
              <a:t>读和写</a:t>
            </a:r>
            <a:r>
              <a:rPr lang="en-US" altLang="zh-CN" sz="2400" dirty="0">
                <a:solidFill>
                  <a:srgbClr val="FF0000"/>
                </a:solidFill>
              </a:rPr>
              <a:t>/</a:t>
            </a:r>
            <a:r>
              <a:rPr lang="zh-CN" altLang="en-US" sz="2400" dirty="0">
                <a:solidFill>
                  <a:srgbClr val="FF0000"/>
                </a:solidFill>
              </a:rPr>
              <a:t>写冲突</a:t>
            </a:r>
            <a:endParaRPr lang="zh-CN" altLang="en-US" sz="2400" dirty="0">
              <a:solidFill>
                <a:srgbClr val="FF0000"/>
              </a:solidFill>
            </a:endParaRPr>
          </a:p>
          <a:p>
            <a:pPr marL="0" indent="0">
              <a:buNone/>
            </a:pPr>
            <a:r>
              <a:rPr lang="zh-CN" altLang="en-US" sz="2400" dirty="0"/>
              <a:t>① 若</a:t>
            </a:r>
            <a:r>
              <a:rPr lang="en-US" altLang="zh-CN" sz="2400" dirty="0"/>
              <a:t>TS(Ti)&lt;R-TS(Q)</a:t>
            </a:r>
            <a:r>
              <a:rPr lang="zh-CN" altLang="en-US" sz="2400" dirty="0"/>
              <a:t>，则</a:t>
            </a:r>
            <a:r>
              <a:rPr lang="en-US" altLang="zh-CN" sz="2400" dirty="0">
                <a:solidFill>
                  <a:srgbClr val="FF0000"/>
                </a:solidFill>
              </a:rPr>
              <a:t>Ti</a:t>
            </a:r>
            <a:r>
              <a:rPr lang="zh-CN" altLang="en-US" sz="2400" dirty="0">
                <a:solidFill>
                  <a:srgbClr val="FF0000"/>
                </a:solidFill>
              </a:rPr>
              <a:t>产生的新</a:t>
            </a:r>
            <a:r>
              <a:rPr lang="en-US" altLang="zh-CN" sz="2400" dirty="0">
                <a:solidFill>
                  <a:srgbClr val="FF0000"/>
                </a:solidFill>
              </a:rPr>
              <a:t>Q</a:t>
            </a:r>
            <a:r>
              <a:rPr lang="zh-CN" altLang="en-US" sz="2400" dirty="0">
                <a:solidFill>
                  <a:srgbClr val="FF0000"/>
                </a:solidFill>
              </a:rPr>
              <a:t>值是先前时间戳所匹配的值，且系统已假定该值不会被新产生。</a:t>
            </a:r>
            <a:r>
              <a:rPr lang="zh-CN" altLang="en-US" sz="2400" dirty="0"/>
              <a:t>因此，</a:t>
            </a:r>
            <a:r>
              <a:rPr lang="en-US" altLang="zh-CN" sz="2400" dirty="0"/>
              <a:t>write</a:t>
            </a:r>
            <a:r>
              <a:rPr lang="zh-CN" altLang="en-US" sz="2400" dirty="0"/>
              <a:t>操作被拒绝，</a:t>
            </a:r>
            <a:r>
              <a:rPr lang="en-US" altLang="zh-CN" sz="2400" dirty="0">
                <a:solidFill>
                  <a:srgbClr val="FF0000"/>
                </a:solidFill>
              </a:rPr>
              <a:t>Ti</a:t>
            </a:r>
            <a:r>
              <a:rPr lang="zh-CN" altLang="en-US" sz="2400" dirty="0">
                <a:solidFill>
                  <a:srgbClr val="FF0000"/>
                </a:solidFill>
              </a:rPr>
              <a:t>回滚</a:t>
            </a:r>
            <a:r>
              <a:rPr lang="zh-CN" altLang="en-US" sz="2400" dirty="0"/>
              <a:t>；</a:t>
            </a:r>
            <a:endParaRPr lang="en-US" altLang="zh-CN" sz="2400" dirty="0"/>
          </a:p>
          <a:p>
            <a:pPr marL="0" indent="0">
              <a:buNone/>
            </a:pPr>
            <a:r>
              <a:rPr lang="zh-CN" altLang="en-US" sz="2400" dirty="0"/>
              <a:t>② 其他情况下执行</a:t>
            </a:r>
            <a:r>
              <a:rPr lang="en-US" altLang="zh-CN" sz="2400" dirty="0"/>
              <a:t>write</a:t>
            </a:r>
            <a:r>
              <a:rPr lang="zh-CN" altLang="en-US" sz="2400" dirty="0"/>
              <a:t>操作，并将</a:t>
            </a:r>
            <a:r>
              <a:rPr lang="en-US" altLang="zh-CN" sz="2400" dirty="0"/>
              <a:t>W-TS(Q)</a:t>
            </a:r>
            <a:r>
              <a:rPr lang="zh-CN" altLang="en-US" sz="2400" dirty="0"/>
              <a:t>的值设为</a:t>
            </a:r>
            <a:r>
              <a:rPr lang="en-US" altLang="zh-CN" sz="2400" dirty="0"/>
              <a:t>TS(Ti)</a:t>
            </a:r>
            <a:r>
              <a:rPr lang="zh-CN" altLang="en-US" sz="2400" dirty="0"/>
              <a:t>。</a:t>
            </a:r>
            <a:endParaRPr lang="en-US" altLang="zh-CN" sz="2400" dirty="0"/>
          </a:p>
        </p:txBody>
      </p:sp>
      <p:sp>
        <p:nvSpPr>
          <p:cNvPr id="4" name="灯片编号占位符 3"/>
          <p:cNvSpPr>
            <a:spLocks noGrp="1"/>
          </p:cNvSpPr>
          <p:nvPr>
            <p:ph type="sldNum" sz="quarter" idx="12"/>
          </p:nvPr>
        </p:nvSpPr>
        <p:spPr/>
        <p:txBody>
          <a:bodyPr/>
          <a:lstStyle/>
          <a:p>
            <a:pPr>
              <a:defRPr/>
            </a:pPr>
            <a:fld id="{DB31CC20-AC6A-4522-9705-16B59AF9AF95}" type="slidenum">
              <a:rPr lang="en-US" altLang="zh-CN" smtClean="0"/>
            </a:fld>
            <a:endParaRPr lang="en-US" altLang="zh-CN"/>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704850"/>
            <a:ext cx="8229600" cy="779934"/>
          </a:xfrm>
        </p:spPr>
        <p:txBody>
          <a:bodyPr/>
          <a:lstStyle/>
          <a:p>
            <a:r>
              <a:rPr lang="en-US" altLang="zh-CN" sz="2800" b="1" dirty="0">
                <a:solidFill>
                  <a:schemeClr val="tx1"/>
                </a:solidFill>
                <a:latin typeface="宋体" pitchFamily="2" charset="-122"/>
                <a:ea typeface="宋体" pitchFamily="2" charset="-122"/>
              </a:rPr>
              <a:t>11.8.2 </a:t>
            </a:r>
            <a:r>
              <a:rPr lang="zh-CN" altLang="en-US" sz="2800" b="1" dirty="0">
                <a:solidFill>
                  <a:schemeClr val="tx1"/>
                </a:solidFill>
                <a:latin typeface="宋体" pitchFamily="2" charset="-122"/>
                <a:ea typeface="宋体" pitchFamily="2" charset="-122"/>
              </a:rPr>
              <a:t>乐观控制法</a:t>
            </a:r>
            <a:endParaRPr lang="zh-CN" altLang="en-US" sz="2800" b="1" dirty="0">
              <a:solidFill>
                <a:schemeClr val="tx1"/>
              </a:solidFill>
              <a:latin typeface="宋体" pitchFamily="2" charset="-122"/>
              <a:ea typeface="宋体" pitchFamily="2" charset="-122"/>
            </a:endParaRPr>
          </a:p>
        </p:txBody>
      </p:sp>
      <p:sp>
        <p:nvSpPr>
          <p:cNvPr id="3" name="内容占位符 2"/>
          <p:cNvSpPr>
            <a:spLocks noGrp="1"/>
          </p:cNvSpPr>
          <p:nvPr>
            <p:ph idx="1"/>
          </p:nvPr>
        </p:nvSpPr>
        <p:spPr/>
        <p:txBody>
          <a:bodyPr/>
          <a:lstStyle/>
          <a:p>
            <a:pPr marL="0" indent="0">
              <a:buNone/>
            </a:pPr>
            <a:r>
              <a:rPr lang="zh-CN" altLang="en-US" dirty="0"/>
              <a:t>乐观的认为事务执行时很少发生冲突，因此执行过程中不对事务进行特殊的管制，任其自由执行，</a:t>
            </a:r>
            <a:r>
              <a:rPr lang="zh-CN" altLang="en-US" dirty="0">
                <a:solidFill>
                  <a:srgbClr val="FF0000"/>
                </a:solidFill>
              </a:rPr>
              <a:t>事务提交前再进行正确性检查。</a:t>
            </a:r>
            <a:endParaRPr lang="en-US" altLang="zh-CN" dirty="0">
              <a:solidFill>
                <a:srgbClr val="FF0000"/>
              </a:solidFill>
            </a:endParaRPr>
          </a:p>
          <a:p>
            <a:pPr marL="0" indent="0">
              <a:buNone/>
            </a:pPr>
            <a:endParaRPr lang="en-US" altLang="zh-CN" dirty="0"/>
          </a:p>
          <a:p>
            <a:pPr marL="0" indent="0">
              <a:buNone/>
            </a:pPr>
            <a:r>
              <a:rPr lang="zh-CN" altLang="en-US" dirty="0"/>
              <a:t>若检查发现冲突并影响了</a:t>
            </a:r>
            <a:r>
              <a:rPr lang="zh-CN" altLang="en-US" b="1" dirty="0"/>
              <a:t>可串行性</a:t>
            </a:r>
            <a:r>
              <a:rPr lang="zh-CN" altLang="en-US" dirty="0"/>
              <a:t>，则拒绝提交并回滚该事务，乐观控制法</a:t>
            </a:r>
            <a:r>
              <a:rPr lang="zh-CN" altLang="en-US" dirty="0">
                <a:solidFill>
                  <a:srgbClr val="FF0000"/>
                </a:solidFill>
              </a:rPr>
              <a:t>又称为验证方法（</a:t>
            </a:r>
            <a:r>
              <a:rPr lang="en-US" altLang="zh-CN" dirty="0">
                <a:solidFill>
                  <a:srgbClr val="FF0000"/>
                </a:solidFill>
              </a:rPr>
              <a:t>certifier</a:t>
            </a:r>
            <a:r>
              <a:rPr lang="zh-CN" altLang="en-US" dirty="0">
                <a:solidFill>
                  <a:srgbClr val="FF0000"/>
                </a:solidFill>
              </a:rPr>
              <a:t>）</a:t>
            </a:r>
            <a:r>
              <a:rPr lang="zh-CN" altLang="en-US" dirty="0"/>
              <a:t>。</a:t>
            </a:r>
            <a:endParaRPr lang="zh-CN" altLang="en-US" dirty="0"/>
          </a:p>
        </p:txBody>
      </p:sp>
      <p:sp>
        <p:nvSpPr>
          <p:cNvPr id="4" name="灯片编号占位符 3"/>
          <p:cNvSpPr>
            <a:spLocks noGrp="1"/>
          </p:cNvSpPr>
          <p:nvPr>
            <p:ph type="sldNum" sz="quarter" idx="12"/>
          </p:nvPr>
        </p:nvSpPr>
        <p:spPr/>
        <p:txBody>
          <a:bodyPr/>
          <a:lstStyle/>
          <a:p>
            <a:pPr>
              <a:defRPr/>
            </a:pPr>
            <a:fld id="{DB31CC20-AC6A-4522-9705-16B59AF9AF95}" type="slidenum">
              <a:rPr lang="en-US" altLang="zh-CN" smtClean="0"/>
            </a:fld>
            <a:endParaRPr lang="en-US" altLang="zh-CN"/>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332656"/>
            <a:ext cx="8229600" cy="851942"/>
          </a:xfrm>
        </p:spPr>
        <p:txBody>
          <a:bodyPr/>
          <a:lstStyle/>
          <a:p>
            <a:r>
              <a:rPr lang="en-US" altLang="zh-CN" sz="2800" b="1" dirty="0">
                <a:solidFill>
                  <a:schemeClr val="tx1"/>
                </a:solidFill>
                <a:latin typeface="宋体" pitchFamily="2" charset="-122"/>
                <a:ea typeface="宋体" pitchFamily="2" charset="-122"/>
              </a:rPr>
              <a:t>11.8.3 </a:t>
            </a:r>
            <a:r>
              <a:rPr lang="zh-CN" altLang="en-US" sz="2800" b="1" dirty="0">
                <a:solidFill>
                  <a:schemeClr val="tx1"/>
                </a:solidFill>
                <a:latin typeface="宋体" pitchFamily="2" charset="-122"/>
                <a:ea typeface="宋体" pitchFamily="2" charset="-122"/>
              </a:rPr>
              <a:t>多版本并发控制</a:t>
            </a:r>
            <a:endParaRPr lang="zh-CN" altLang="en-US" sz="2800" b="1" dirty="0">
              <a:solidFill>
                <a:schemeClr val="tx1"/>
              </a:solidFill>
              <a:latin typeface="宋体" pitchFamily="2" charset="-122"/>
              <a:ea typeface="宋体" pitchFamily="2" charset="-122"/>
            </a:endParaRPr>
          </a:p>
        </p:txBody>
      </p:sp>
      <p:sp>
        <p:nvSpPr>
          <p:cNvPr id="3" name="内容占位符 2"/>
          <p:cNvSpPr>
            <a:spLocks noGrp="1"/>
          </p:cNvSpPr>
          <p:nvPr>
            <p:ph idx="1"/>
          </p:nvPr>
        </p:nvSpPr>
        <p:spPr>
          <a:xfrm>
            <a:off x="467544" y="1544638"/>
            <a:ext cx="8229600" cy="4980706"/>
          </a:xfrm>
        </p:spPr>
        <p:txBody>
          <a:bodyPr/>
          <a:lstStyle/>
          <a:p>
            <a:pPr marL="0" indent="0">
              <a:buNone/>
            </a:pPr>
            <a:r>
              <a:rPr lang="zh-CN" altLang="en-US" dirty="0"/>
              <a:t>版本（</a:t>
            </a:r>
            <a:r>
              <a:rPr lang="en-US" altLang="zh-CN" dirty="0"/>
              <a:t>version</a:t>
            </a:r>
            <a:r>
              <a:rPr lang="zh-CN" altLang="en-US" dirty="0"/>
              <a:t>）：指数据库中数据对象的一个快照，记录数据对象某个时刻的状态。</a:t>
            </a:r>
            <a:endParaRPr lang="en-US" altLang="zh-CN" dirty="0"/>
          </a:p>
          <a:p>
            <a:pPr marL="0" indent="0">
              <a:buNone/>
            </a:pPr>
            <a:r>
              <a:rPr lang="zh-CN" altLang="en-US" dirty="0"/>
              <a:t>每个</a:t>
            </a:r>
            <a:r>
              <a:rPr lang="en-US" altLang="zh-CN" dirty="0"/>
              <a:t>write(Q)</a:t>
            </a:r>
            <a:r>
              <a:rPr lang="zh-CN" altLang="en-US" dirty="0"/>
              <a:t>操作创建</a:t>
            </a:r>
            <a:r>
              <a:rPr lang="en-US" altLang="zh-CN" dirty="0"/>
              <a:t>Q</a:t>
            </a:r>
            <a:r>
              <a:rPr lang="zh-CN" altLang="en-US" dirty="0"/>
              <a:t>的一个新版本，导致</a:t>
            </a:r>
            <a:r>
              <a:rPr lang="en-US" altLang="zh-CN" dirty="0"/>
              <a:t>Q</a:t>
            </a:r>
            <a:r>
              <a:rPr lang="zh-CN" altLang="en-US" dirty="0"/>
              <a:t>会形成一个版本序列</a:t>
            </a:r>
            <a:r>
              <a:rPr lang="en-US" altLang="zh-CN" dirty="0"/>
              <a:t>Q</a:t>
            </a:r>
            <a:r>
              <a:rPr lang="en-US" altLang="zh-CN" baseline="-25000" dirty="0"/>
              <a:t>1</a:t>
            </a:r>
            <a:r>
              <a:rPr lang="zh-CN" altLang="en-US" dirty="0"/>
              <a:t>，</a:t>
            </a:r>
            <a:r>
              <a:rPr lang="en-US" altLang="zh-CN" dirty="0"/>
              <a:t>Q</a:t>
            </a:r>
            <a:r>
              <a:rPr lang="en-US" altLang="zh-CN" baseline="-25000" dirty="0"/>
              <a:t>2</a:t>
            </a:r>
            <a:r>
              <a:rPr lang="zh-CN" altLang="en-US" dirty="0"/>
              <a:t>，。。。</a:t>
            </a:r>
            <a:r>
              <a:rPr lang="en-US" altLang="zh-CN" dirty="0"/>
              <a:t>Q</a:t>
            </a:r>
            <a:r>
              <a:rPr lang="en-US" altLang="zh-CN" baseline="-25000" dirty="0"/>
              <a:t>m</a:t>
            </a:r>
            <a:r>
              <a:rPr lang="zh-CN" altLang="en-US" dirty="0"/>
              <a:t>。</a:t>
            </a:r>
            <a:endParaRPr lang="en-US" altLang="zh-CN" dirty="0"/>
          </a:p>
          <a:p>
            <a:pPr marL="0" indent="0">
              <a:buNone/>
            </a:pPr>
            <a:endParaRPr lang="en-US" altLang="zh-CN" sz="800" dirty="0"/>
          </a:p>
          <a:p>
            <a:pPr marL="0" indent="0">
              <a:buNone/>
            </a:pPr>
            <a:r>
              <a:rPr lang="zh-CN" altLang="en-US" b="1" dirty="0">
                <a:latin typeface="黑体" pitchFamily="2" charset="-122"/>
                <a:ea typeface="黑体" pitchFamily="2" charset="-122"/>
              </a:rPr>
              <a:t>每个版本</a:t>
            </a:r>
            <a:r>
              <a:rPr lang="en-US" altLang="zh-CN" b="1" dirty="0">
                <a:latin typeface="黑体" pitchFamily="2" charset="-122"/>
                <a:ea typeface="黑体" pitchFamily="2" charset="-122"/>
              </a:rPr>
              <a:t>Q</a:t>
            </a:r>
            <a:r>
              <a:rPr lang="en-US" altLang="zh-CN" b="1" baseline="-25000" dirty="0">
                <a:latin typeface="黑体" pitchFamily="2" charset="-122"/>
                <a:ea typeface="黑体" pitchFamily="2" charset="-122"/>
              </a:rPr>
              <a:t>k</a:t>
            </a:r>
            <a:r>
              <a:rPr lang="zh-CN" altLang="en-US" b="1" dirty="0">
                <a:latin typeface="黑体" pitchFamily="2" charset="-122"/>
                <a:ea typeface="黑体" pitchFamily="2" charset="-122"/>
              </a:rPr>
              <a:t>拥有：</a:t>
            </a:r>
            <a:endParaRPr lang="en-US" altLang="zh-CN" b="1" dirty="0">
              <a:latin typeface="黑体" pitchFamily="2" charset="-122"/>
              <a:ea typeface="黑体" pitchFamily="2" charset="-122"/>
            </a:endParaRPr>
          </a:p>
          <a:p>
            <a:pPr marL="0" indent="0">
              <a:buNone/>
            </a:pPr>
            <a:r>
              <a:rPr lang="zh-CN" altLang="en-US" dirty="0"/>
              <a:t>（</a:t>
            </a:r>
            <a:r>
              <a:rPr lang="en-US" altLang="zh-CN" dirty="0"/>
              <a:t>1</a:t>
            </a:r>
            <a:r>
              <a:rPr lang="zh-CN" altLang="en-US" dirty="0"/>
              <a:t>）版本值；</a:t>
            </a:r>
            <a:endParaRPr lang="en-US" altLang="zh-CN" dirty="0"/>
          </a:p>
          <a:p>
            <a:pPr marL="0" indent="0">
              <a:buNone/>
            </a:pPr>
            <a:r>
              <a:rPr lang="zh-CN" altLang="en-US" dirty="0"/>
              <a:t>（</a:t>
            </a:r>
            <a:r>
              <a:rPr lang="en-US" altLang="zh-CN" dirty="0"/>
              <a:t>2</a:t>
            </a:r>
            <a:r>
              <a:rPr lang="zh-CN" altLang="en-US" dirty="0"/>
              <a:t>）创建</a:t>
            </a:r>
            <a:r>
              <a:rPr lang="en-US" altLang="zh-CN" dirty="0"/>
              <a:t>Q</a:t>
            </a:r>
            <a:r>
              <a:rPr lang="en-US" altLang="zh-CN" baseline="-25000" dirty="0"/>
              <a:t>k</a:t>
            </a:r>
            <a:r>
              <a:rPr lang="zh-CN" altLang="en-US" dirty="0"/>
              <a:t>的事务的时间戳</a:t>
            </a:r>
            <a:r>
              <a:rPr lang="en-US" altLang="zh-CN" dirty="0"/>
              <a:t>W-timestamp(Q</a:t>
            </a:r>
            <a:r>
              <a:rPr lang="en-US" altLang="zh-CN" baseline="-25000" dirty="0"/>
              <a:t>k</a:t>
            </a:r>
            <a:r>
              <a:rPr lang="en-US" altLang="zh-CN" dirty="0"/>
              <a:t>)</a:t>
            </a:r>
            <a:r>
              <a:rPr lang="zh-CN" altLang="en-US" dirty="0"/>
              <a:t>；</a:t>
            </a:r>
            <a:endParaRPr lang="en-US" altLang="zh-CN" dirty="0"/>
          </a:p>
          <a:p>
            <a:pPr marL="0" indent="0">
              <a:buNone/>
            </a:pPr>
            <a:r>
              <a:rPr lang="zh-CN" altLang="en-US" dirty="0"/>
              <a:t>（</a:t>
            </a:r>
            <a:r>
              <a:rPr lang="en-US" altLang="zh-CN" dirty="0"/>
              <a:t>3</a:t>
            </a:r>
            <a:r>
              <a:rPr lang="zh-CN" altLang="en-US" dirty="0"/>
              <a:t>）读取</a:t>
            </a:r>
            <a:r>
              <a:rPr lang="en-US" altLang="zh-CN" dirty="0"/>
              <a:t>Q</a:t>
            </a:r>
            <a:r>
              <a:rPr lang="en-US" altLang="zh-CN" baseline="-25000" dirty="0"/>
              <a:t>k</a:t>
            </a:r>
            <a:r>
              <a:rPr lang="zh-CN" altLang="en-US" dirty="0"/>
              <a:t>的事务的最大时间戳</a:t>
            </a:r>
            <a:r>
              <a:rPr lang="en-US" altLang="zh-CN" dirty="0"/>
              <a:t>R-timestamp(Q</a:t>
            </a:r>
            <a:r>
              <a:rPr lang="en-US" altLang="zh-CN" baseline="-25000" dirty="0"/>
              <a:t>k</a:t>
            </a:r>
            <a:r>
              <a:rPr lang="en-US" altLang="zh-CN" dirty="0"/>
              <a:t>) </a:t>
            </a:r>
            <a:r>
              <a:rPr lang="zh-CN" altLang="en-US" dirty="0"/>
              <a:t>。</a:t>
            </a:r>
            <a:endParaRPr lang="en-US" altLang="zh-CN" dirty="0"/>
          </a:p>
          <a:p>
            <a:pPr marL="0" indent="0">
              <a:buNone/>
            </a:pPr>
            <a:endParaRPr lang="en-US" altLang="zh-CN" sz="800" dirty="0"/>
          </a:p>
          <a:p>
            <a:r>
              <a:rPr lang="en-US" altLang="zh-CN" dirty="0"/>
              <a:t>TS(T)</a:t>
            </a:r>
            <a:r>
              <a:rPr lang="zh-CN" altLang="en-US" dirty="0"/>
              <a:t>表示事务</a:t>
            </a:r>
            <a:r>
              <a:rPr lang="en-US" altLang="zh-CN" dirty="0"/>
              <a:t>T</a:t>
            </a:r>
            <a:r>
              <a:rPr lang="zh-CN" altLang="en-US" dirty="0"/>
              <a:t>的时间戳。</a:t>
            </a:r>
            <a:endParaRPr lang="zh-CN" altLang="en-US" dirty="0"/>
          </a:p>
        </p:txBody>
      </p:sp>
      <p:sp>
        <p:nvSpPr>
          <p:cNvPr id="4" name="灯片编号占位符 3"/>
          <p:cNvSpPr>
            <a:spLocks noGrp="1"/>
          </p:cNvSpPr>
          <p:nvPr>
            <p:ph type="sldNum" sz="quarter" idx="12"/>
          </p:nvPr>
        </p:nvSpPr>
        <p:spPr/>
        <p:txBody>
          <a:bodyPr/>
          <a:lstStyle/>
          <a:p>
            <a:pPr>
              <a:defRPr/>
            </a:pPr>
            <a:fld id="{DB31CC20-AC6A-4522-9705-16B59AF9AF95}" type="slidenum">
              <a:rPr lang="en-US" altLang="zh-CN" smtClean="0"/>
            </a:fld>
            <a:endParaRPr lang="en-US" altLang="zh-CN"/>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704850"/>
            <a:ext cx="8229600" cy="923950"/>
          </a:xfrm>
        </p:spPr>
        <p:txBody>
          <a:bodyPr/>
          <a:lstStyle/>
          <a:p>
            <a:r>
              <a:rPr lang="en-US" altLang="zh-CN" sz="2800" b="1" dirty="0">
                <a:solidFill>
                  <a:prstClr val="black"/>
                </a:solidFill>
                <a:latin typeface="宋体" pitchFamily="2" charset="-122"/>
                <a:ea typeface="宋体" pitchFamily="2" charset="-122"/>
              </a:rPr>
              <a:t>11.8.3 </a:t>
            </a:r>
            <a:r>
              <a:rPr lang="zh-CN" altLang="en-US" sz="2800" b="1" dirty="0">
                <a:solidFill>
                  <a:prstClr val="black"/>
                </a:solidFill>
                <a:latin typeface="宋体" pitchFamily="2" charset="-122"/>
                <a:ea typeface="宋体" pitchFamily="2" charset="-122"/>
              </a:rPr>
              <a:t>多版本并发控制</a:t>
            </a:r>
            <a:endParaRPr lang="zh-CN" altLang="en-US" dirty="0"/>
          </a:p>
        </p:txBody>
      </p:sp>
      <p:sp>
        <p:nvSpPr>
          <p:cNvPr id="3" name="内容占位符 2"/>
          <p:cNvSpPr>
            <a:spLocks noGrp="1"/>
          </p:cNvSpPr>
          <p:nvPr>
            <p:ph idx="1"/>
          </p:nvPr>
        </p:nvSpPr>
        <p:spPr/>
        <p:txBody>
          <a:bodyPr/>
          <a:lstStyle/>
          <a:p>
            <a:pPr marL="0" indent="0">
              <a:buNone/>
            </a:pPr>
            <a:r>
              <a:rPr lang="zh-CN" altLang="en-US" sz="2400" dirty="0"/>
              <a:t>事务</a:t>
            </a:r>
            <a:r>
              <a:rPr lang="en-US" altLang="zh-CN" sz="2400" dirty="0"/>
              <a:t>T</a:t>
            </a:r>
            <a:r>
              <a:rPr lang="zh-CN" altLang="en-US" sz="2400" dirty="0"/>
              <a:t>寻找</a:t>
            </a:r>
            <a:r>
              <a:rPr lang="en-US" altLang="zh-CN" sz="2400" dirty="0"/>
              <a:t>TS(T)</a:t>
            </a:r>
            <a:r>
              <a:rPr lang="zh-CN" altLang="en-US" sz="2400" dirty="0"/>
              <a:t>之前的最大版本</a:t>
            </a:r>
            <a:r>
              <a:rPr lang="en-US" altLang="zh-CN" sz="2400" dirty="0"/>
              <a:t>Q</a:t>
            </a:r>
            <a:r>
              <a:rPr lang="en-US" altLang="zh-CN" sz="2400" dirty="0">
                <a:latin typeface="微软雅黑" charset="-122"/>
                <a:ea typeface="微软雅黑" charset="-122"/>
              </a:rPr>
              <a:t>——</a:t>
            </a:r>
            <a:r>
              <a:rPr lang="en-US" altLang="zh-CN" sz="2400" dirty="0"/>
              <a:t>Q</a:t>
            </a:r>
            <a:r>
              <a:rPr lang="en-US" altLang="zh-CN" sz="2400" baseline="-25000" dirty="0"/>
              <a:t>k</a:t>
            </a:r>
            <a:r>
              <a:rPr lang="zh-CN" altLang="en-US" sz="2400" dirty="0"/>
              <a:t>。</a:t>
            </a:r>
            <a:endParaRPr lang="en-US" altLang="zh-CN" sz="2400" dirty="0"/>
          </a:p>
          <a:p>
            <a:r>
              <a:rPr lang="zh-CN" altLang="en-US" sz="2400" dirty="0"/>
              <a:t>若</a:t>
            </a:r>
            <a:r>
              <a:rPr lang="en-US" altLang="zh-CN" sz="2400" dirty="0"/>
              <a:t>T</a:t>
            </a:r>
            <a:r>
              <a:rPr lang="zh-CN" altLang="en-US" sz="2400" dirty="0"/>
              <a:t>要读取</a:t>
            </a:r>
            <a:r>
              <a:rPr lang="en-US" altLang="zh-CN" sz="2400" dirty="0"/>
              <a:t>Q</a:t>
            </a:r>
            <a:r>
              <a:rPr lang="zh-CN" altLang="en-US" sz="2400" dirty="0"/>
              <a:t>，则</a:t>
            </a:r>
            <a:r>
              <a:rPr lang="zh-CN" altLang="en-US" sz="2400" dirty="0">
                <a:solidFill>
                  <a:srgbClr val="FF0000"/>
                </a:solidFill>
              </a:rPr>
              <a:t>获取</a:t>
            </a:r>
            <a:r>
              <a:rPr lang="en-US" altLang="zh-CN" sz="2400" dirty="0"/>
              <a:t>Q</a:t>
            </a:r>
            <a:r>
              <a:rPr lang="en-US" altLang="zh-CN" sz="2400" baseline="-25000" dirty="0"/>
              <a:t>k</a:t>
            </a:r>
            <a:r>
              <a:rPr lang="zh-CN" altLang="en-US" sz="2400" dirty="0"/>
              <a:t>。</a:t>
            </a:r>
            <a:endParaRPr lang="en-US" altLang="zh-CN" sz="2400" dirty="0"/>
          </a:p>
          <a:p>
            <a:r>
              <a:rPr lang="zh-CN" altLang="en-US" sz="2400" dirty="0"/>
              <a:t>若</a:t>
            </a:r>
            <a:r>
              <a:rPr lang="en-US" altLang="zh-CN" sz="2400" dirty="0"/>
              <a:t>T</a:t>
            </a:r>
            <a:r>
              <a:rPr lang="zh-CN" altLang="en-US" sz="2400" dirty="0"/>
              <a:t>要写</a:t>
            </a:r>
            <a:r>
              <a:rPr lang="en-US" altLang="zh-CN" sz="2400" dirty="0"/>
              <a:t>Q</a:t>
            </a:r>
            <a:r>
              <a:rPr lang="zh-CN" altLang="en-US" sz="2400" dirty="0"/>
              <a:t>，则：</a:t>
            </a:r>
            <a:endParaRPr lang="en-US" altLang="zh-CN" sz="2400" dirty="0"/>
          </a:p>
          <a:p>
            <a:pPr marL="0" indent="0">
              <a:buNone/>
            </a:pPr>
            <a:r>
              <a:rPr lang="en-US" altLang="zh-CN" sz="2400" dirty="0"/>
              <a:t>       </a:t>
            </a:r>
            <a:r>
              <a:rPr lang="zh-CN" altLang="en-US" sz="2400" dirty="0"/>
              <a:t>当</a:t>
            </a:r>
            <a:r>
              <a:rPr lang="en-US" altLang="zh-CN" sz="2400" dirty="0"/>
              <a:t>TS(T) &lt; R-timestamp(Q</a:t>
            </a:r>
            <a:r>
              <a:rPr lang="en-US" altLang="zh-CN" sz="2400" baseline="-25000" dirty="0"/>
              <a:t>k</a:t>
            </a:r>
            <a:r>
              <a:rPr lang="en-US" altLang="zh-CN" sz="2400" dirty="0"/>
              <a:t>) </a:t>
            </a:r>
            <a:r>
              <a:rPr lang="zh-CN" altLang="en-US" sz="2400" dirty="0"/>
              <a:t>时，</a:t>
            </a:r>
            <a:r>
              <a:rPr lang="en-US" altLang="zh-CN" sz="2400" dirty="0"/>
              <a:t>T</a:t>
            </a:r>
            <a:r>
              <a:rPr lang="zh-CN" altLang="en-US" sz="2400" dirty="0">
                <a:solidFill>
                  <a:srgbClr val="FF0000"/>
                </a:solidFill>
              </a:rPr>
              <a:t>回滚</a:t>
            </a:r>
            <a:r>
              <a:rPr lang="zh-CN" altLang="en-US" sz="2400" dirty="0"/>
              <a:t>；</a:t>
            </a:r>
            <a:endParaRPr lang="en-US" altLang="zh-CN" sz="2400" dirty="0"/>
          </a:p>
          <a:p>
            <a:pPr marL="0" indent="0">
              <a:buNone/>
            </a:pPr>
            <a:r>
              <a:rPr lang="en-US" altLang="zh-CN" sz="2400" dirty="0"/>
              <a:t>       </a:t>
            </a:r>
            <a:r>
              <a:rPr lang="zh-CN" altLang="en-US" sz="2400" dirty="0"/>
              <a:t>当</a:t>
            </a:r>
            <a:r>
              <a:rPr lang="en-US" altLang="zh-CN" sz="2400" dirty="0"/>
              <a:t>TS(T) = W-timestamp(Q</a:t>
            </a:r>
            <a:r>
              <a:rPr lang="en-US" altLang="zh-CN" sz="2400" baseline="-25000" dirty="0"/>
              <a:t>k</a:t>
            </a:r>
            <a:r>
              <a:rPr lang="en-US" altLang="zh-CN" sz="2400" dirty="0"/>
              <a:t>) </a:t>
            </a:r>
            <a:r>
              <a:rPr lang="zh-CN" altLang="en-US" sz="2400" dirty="0"/>
              <a:t>时，</a:t>
            </a:r>
            <a:r>
              <a:rPr lang="zh-CN" altLang="en-US" sz="2400" dirty="0">
                <a:solidFill>
                  <a:srgbClr val="FF0000"/>
                </a:solidFill>
              </a:rPr>
              <a:t>覆盖</a:t>
            </a:r>
            <a:r>
              <a:rPr lang="en-US" altLang="zh-CN" sz="2400" dirty="0"/>
              <a:t>Q</a:t>
            </a:r>
            <a:r>
              <a:rPr lang="en-US" altLang="zh-CN" sz="2400" baseline="-25000" dirty="0"/>
              <a:t>k</a:t>
            </a:r>
            <a:r>
              <a:rPr lang="zh-CN" altLang="en-US" sz="2400" dirty="0"/>
              <a:t>；</a:t>
            </a:r>
            <a:endParaRPr lang="en-US" altLang="zh-CN" sz="2400" dirty="0"/>
          </a:p>
          <a:p>
            <a:pPr marL="0" indent="0">
              <a:buNone/>
            </a:pPr>
            <a:r>
              <a:rPr lang="en-US" altLang="zh-CN" sz="2400" dirty="0"/>
              <a:t>       </a:t>
            </a:r>
            <a:r>
              <a:rPr lang="zh-CN" altLang="en-US" sz="2400" dirty="0"/>
              <a:t>否则，</a:t>
            </a:r>
            <a:r>
              <a:rPr lang="zh-CN" altLang="en-US" sz="2400" dirty="0">
                <a:solidFill>
                  <a:srgbClr val="FF0000"/>
                </a:solidFill>
              </a:rPr>
              <a:t>创建</a:t>
            </a:r>
            <a:r>
              <a:rPr lang="en-US" altLang="zh-CN" sz="2400" dirty="0">
                <a:solidFill>
                  <a:srgbClr val="FF0000"/>
                </a:solidFill>
              </a:rPr>
              <a:t>Q</a:t>
            </a:r>
            <a:r>
              <a:rPr lang="zh-CN" altLang="en-US" sz="2400" dirty="0">
                <a:solidFill>
                  <a:srgbClr val="FF0000"/>
                </a:solidFill>
              </a:rPr>
              <a:t>的新版本</a:t>
            </a:r>
            <a:r>
              <a:rPr lang="zh-CN" altLang="en-US" sz="2400" dirty="0"/>
              <a:t>。</a:t>
            </a:r>
            <a:endParaRPr lang="zh-CN" altLang="en-US" sz="2400" dirty="0"/>
          </a:p>
        </p:txBody>
      </p:sp>
      <p:sp>
        <p:nvSpPr>
          <p:cNvPr id="4" name="灯片编号占位符 3"/>
          <p:cNvSpPr>
            <a:spLocks noGrp="1"/>
          </p:cNvSpPr>
          <p:nvPr>
            <p:ph type="sldNum" sz="quarter" idx="12"/>
          </p:nvPr>
        </p:nvSpPr>
        <p:spPr/>
        <p:txBody>
          <a:bodyPr/>
          <a:lstStyle/>
          <a:p>
            <a:pPr>
              <a:defRPr/>
            </a:pPr>
            <a:fld id="{DB31CC20-AC6A-4522-9705-16B59AF9AF95}" type="slidenum">
              <a:rPr lang="en-US" altLang="zh-CN" smtClean="0"/>
            </a:fld>
            <a:endParaRPr lang="en-US" altLang="zh-CN"/>
          </a:p>
        </p:txBody>
      </p:sp>
      <p:sp>
        <p:nvSpPr>
          <p:cNvPr id="5" name="圆角矩形标注 4"/>
          <p:cNvSpPr/>
          <p:nvPr/>
        </p:nvSpPr>
        <p:spPr>
          <a:xfrm>
            <a:off x="6300192" y="1965982"/>
            <a:ext cx="2843808" cy="1116704"/>
          </a:xfrm>
          <a:prstGeom prst="wedgeRoundRectCallout">
            <a:avLst>
              <a:gd name="adj1" fmla="val -45459"/>
              <a:gd name="adj2" fmla="val 69971"/>
              <a:gd name="adj3" fmla="val 16667"/>
            </a:avLst>
          </a:prstGeom>
        </p:spPr>
        <p:style>
          <a:lnRef idx="2">
            <a:schemeClr val="accent1"/>
          </a:lnRef>
          <a:fillRef idx="1">
            <a:schemeClr val="lt1"/>
          </a:fillRef>
          <a:effectRef idx="0">
            <a:schemeClr val="accent1"/>
          </a:effectRef>
          <a:fontRef idx="minor">
            <a:schemeClr val="dk1"/>
          </a:fontRef>
        </p:style>
        <p:txBody>
          <a:bodyPr rtlCol="0" anchor="ctr"/>
          <a:lstStyle/>
          <a:p>
            <a:r>
              <a:rPr lang="en-US" altLang="zh-CN" dirty="0"/>
              <a:t>T</a:t>
            </a:r>
            <a:r>
              <a:rPr lang="zh-CN" altLang="en-US" dirty="0"/>
              <a:t>开始后，有其它事务读取了</a:t>
            </a:r>
            <a:r>
              <a:rPr lang="en-US" altLang="zh-CN" dirty="0"/>
              <a:t>Q</a:t>
            </a:r>
            <a:r>
              <a:rPr lang="en-US" altLang="zh-CN" baseline="-25000" dirty="0"/>
              <a:t>k</a:t>
            </a:r>
            <a:r>
              <a:rPr lang="zh-CN" altLang="en-US" dirty="0"/>
              <a:t>版本。</a:t>
            </a:r>
            <a:endParaRPr lang="en-US" altLang="zh-CN" dirty="0"/>
          </a:p>
          <a:p>
            <a:r>
              <a:rPr lang="zh-CN" altLang="en-US" dirty="0"/>
              <a:t>可串行化？</a:t>
            </a:r>
            <a:endParaRPr lang="zh-CN" altLang="en-US" dirty="0"/>
          </a:p>
        </p:txBody>
      </p:sp>
      <p:sp>
        <p:nvSpPr>
          <p:cNvPr id="6" name="圆角矩形标注 5"/>
          <p:cNvSpPr/>
          <p:nvPr/>
        </p:nvSpPr>
        <p:spPr>
          <a:xfrm>
            <a:off x="5804520" y="4437112"/>
            <a:ext cx="3096344" cy="792088"/>
          </a:xfrm>
          <a:prstGeom prst="wedgeRoundRectCallout">
            <a:avLst>
              <a:gd name="adj1" fmla="val -19124"/>
              <a:gd name="adj2" fmla="val -89423"/>
              <a:gd name="adj3" fmla="val 16667"/>
            </a:avLst>
          </a:prstGeom>
        </p:spPr>
        <p:style>
          <a:lnRef idx="2">
            <a:schemeClr val="accent1"/>
          </a:lnRef>
          <a:fillRef idx="1">
            <a:schemeClr val="lt1"/>
          </a:fillRef>
          <a:effectRef idx="0">
            <a:schemeClr val="accent1"/>
          </a:effectRef>
          <a:fontRef idx="minor">
            <a:schemeClr val="dk1"/>
          </a:fontRef>
        </p:style>
        <p:txBody>
          <a:bodyPr rtlCol="0" anchor="ctr"/>
          <a:lstStyle/>
          <a:p>
            <a:r>
              <a:rPr lang="en-US" altLang="zh-CN" dirty="0"/>
              <a:t>Q</a:t>
            </a:r>
            <a:r>
              <a:rPr lang="en-US" altLang="zh-CN" baseline="-25000" dirty="0"/>
              <a:t>k</a:t>
            </a:r>
            <a:r>
              <a:rPr lang="zh-CN" altLang="en-US" dirty="0"/>
              <a:t>版本是</a:t>
            </a:r>
            <a:r>
              <a:rPr lang="en-US" altLang="zh-CN" dirty="0"/>
              <a:t>T</a:t>
            </a:r>
            <a:r>
              <a:rPr lang="zh-CN" altLang="en-US" dirty="0"/>
              <a:t>创建的。</a:t>
            </a:r>
            <a:endParaRPr lang="en-US" altLang="zh-CN"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704850"/>
            <a:ext cx="8229600" cy="908398"/>
          </a:xfrm>
        </p:spPr>
        <p:txBody>
          <a:bodyPr/>
          <a:lstStyle/>
          <a:p>
            <a:r>
              <a:rPr lang="en-US" altLang="zh-CN" sz="2800" b="1" dirty="0">
                <a:solidFill>
                  <a:prstClr val="black"/>
                </a:solidFill>
                <a:latin typeface="宋体" pitchFamily="2" charset="-122"/>
                <a:ea typeface="宋体" pitchFamily="2" charset="-122"/>
              </a:rPr>
              <a:t>11.8.3 </a:t>
            </a:r>
            <a:r>
              <a:rPr lang="zh-CN" altLang="en-US" sz="2800" b="1" dirty="0">
                <a:solidFill>
                  <a:prstClr val="black"/>
                </a:solidFill>
                <a:latin typeface="宋体" pitchFamily="2" charset="-122"/>
                <a:ea typeface="宋体" pitchFamily="2" charset="-122"/>
              </a:rPr>
              <a:t>多版本并发控制</a:t>
            </a:r>
            <a:endParaRPr lang="zh-CN" altLang="en-US" dirty="0"/>
          </a:p>
        </p:txBody>
      </p:sp>
      <p:sp>
        <p:nvSpPr>
          <p:cNvPr id="3" name="内容占位符 2"/>
          <p:cNvSpPr>
            <a:spLocks noGrp="1"/>
          </p:cNvSpPr>
          <p:nvPr>
            <p:ph idx="1"/>
          </p:nvPr>
        </p:nvSpPr>
        <p:spPr/>
        <p:txBody>
          <a:bodyPr/>
          <a:lstStyle/>
          <a:p>
            <a:r>
              <a:rPr lang="zh-CN" altLang="en-US" dirty="0"/>
              <a:t>如果一个数据对象</a:t>
            </a:r>
            <a:r>
              <a:rPr lang="en-US" altLang="zh-CN" dirty="0"/>
              <a:t>Q</a:t>
            </a:r>
            <a:r>
              <a:rPr lang="zh-CN" altLang="en-US" dirty="0"/>
              <a:t>的两个版本</a:t>
            </a:r>
            <a:r>
              <a:rPr lang="en-US" altLang="zh-CN" dirty="0"/>
              <a:t>Q</a:t>
            </a:r>
            <a:r>
              <a:rPr lang="en-US" altLang="zh-CN" baseline="-25000" dirty="0"/>
              <a:t>k</a:t>
            </a:r>
            <a:r>
              <a:rPr lang="zh-CN" altLang="en-US" dirty="0"/>
              <a:t>和</a:t>
            </a:r>
            <a:r>
              <a:rPr lang="en-US" altLang="zh-CN" dirty="0"/>
              <a:t>Q</a:t>
            </a:r>
            <a:r>
              <a:rPr lang="en-US" altLang="zh-CN" baseline="-25000" dirty="0"/>
              <a:t>t</a:t>
            </a:r>
            <a:r>
              <a:rPr lang="zh-CN" altLang="en-US" dirty="0"/>
              <a:t>，其创建时间戳（</a:t>
            </a:r>
            <a:r>
              <a:rPr lang="en-US" altLang="zh-CN" dirty="0"/>
              <a:t>W-timestamp</a:t>
            </a:r>
            <a:r>
              <a:rPr lang="zh-CN" altLang="en-US" dirty="0"/>
              <a:t>）都小于系统中最老的事务的时间戳，则</a:t>
            </a:r>
            <a:r>
              <a:rPr lang="en-US" altLang="zh-CN" dirty="0"/>
              <a:t>Q</a:t>
            </a:r>
            <a:r>
              <a:rPr lang="en-US" altLang="zh-CN" baseline="-25000" dirty="0"/>
              <a:t>k</a:t>
            </a:r>
            <a:r>
              <a:rPr lang="zh-CN" altLang="en-US" dirty="0"/>
              <a:t>和</a:t>
            </a:r>
            <a:r>
              <a:rPr lang="en-US" altLang="zh-CN" dirty="0"/>
              <a:t>Q</a:t>
            </a:r>
            <a:r>
              <a:rPr lang="en-US" altLang="zh-CN" baseline="-25000" dirty="0"/>
              <a:t>t</a:t>
            </a:r>
            <a:r>
              <a:rPr lang="zh-CN" altLang="en-US" dirty="0"/>
              <a:t>中</a:t>
            </a:r>
            <a:r>
              <a:rPr lang="en-US" altLang="zh-CN" dirty="0"/>
              <a:t>W-timestamp</a:t>
            </a:r>
            <a:r>
              <a:rPr lang="zh-CN" altLang="en-US" dirty="0"/>
              <a:t>较小的将不再被用到。</a:t>
            </a:r>
            <a:endParaRPr lang="zh-CN" altLang="en-US" dirty="0"/>
          </a:p>
        </p:txBody>
      </p:sp>
      <p:sp>
        <p:nvSpPr>
          <p:cNvPr id="4" name="灯片编号占位符 3"/>
          <p:cNvSpPr>
            <a:spLocks noGrp="1"/>
          </p:cNvSpPr>
          <p:nvPr>
            <p:ph type="sldNum" sz="quarter" idx="12"/>
          </p:nvPr>
        </p:nvSpPr>
        <p:spPr>
          <a:xfrm>
            <a:off x="7924800" y="6356350"/>
            <a:ext cx="762000" cy="365125"/>
          </a:xfrm>
        </p:spPr>
        <p:txBody>
          <a:bodyPr/>
          <a:lstStyle/>
          <a:p>
            <a:pPr>
              <a:defRPr/>
            </a:pPr>
            <a:fld id="{DB31CC20-AC6A-4522-9705-16B59AF9AF95}" type="slidenum">
              <a:rPr lang="en-US" altLang="zh-CN" smtClean="0"/>
            </a:fld>
            <a:endParaRPr lang="en-US" altLang="zh-CN" dirty="0"/>
          </a:p>
        </p:txBody>
      </p:sp>
      <p:grpSp>
        <p:nvGrpSpPr>
          <p:cNvPr id="8" name="组合 7"/>
          <p:cNvGrpSpPr/>
          <p:nvPr/>
        </p:nvGrpSpPr>
        <p:grpSpPr>
          <a:xfrm>
            <a:off x="2555776" y="3717032"/>
            <a:ext cx="4788024" cy="1888853"/>
            <a:chOff x="2555776" y="3717032"/>
            <a:chExt cx="4788024" cy="1888853"/>
          </a:xfrm>
        </p:grpSpPr>
        <p:pic>
          <p:nvPicPr>
            <p:cNvPr id="6" name="图片 5"/>
            <p:cNvPicPr>
              <a:picLocks noChangeAspect="1"/>
            </p:cNvPicPr>
            <p:nvPr/>
          </p:nvPicPr>
          <p:blipFill>
            <a:blip r:embed="rId1"/>
            <a:stretch>
              <a:fillRect/>
            </a:stretch>
          </p:blipFill>
          <p:spPr>
            <a:xfrm>
              <a:off x="2555776" y="3717032"/>
              <a:ext cx="4788024" cy="1888853"/>
            </a:xfrm>
            <a:prstGeom prst="rect">
              <a:avLst/>
            </a:prstGeom>
          </p:spPr>
          <p:style>
            <a:lnRef idx="3">
              <a:schemeClr val="lt1"/>
            </a:lnRef>
            <a:fillRef idx="1">
              <a:schemeClr val="accent1"/>
            </a:fillRef>
            <a:effectRef idx="1">
              <a:schemeClr val="accent1"/>
            </a:effectRef>
            <a:fontRef idx="minor">
              <a:schemeClr val="lt1"/>
            </a:fontRef>
          </p:style>
        </p:pic>
        <p:sp>
          <p:nvSpPr>
            <p:cNvPr id="7" name="任意多边形: 形状 6"/>
            <p:cNvSpPr/>
            <p:nvPr/>
          </p:nvSpPr>
          <p:spPr>
            <a:xfrm>
              <a:off x="3302493" y="3986074"/>
              <a:ext cx="2432482" cy="124287"/>
            </a:xfrm>
            <a:custGeom>
              <a:avLst/>
              <a:gdLst>
                <a:gd name="connsiteX0" fmla="*/ 0 w 2432482"/>
                <a:gd name="connsiteY0" fmla="*/ 0 h 124287"/>
                <a:gd name="connsiteX1" fmla="*/ 71022 w 2432482"/>
                <a:gd name="connsiteY1" fmla="*/ 35510 h 124287"/>
                <a:gd name="connsiteX2" fmla="*/ 88777 w 2432482"/>
                <a:gd name="connsiteY2" fmla="*/ 53266 h 124287"/>
                <a:gd name="connsiteX3" fmla="*/ 142043 w 2432482"/>
                <a:gd name="connsiteY3" fmla="*/ 71021 h 124287"/>
                <a:gd name="connsiteX4" fmla="*/ 266330 w 2432482"/>
                <a:gd name="connsiteY4" fmla="*/ 62143 h 124287"/>
                <a:gd name="connsiteX5" fmla="*/ 319596 w 2432482"/>
                <a:gd name="connsiteY5" fmla="*/ 53266 h 124287"/>
                <a:gd name="connsiteX6" fmla="*/ 337352 w 2432482"/>
                <a:gd name="connsiteY6" fmla="*/ 35510 h 124287"/>
                <a:gd name="connsiteX7" fmla="*/ 390618 w 2432482"/>
                <a:gd name="connsiteY7" fmla="*/ 26633 h 124287"/>
                <a:gd name="connsiteX8" fmla="*/ 568171 w 2432482"/>
                <a:gd name="connsiteY8" fmla="*/ 53266 h 124287"/>
                <a:gd name="connsiteX9" fmla="*/ 594804 w 2432482"/>
                <a:gd name="connsiteY9" fmla="*/ 71021 h 124287"/>
                <a:gd name="connsiteX10" fmla="*/ 648070 w 2432482"/>
                <a:gd name="connsiteY10" fmla="*/ 88776 h 124287"/>
                <a:gd name="connsiteX11" fmla="*/ 878890 w 2432482"/>
                <a:gd name="connsiteY11" fmla="*/ 71021 h 124287"/>
                <a:gd name="connsiteX12" fmla="*/ 914400 w 2432482"/>
                <a:gd name="connsiteY12" fmla="*/ 62143 h 124287"/>
                <a:gd name="connsiteX13" fmla="*/ 985422 w 2432482"/>
                <a:gd name="connsiteY13" fmla="*/ 35510 h 124287"/>
                <a:gd name="connsiteX14" fmla="*/ 1012055 w 2432482"/>
                <a:gd name="connsiteY14" fmla="*/ 26633 h 124287"/>
                <a:gd name="connsiteX15" fmla="*/ 1136342 w 2432482"/>
                <a:gd name="connsiteY15" fmla="*/ 35510 h 124287"/>
                <a:gd name="connsiteX16" fmla="*/ 1189608 w 2432482"/>
                <a:gd name="connsiteY16" fmla="*/ 53266 h 124287"/>
                <a:gd name="connsiteX17" fmla="*/ 1216241 w 2432482"/>
                <a:gd name="connsiteY17" fmla="*/ 62143 h 124287"/>
                <a:gd name="connsiteX18" fmla="*/ 1589103 w 2432482"/>
                <a:gd name="connsiteY18" fmla="*/ 71021 h 124287"/>
                <a:gd name="connsiteX19" fmla="*/ 1669002 w 2432482"/>
                <a:gd name="connsiteY19" fmla="*/ 106532 h 124287"/>
                <a:gd name="connsiteX20" fmla="*/ 1819923 w 2432482"/>
                <a:gd name="connsiteY20" fmla="*/ 97654 h 124287"/>
                <a:gd name="connsiteX21" fmla="*/ 1864311 w 2432482"/>
                <a:gd name="connsiteY21" fmla="*/ 88776 h 124287"/>
                <a:gd name="connsiteX22" fmla="*/ 2112886 w 2432482"/>
                <a:gd name="connsiteY22" fmla="*/ 97654 h 124287"/>
                <a:gd name="connsiteX23" fmla="*/ 2139519 w 2432482"/>
                <a:gd name="connsiteY23" fmla="*/ 115409 h 124287"/>
                <a:gd name="connsiteX24" fmla="*/ 2290439 w 2432482"/>
                <a:gd name="connsiteY24" fmla="*/ 115409 h 124287"/>
                <a:gd name="connsiteX25" fmla="*/ 2334827 w 2432482"/>
                <a:gd name="connsiteY25" fmla="*/ 106532 h 124287"/>
                <a:gd name="connsiteX26" fmla="*/ 2388093 w 2432482"/>
                <a:gd name="connsiteY26" fmla="*/ 88776 h 124287"/>
                <a:gd name="connsiteX27" fmla="*/ 2414726 w 2432482"/>
                <a:gd name="connsiteY27" fmla="*/ 79899 h 124287"/>
                <a:gd name="connsiteX28" fmla="*/ 2432482 w 2432482"/>
                <a:gd name="connsiteY28" fmla="*/ 79899 h 1242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2432482" h="124287">
                  <a:moveTo>
                    <a:pt x="0" y="0"/>
                  </a:moveTo>
                  <a:cubicBezTo>
                    <a:pt x="34432" y="13772"/>
                    <a:pt x="44429" y="14235"/>
                    <a:pt x="71022" y="35510"/>
                  </a:cubicBezTo>
                  <a:cubicBezTo>
                    <a:pt x="77558" y="40739"/>
                    <a:pt x="81291" y="49523"/>
                    <a:pt x="88777" y="53266"/>
                  </a:cubicBezTo>
                  <a:cubicBezTo>
                    <a:pt x="105517" y="61636"/>
                    <a:pt x="142043" y="71021"/>
                    <a:pt x="142043" y="71021"/>
                  </a:cubicBezTo>
                  <a:cubicBezTo>
                    <a:pt x="183472" y="68062"/>
                    <a:pt x="225002" y="66276"/>
                    <a:pt x="266330" y="62143"/>
                  </a:cubicBezTo>
                  <a:cubicBezTo>
                    <a:pt x="284241" y="60352"/>
                    <a:pt x="302742" y="59586"/>
                    <a:pt x="319596" y="53266"/>
                  </a:cubicBezTo>
                  <a:cubicBezTo>
                    <a:pt x="327433" y="50327"/>
                    <a:pt x="329515" y="38449"/>
                    <a:pt x="337352" y="35510"/>
                  </a:cubicBezTo>
                  <a:cubicBezTo>
                    <a:pt x="354206" y="29190"/>
                    <a:pt x="372863" y="29592"/>
                    <a:pt x="390618" y="26633"/>
                  </a:cubicBezTo>
                  <a:cubicBezTo>
                    <a:pt x="418415" y="28618"/>
                    <a:pt x="527393" y="26081"/>
                    <a:pt x="568171" y="53266"/>
                  </a:cubicBezTo>
                  <a:cubicBezTo>
                    <a:pt x="577049" y="59184"/>
                    <a:pt x="585054" y="66688"/>
                    <a:pt x="594804" y="71021"/>
                  </a:cubicBezTo>
                  <a:cubicBezTo>
                    <a:pt x="611907" y="78622"/>
                    <a:pt x="648070" y="88776"/>
                    <a:pt x="648070" y="88776"/>
                  </a:cubicBezTo>
                  <a:cubicBezTo>
                    <a:pt x="725010" y="82858"/>
                    <a:pt x="802106" y="78699"/>
                    <a:pt x="878890" y="71021"/>
                  </a:cubicBezTo>
                  <a:cubicBezTo>
                    <a:pt x="891030" y="69807"/>
                    <a:pt x="902668" y="65495"/>
                    <a:pt x="914400" y="62143"/>
                  </a:cubicBezTo>
                  <a:cubicBezTo>
                    <a:pt x="942626" y="54079"/>
                    <a:pt x="955379" y="46776"/>
                    <a:pt x="985422" y="35510"/>
                  </a:cubicBezTo>
                  <a:cubicBezTo>
                    <a:pt x="994184" y="32224"/>
                    <a:pt x="1003177" y="29592"/>
                    <a:pt x="1012055" y="26633"/>
                  </a:cubicBezTo>
                  <a:cubicBezTo>
                    <a:pt x="1053484" y="29592"/>
                    <a:pt x="1095267" y="29349"/>
                    <a:pt x="1136342" y="35510"/>
                  </a:cubicBezTo>
                  <a:cubicBezTo>
                    <a:pt x="1154851" y="38286"/>
                    <a:pt x="1171853" y="47348"/>
                    <a:pt x="1189608" y="53266"/>
                  </a:cubicBezTo>
                  <a:cubicBezTo>
                    <a:pt x="1198486" y="56225"/>
                    <a:pt x="1206886" y="61920"/>
                    <a:pt x="1216241" y="62143"/>
                  </a:cubicBezTo>
                  <a:lnTo>
                    <a:pt x="1589103" y="71021"/>
                  </a:lnTo>
                  <a:cubicBezTo>
                    <a:pt x="1652491" y="92150"/>
                    <a:pt x="1626797" y="78394"/>
                    <a:pt x="1669002" y="106532"/>
                  </a:cubicBezTo>
                  <a:cubicBezTo>
                    <a:pt x="1719309" y="103573"/>
                    <a:pt x="1769736" y="102217"/>
                    <a:pt x="1819923" y="97654"/>
                  </a:cubicBezTo>
                  <a:cubicBezTo>
                    <a:pt x="1834950" y="96288"/>
                    <a:pt x="1849222" y="88776"/>
                    <a:pt x="1864311" y="88776"/>
                  </a:cubicBezTo>
                  <a:cubicBezTo>
                    <a:pt x="1947222" y="88776"/>
                    <a:pt x="2030028" y="94695"/>
                    <a:pt x="2112886" y="97654"/>
                  </a:cubicBezTo>
                  <a:cubicBezTo>
                    <a:pt x="2121764" y="103572"/>
                    <a:pt x="2129299" y="112343"/>
                    <a:pt x="2139519" y="115409"/>
                  </a:cubicBezTo>
                  <a:cubicBezTo>
                    <a:pt x="2191962" y="131142"/>
                    <a:pt x="2236472" y="122604"/>
                    <a:pt x="2290439" y="115409"/>
                  </a:cubicBezTo>
                  <a:cubicBezTo>
                    <a:pt x="2305396" y="113415"/>
                    <a:pt x="2320270" y="110502"/>
                    <a:pt x="2334827" y="106532"/>
                  </a:cubicBezTo>
                  <a:cubicBezTo>
                    <a:pt x="2352883" y="101608"/>
                    <a:pt x="2370338" y="94694"/>
                    <a:pt x="2388093" y="88776"/>
                  </a:cubicBezTo>
                  <a:cubicBezTo>
                    <a:pt x="2396971" y="85817"/>
                    <a:pt x="2405368" y="79899"/>
                    <a:pt x="2414726" y="79899"/>
                  </a:cubicBezTo>
                  <a:lnTo>
                    <a:pt x="2432482" y="79899"/>
                  </a:lnTo>
                </a:path>
              </a:pathLst>
            </a:cu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704850"/>
            <a:ext cx="8229600" cy="989781"/>
          </a:xfrm>
        </p:spPr>
        <p:txBody>
          <a:bodyPr/>
          <a:lstStyle/>
          <a:p>
            <a:r>
              <a:rPr lang="en-US" altLang="zh-CN" sz="2400" b="1" dirty="0">
                <a:solidFill>
                  <a:schemeClr val="tx1"/>
                </a:solidFill>
                <a:latin typeface="+mn-ea"/>
                <a:ea typeface="+mn-ea"/>
              </a:rPr>
              <a:t>11.8.4 MV2PL</a:t>
            </a:r>
            <a:r>
              <a:rPr lang="zh-CN" altLang="en-US" sz="2400" b="1" dirty="0">
                <a:solidFill>
                  <a:schemeClr val="tx1"/>
                </a:solidFill>
                <a:latin typeface="+mn-ea"/>
                <a:ea typeface="+mn-ea"/>
              </a:rPr>
              <a:t>多版本控制</a:t>
            </a:r>
            <a:endParaRPr lang="zh-CN" altLang="en-US" sz="2400" b="1" dirty="0">
              <a:solidFill>
                <a:schemeClr val="tx1"/>
              </a:solidFill>
              <a:latin typeface="+mn-ea"/>
              <a:ea typeface="+mn-ea"/>
            </a:endParaRPr>
          </a:p>
        </p:txBody>
      </p:sp>
      <p:sp>
        <p:nvSpPr>
          <p:cNvPr id="3" name="内容占位符 2"/>
          <p:cNvSpPr>
            <a:spLocks noGrp="1"/>
          </p:cNvSpPr>
          <p:nvPr>
            <p:ph idx="1"/>
          </p:nvPr>
        </p:nvSpPr>
        <p:spPr>
          <a:xfrm>
            <a:off x="457200" y="1935163"/>
            <a:ext cx="8229600" cy="1925885"/>
          </a:xfrm>
        </p:spPr>
        <p:txBody>
          <a:bodyPr/>
          <a:lstStyle/>
          <a:p>
            <a:r>
              <a:rPr lang="zh-CN" altLang="en-US" dirty="0"/>
              <a:t>事务分为两类：只读、更新。</a:t>
            </a:r>
            <a:endParaRPr lang="en-US" altLang="zh-CN" dirty="0"/>
          </a:p>
          <a:p>
            <a:r>
              <a:rPr lang="zh-CN" altLang="en-US" dirty="0"/>
              <a:t>除了读锁（</a:t>
            </a:r>
            <a:r>
              <a:rPr lang="en-US" altLang="zh-CN" dirty="0">
                <a:solidFill>
                  <a:srgbClr val="FF0000"/>
                </a:solidFill>
              </a:rPr>
              <a:t>R</a:t>
            </a:r>
            <a:r>
              <a:rPr lang="zh-CN" altLang="en-US" dirty="0">
                <a:solidFill>
                  <a:srgbClr val="FF0000"/>
                </a:solidFill>
              </a:rPr>
              <a:t>锁</a:t>
            </a:r>
            <a:r>
              <a:rPr lang="zh-CN" altLang="en-US" dirty="0"/>
              <a:t>）和写锁（</a:t>
            </a:r>
            <a:r>
              <a:rPr lang="en-US" altLang="zh-CN" dirty="0">
                <a:solidFill>
                  <a:srgbClr val="FF0000"/>
                </a:solidFill>
              </a:rPr>
              <a:t>W</a:t>
            </a:r>
            <a:r>
              <a:rPr lang="zh-CN" altLang="en-US" dirty="0">
                <a:solidFill>
                  <a:srgbClr val="FF0000"/>
                </a:solidFill>
              </a:rPr>
              <a:t>锁</a:t>
            </a:r>
            <a:r>
              <a:rPr lang="zh-CN" altLang="en-US" dirty="0"/>
              <a:t>），引进一个新的封锁类型</a:t>
            </a:r>
            <a:r>
              <a:rPr lang="en-US" altLang="zh-CN" dirty="0">
                <a:latin typeface="微软雅黑" charset="-122"/>
                <a:ea typeface="微软雅黑" charset="-122"/>
              </a:rPr>
              <a:t>——</a:t>
            </a:r>
            <a:r>
              <a:rPr lang="zh-CN" altLang="en-US" dirty="0"/>
              <a:t>验证锁（</a:t>
            </a:r>
            <a:r>
              <a:rPr lang="en-US" altLang="zh-CN" dirty="0"/>
              <a:t>certify-lock</a:t>
            </a:r>
            <a:r>
              <a:rPr lang="zh-CN" altLang="en-US" dirty="0"/>
              <a:t>，</a:t>
            </a:r>
            <a:r>
              <a:rPr lang="en-US" altLang="zh-CN" dirty="0">
                <a:solidFill>
                  <a:srgbClr val="FF0000"/>
                </a:solidFill>
              </a:rPr>
              <a:t>C</a:t>
            </a:r>
            <a:r>
              <a:rPr lang="zh-CN" altLang="en-US" dirty="0">
                <a:solidFill>
                  <a:srgbClr val="FF0000"/>
                </a:solidFill>
              </a:rPr>
              <a:t>锁</a:t>
            </a:r>
            <a:r>
              <a:rPr lang="zh-CN" altLang="en-US" dirty="0"/>
              <a:t>）。</a:t>
            </a:r>
            <a:endParaRPr lang="en-US" altLang="zh-CN" dirty="0"/>
          </a:p>
        </p:txBody>
      </p:sp>
      <p:sp>
        <p:nvSpPr>
          <p:cNvPr id="4" name="灯片编号占位符 3"/>
          <p:cNvSpPr>
            <a:spLocks noGrp="1"/>
          </p:cNvSpPr>
          <p:nvPr>
            <p:ph type="sldNum" sz="quarter" idx="12"/>
          </p:nvPr>
        </p:nvSpPr>
        <p:spPr/>
        <p:txBody>
          <a:bodyPr/>
          <a:lstStyle/>
          <a:p>
            <a:pPr>
              <a:defRPr/>
            </a:pPr>
            <a:fld id="{DB31CC20-AC6A-4522-9705-16B59AF9AF95}" type="slidenum">
              <a:rPr lang="en-US" altLang="zh-CN" smtClean="0"/>
            </a:fld>
            <a:endParaRPr lang="en-US" altLang="zh-CN"/>
          </a:p>
        </p:txBody>
      </p:sp>
      <p:graphicFrame>
        <p:nvGraphicFramePr>
          <p:cNvPr id="5" name="表格 4"/>
          <p:cNvGraphicFramePr>
            <a:graphicFrameLocks noGrp="1"/>
          </p:cNvGraphicFramePr>
          <p:nvPr/>
        </p:nvGraphicFramePr>
        <p:xfrm>
          <a:off x="755576" y="3625339"/>
          <a:ext cx="6096000" cy="1483360"/>
        </p:xfrm>
        <a:graphic>
          <a:graphicData uri="http://schemas.openxmlformats.org/drawingml/2006/table">
            <a:tbl>
              <a:tblPr firstRow="1" bandRow="1">
                <a:tableStyleId>{5DA37D80-6434-44D0-A028-1B22A696006F}</a:tableStyleId>
              </a:tblPr>
              <a:tblGrid>
                <a:gridCol w="1524000"/>
                <a:gridCol w="1524000"/>
                <a:gridCol w="1488504"/>
                <a:gridCol w="1559496"/>
              </a:tblGrid>
              <a:tr h="370840">
                <a:tc>
                  <a:txBody>
                    <a:bodyPr/>
                    <a:lstStyle/>
                    <a:p>
                      <a:pPr algn="ctr"/>
                      <a:endParaRPr lang="zh-CN" altLang="en-US" dirty="0"/>
                    </a:p>
                  </a:txBody>
                  <a:tcPr/>
                </a:tc>
                <a:tc>
                  <a:txBody>
                    <a:bodyPr/>
                    <a:lstStyle/>
                    <a:p>
                      <a:pPr algn="ctr"/>
                      <a:r>
                        <a:rPr lang="en-US" altLang="zh-CN" dirty="0"/>
                        <a:t>R-LOCK</a:t>
                      </a:r>
                      <a:endParaRPr lang="zh-CN" altLang="en-US" dirty="0"/>
                    </a:p>
                  </a:txBody>
                  <a:tcPr/>
                </a:tc>
                <a:tc>
                  <a:txBody>
                    <a:bodyPr/>
                    <a:lstStyle/>
                    <a:p>
                      <a:pPr algn="ctr"/>
                      <a:r>
                        <a:rPr lang="en-US" altLang="zh-CN" dirty="0"/>
                        <a:t>W-LOCK</a:t>
                      </a:r>
                      <a:endParaRPr lang="zh-CN" altLang="en-US" dirty="0"/>
                    </a:p>
                  </a:txBody>
                  <a:tcPr/>
                </a:tc>
                <a:tc>
                  <a:txBody>
                    <a:bodyPr/>
                    <a:lstStyle/>
                    <a:p>
                      <a:pPr algn="ctr"/>
                      <a:r>
                        <a:rPr lang="en-US" altLang="zh-CN" dirty="0"/>
                        <a:t>C-LOCK</a:t>
                      </a:r>
                      <a:endParaRPr lang="zh-CN" altLang="en-US" dirty="0"/>
                    </a:p>
                  </a:txBody>
                  <a:tcPr/>
                </a:tc>
              </a:tr>
              <a:tr h="370840">
                <a:tc>
                  <a:txBody>
                    <a:bodyPr/>
                    <a:lstStyle/>
                    <a:p>
                      <a:pPr algn="ctr"/>
                      <a:r>
                        <a:rPr lang="en-US" altLang="zh-CN" dirty="0"/>
                        <a:t>R-LOCK</a:t>
                      </a:r>
                      <a:endParaRPr lang="zh-CN" altLang="en-US" dirty="0"/>
                    </a:p>
                  </a:txBody>
                  <a:tcPr/>
                </a:tc>
                <a:tc>
                  <a:txBody>
                    <a:bodyPr/>
                    <a:lstStyle/>
                    <a:p>
                      <a:pPr algn="ctr"/>
                      <a:r>
                        <a:rPr lang="en-US" altLang="zh-CN" dirty="0"/>
                        <a:t>Y</a:t>
                      </a:r>
                      <a:endParaRPr lang="zh-CN" altLang="en-US" dirty="0"/>
                    </a:p>
                  </a:txBody>
                  <a:tcPr/>
                </a:tc>
                <a:tc>
                  <a:txBody>
                    <a:bodyPr/>
                    <a:lstStyle/>
                    <a:p>
                      <a:pPr algn="ctr"/>
                      <a:r>
                        <a:rPr lang="en-US" altLang="zh-CN" dirty="0">
                          <a:solidFill>
                            <a:srgbClr val="FF0000"/>
                          </a:solidFill>
                        </a:rPr>
                        <a:t>Y</a:t>
                      </a:r>
                      <a:endParaRPr lang="zh-CN" altLang="en-US" dirty="0">
                        <a:solidFill>
                          <a:srgbClr val="FF0000"/>
                        </a:solidFill>
                      </a:endParaRPr>
                    </a:p>
                  </a:txBody>
                  <a:tcPr/>
                </a:tc>
                <a:tc>
                  <a:txBody>
                    <a:bodyPr/>
                    <a:lstStyle/>
                    <a:p>
                      <a:pPr algn="ctr"/>
                      <a:r>
                        <a:rPr lang="en-US" altLang="zh-CN" dirty="0"/>
                        <a:t>N</a:t>
                      </a:r>
                      <a:endParaRPr lang="zh-CN" altLang="en-US" dirty="0"/>
                    </a:p>
                  </a:txBody>
                  <a:tcPr/>
                </a:tc>
              </a:tr>
              <a:tr h="370840">
                <a:tc>
                  <a:txBody>
                    <a:bodyPr/>
                    <a:lstStyle/>
                    <a:p>
                      <a:pPr algn="ctr"/>
                      <a:r>
                        <a:rPr lang="en-US" altLang="zh-CN" dirty="0"/>
                        <a:t>W-LOCK</a:t>
                      </a:r>
                      <a:endParaRPr lang="zh-CN" altLang="en-US" dirty="0"/>
                    </a:p>
                  </a:txBody>
                  <a:tcPr/>
                </a:tc>
                <a:tc>
                  <a:txBody>
                    <a:bodyPr/>
                    <a:lstStyle/>
                    <a:p>
                      <a:pPr algn="ctr"/>
                      <a:r>
                        <a:rPr lang="en-US" altLang="zh-CN" dirty="0">
                          <a:solidFill>
                            <a:srgbClr val="FF0000"/>
                          </a:solidFill>
                        </a:rPr>
                        <a:t>Y</a:t>
                      </a:r>
                      <a:endParaRPr lang="zh-CN" altLang="en-US" dirty="0">
                        <a:solidFill>
                          <a:srgbClr val="FF0000"/>
                        </a:solidFill>
                      </a:endParaRPr>
                    </a:p>
                  </a:txBody>
                  <a:tcPr/>
                </a:tc>
                <a:tc>
                  <a:txBody>
                    <a:bodyPr/>
                    <a:lstStyle/>
                    <a:p>
                      <a:pPr algn="ctr"/>
                      <a:r>
                        <a:rPr lang="en-US" altLang="zh-CN" dirty="0"/>
                        <a:t>N</a:t>
                      </a:r>
                      <a:endParaRPr lang="zh-CN" altLang="en-US" dirty="0"/>
                    </a:p>
                  </a:txBody>
                  <a:tcPr/>
                </a:tc>
                <a:tc>
                  <a:txBody>
                    <a:bodyPr/>
                    <a:lstStyle/>
                    <a:p>
                      <a:pPr algn="ctr"/>
                      <a:r>
                        <a:rPr lang="en-US" altLang="zh-CN" dirty="0"/>
                        <a:t>N</a:t>
                      </a:r>
                      <a:endParaRPr lang="zh-CN" altLang="en-US" dirty="0"/>
                    </a:p>
                  </a:txBody>
                  <a:tcPr/>
                </a:tc>
              </a:tr>
              <a:tr h="370840">
                <a:tc>
                  <a:txBody>
                    <a:bodyPr/>
                    <a:lstStyle/>
                    <a:p>
                      <a:pPr algn="ctr"/>
                      <a:r>
                        <a:rPr lang="en-US" altLang="zh-CN" dirty="0"/>
                        <a:t>C-LOCK</a:t>
                      </a:r>
                      <a:endParaRPr lang="zh-CN" altLang="en-US" dirty="0"/>
                    </a:p>
                  </a:txBody>
                  <a:tcPr/>
                </a:tc>
                <a:tc>
                  <a:txBody>
                    <a:bodyPr/>
                    <a:lstStyle/>
                    <a:p>
                      <a:pPr algn="ctr"/>
                      <a:r>
                        <a:rPr lang="en-US" altLang="zh-CN" dirty="0"/>
                        <a:t>N</a:t>
                      </a:r>
                      <a:endParaRPr lang="zh-CN" altLang="en-US" dirty="0"/>
                    </a:p>
                  </a:txBody>
                  <a:tcPr/>
                </a:tc>
                <a:tc>
                  <a:txBody>
                    <a:bodyPr/>
                    <a:lstStyle/>
                    <a:p>
                      <a:pPr algn="ctr"/>
                      <a:r>
                        <a:rPr lang="en-US" altLang="zh-CN" dirty="0"/>
                        <a:t>N</a:t>
                      </a:r>
                      <a:endParaRPr lang="zh-CN" altLang="en-US" dirty="0"/>
                    </a:p>
                  </a:txBody>
                  <a:tcPr/>
                </a:tc>
                <a:tc>
                  <a:txBody>
                    <a:bodyPr/>
                    <a:lstStyle/>
                    <a:p>
                      <a:pPr algn="ctr"/>
                      <a:r>
                        <a:rPr lang="en-US" altLang="zh-CN" dirty="0"/>
                        <a:t>N</a:t>
                      </a:r>
                      <a:endParaRPr lang="zh-CN" altLang="en-US" dirty="0"/>
                    </a:p>
                  </a:txBody>
                  <a:tcPr/>
                </a:tc>
              </a:tr>
            </a:tbl>
          </a:graphicData>
        </a:graphic>
      </p:graphicFrame>
      <p:sp>
        <p:nvSpPr>
          <p:cNvPr id="6" name="对话气泡: 圆角矩形 5"/>
          <p:cNvSpPr/>
          <p:nvPr/>
        </p:nvSpPr>
        <p:spPr>
          <a:xfrm>
            <a:off x="4427984" y="5445224"/>
            <a:ext cx="2736304" cy="792088"/>
          </a:xfrm>
          <a:prstGeom prst="wedgeRoundRectCallout">
            <a:avLst>
              <a:gd name="adj1" fmla="val -49383"/>
              <a:gd name="adj2" fmla="val -79932"/>
              <a:gd name="adj3" fmla="val 16667"/>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dirty="0"/>
              <a:t>C</a:t>
            </a:r>
            <a:r>
              <a:rPr lang="zh-CN" altLang="en-US" dirty="0"/>
              <a:t>锁不兼容则等待其他锁释放</a:t>
            </a:r>
            <a:endParaRPr lang="zh-CN" altLang="en-US"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704850"/>
            <a:ext cx="8229600" cy="923950"/>
          </a:xfrm>
        </p:spPr>
        <p:txBody>
          <a:bodyPr/>
          <a:lstStyle/>
          <a:p>
            <a:r>
              <a:rPr lang="en-US" altLang="zh-CN" sz="2800" dirty="0">
                <a:solidFill>
                  <a:schemeClr val="tx1"/>
                </a:solidFill>
                <a:latin typeface="宋体" pitchFamily="2" charset="-122"/>
                <a:ea typeface="宋体" pitchFamily="2" charset="-122"/>
              </a:rPr>
              <a:t>MV2PL</a:t>
            </a:r>
            <a:r>
              <a:rPr lang="zh-CN" altLang="en-US" sz="2800" dirty="0">
                <a:solidFill>
                  <a:schemeClr val="tx1"/>
                </a:solidFill>
                <a:latin typeface="宋体" pitchFamily="2" charset="-122"/>
                <a:ea typeface="宋体" pitchFamily="2" charset="-122"/>
              </a:rPr>
              <a:t>混合协议</a:t>
            </a:r>
            <a:endParaRPr lang="zh-CN" altLang="en-US" sz="2800" dirty="0">
              <a:solidFill>
                <a:schemeClr val="tx1"/>
              </a:solidFill>
              <a:latin typeface="宋体" pitchFamily="2" charset="-122"/>
              <a:ea typeface="宋体" pitchFamily="2" charset="-122"/>
            </a:endParaRPr>
          </a:p>
        </p:txBody>
      </p:sp>
      <p:sp>
        <p:nvSpPr>
          <p:cNvPr id="3" name="内容占位符 2"/>
          <p:cNvSpPr>
            <a:spLocks noGrp="1"/>
          </p:cNvSpPr>
          <p:nvPr>
            <p:ph idx="1"/>
          </p:nvPr>
        </p:nvSpPr>
        <p:spPr/>
        <p:txBody>
          <a:bodyPr/>
          <a:lstStyle/>
          <a:p>
            <a:r>
              <a:rPr lang="zh-CN" altLang="en-US" dirty="0">
                <a:solidFill>
                  <a:srgbClr val="FF0000"/>
                </a:solidFill>
              </a:rPr>
              <a:t>读锁和写锁相容</a:t>
            </a:r>
            <a:r>
              <a:rPr lang="zh-CN" altLang="en-US" dirty="0"/>
              <a:t>。</a:t>
            </a:r>
            <a:endParaRPr lang="en-US" altLang="zh-CN" dirty="0"/>
          </a:p>
          <a:p>
            <a:pPr marL="0" indent="0">
              <a:buNone/>
            </a:pPr>
            <a:r>
              <a:rPr lang="zh-CN" altLang="en-US" dirty="0"/>
              <a:t>      写操作生成一个新的版本，其他事务的读操作</a:t>
            </a:r>
            <a:r>
              <a:rPr lang="zh-CN" altLang="en-US" dirty="0">
                <a:solidFill>
                  <a:srgbClr val="FF0000"/>
                </a:solidFill>
              </a:rPr>
              <a:t>读取旧的版本。</a:t>
            </a:r>
            <a:endParaRPr lang="en-US" altLang="zh-CN" dirty="0">
              <a:solidFill>
                <a:srgbClr val="FF0000"/>
              </a:solidFill>
            </a:endParaRPr>
          </a:p>
          <a:p>
            <a:r>
              <a:rPr lang="zh-CN" altLang="en-US" dirty="0">
                <a:solidFill>
                  <a:srgbClr val="FF0000"/>
                </a:solidFill>
              </a:rPr>
              <a:t>写事务提交时</a:t>
            </a:r>
            <a:r>
              <a:rPr lang="zh-CN" altLang="en-US" dirty="0"/>
              <a:t>要先获取加了写锁的数据对象的</a:t>
            </a:r>
            <a:r>
              <a:rPr lang="zh-CN" altLang="en-US" dirty="0">
                <a:solidFill>
                  <a:srgbClr val="FF0000"/>
                </a:solidFill>
              </a:rPr>
              <a:t>验证锁</a:t>
            </a:r>
            <a:r>
              <a:rPr lang="zh-CN" altLang="en-US" dirty="0"/>
              <a:t>。由于验证锁和读锁不相容，导致写事务延迟提交，</a:t>
            </a:r>
            <a:r>
              <a:rPr lang="zh-CN" altLang="en-US" dirty="0">
                <a:solidFill>
                  <a:srgbClr val="FF0000"/>
                </a:solidFill>
              </a:rPr>
              <a:t>直至加了写锁的数据对象被其他读事务释放</a:t>
            </a:r>
            <a:r>
              <a:rPr lang="zh-CN" altLang="en-US" dirty="0"/>
              <a:t>。</a:t>
            </a:r>
            <a:endParaRPr lang="en-US" altLang="zh-CN" dirty="0"/>
          </a:p>
          <a:p>
            <a:r>
              <a:rPr lang="zh-CN" altLang="en-US" dirty="0"/>
              <a:t>一旦写事务获得验证锁，旧版本即可丢弃，写事务提交并释放验证锁。</a:t>
            </a:r>
            <a:endParaRPr lang="en-US" altLang="zh-CN" dirty="0"/>
          </a:p>
          <a:p>
            <a:r>
              <a:rPr lang="zh-CN" altLang="en-US" dirty="0"/>
              <a:t>系统最多维护数据对象的两个版本。</a:t>
            </a:r>
            <a:endParaRPr lang="en-US" altLang="zh-CN" dirty="0"/>
          </a:p>
          <a:p>
            <a:r>
              <a:rPr lang="en-US" altLang="zh-CN" dirty="0"/>
              <a:t>Oracle</a:t>
            </a:r>
            <a:r>
              <a:rPr lang="zh-CN" altLang="en-US" dirty="0"/>
              <a:t>采用</a:t>
            </a:r>
            <a:r>
              <a:rPr lang="en-US" altLang="zh-CN" dirty="0"/>
              <a:t>MV2PL</a:t>
            </a:r>
            <a:r>
              <a:rPr lang="zh-CN" altLang="en-US" dirty="0"/>
              <a:t>。</a:t>
            </a:r>
            <a:endParaRPr lang="zh-CN" altLang="en-US" dirty="0"/>
          </a:p>
        </p:txBody>
      </p:sp>
      <p:sp>
        <p:nvSpPr>
          <p:cNvPr id="4" name="灯片编号占位符 3"/>
          <p:cNvSpPr>
            <a:spLocks noGrp="1"/>
          </p:cNvSpPr>
          <p:nvPr>
            <p:ph type="sldNum" sz="quarter" idx="12"/>
          </p:nvPr>
        </p:nvSpPr>
        <p:spPr/>
        <p:txBody>
          <a:bodyPr/>
          <a:lstStyle/>
          <a:p>
            <a:pPr>
              <a:defRPr/>
            </a:pPr>
            <a:fld id="{DB31CC20-AC6A-4522-9705-16B59AF9AF95}" type="slidenum">
              <a:rPr lang="en-US" altLang="zh-CN" smtClean="0"/>
            </a:fld>
            <a:endParaRPr lang="en-US" altLang="zh-CN"/>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64704" y="678467"/>
            <a:ext cx="8157602" cy="1143000"/>
          </a:xfrm>
        </p:spPr>
        <p:txBody>
          <a:bodyPr/>
          <a:lstStyle/>
          <a:p>
            <a:r>
              <a:rPr lang="zh-CN" altLang="en-US" sz="4000" dirty="0"/>
              <a:t>国产数据库</a:t>
            </a:r>
            <a:r>
              <a:rPr lang="en-US" altLang="zh-CN" sz="4000" dirty="0"/>
              <a:t>——</a:t>
            </a:r>
            <a:r>
              <a:rPr lang="en-US" altLang="zh-CN" sz="4000" dirty="0" err="1"/>
              <a:t>openGauss</a:t>
            </a:r>
            <a:br>
              <a:rPr lang="en-US" altLang="zh-CN" sz="4000" dirty="0"/>
            </a:br>
            <a:r>
              <a:rPr lang="zh-CN" altLang="en-US" sz="4000" dirty="0"/>
              <a:t>存储引擎之并发控制（拓展了解）</a:t>
            </a:r>
            <a:endParaRPr lang="zh-CN" altLang="en-US" sz="4000" dirty="0"/>
          </a:p>
        </p:txBody>
      </p:sp>
      <p:sp>
        <p:nvSpPr>
          <p:cNvPr id="4" name="灯片编号占位符 3"/>
          <p:cNvSpPr>
            <a:spLocks noGrp="1"/>
          </p:cNvSpPr>
          <p:nvPr>
            <p:ph type="sldNum" sz="quarter" idx="12"/>
          </p:nvPr>
        </p:nvSpPr>
        <p:spPr/>
        <p:txBody>
          <a:bodyPr/>
          <a:lstStyle/>
          <a:p>
            <a:pPr>
              <a:defRPr/>
            </a:pPr>
            <a:fld id="{DB31CC20-AC6A-4522-9705-16B59AF9AF95}" type="slidenum">
              <a:rPr lang="en-US" altLang="zh-CN" smtClean="0"/>
            </a:fld>
            <a:endParaRPr lang="en-US" altLang="zh-CN"/>
          </a:p>
        </p:txBody>
      </p:sp>
      <p:pic>
        <p:nvPicPr>
          <p:cNvPr id="5" name="内容占位符 13"/>
          <p:cNvPicPr>
            <a:picLocks noGrp="1" noChangeAspect="1"/>
          </p:cNvPicPr>
          <p:nvPr>
            <p:ph idx="1"/>
          </p:nvPr>
        </p:nvPicPr>
        <p:blipFill>
          <a:blip r:embed="rId1">
            <a:extLst>
              <a:ext uri="{28A0092B-C50C-407E-A947-70E740481C1C}">
                <a14:useLocalDpi xmlns:a14="http://schemas.microsoft.com/office/drawing/2010/main" val="0"/>
              </a:ext>
            </a:extLst>
          </a:blip>
          <a:stretch>
            <a:fillRect/>
          </a:stretch>
        </p:blipFill>
        <p:spPr>
          <a:xfrm>
            <a:off x="549911" y="1988840"/>
            <a:ext cx="6938455" cy="3335725"/>
          </a:xfrm>
        </p:spPr>
      </p:pic>
      <p:sp>
        <p:nvSpPr>
          <p:cNvPr id="6" name="矩形 5"/>
          <p:cNvSpPr/>
          <p:nvPr/>
        </p:nvSpPr>
        <p:spPr>
          <a:xfrm>
            <a:off x="544980" y="5382647"/>
            <a:ext cx="7915452" cy="1446550"/>
          </a:xfrm>
          <a:prstGeom prst="rect">
            <a:avLst/>
          </a:prstGeom>
        </p:spPr>
        <p:txBody>
          <a:bodyPr wrap="square">
            <a:spAutoFit/>
          </a:bodyPr>
          <a:lstStyle/>
          <a:p>
            <a:r>
              <a:rPr lang="zh-CN" altLang="en-US" sz="2200" dirty="0">
                <a:latin typeface="Times New Roman" panose="02020503050405090304" pitchFamily="18" charset="0"/>
              </a:rPr>
              <a:t>        对于读、写并发操作，采用多版本并发控制（</a:t>
            </a:r>
            <a:r>
              <a:rPr lang="en-US" altLang="zh-CN" sz="2200" dirty="0">
                <a:latin typeface="Times New Roman" panose="02020503050405090304" pitchFamily="18" charset="0"/>
              </a:rPr>
              <a:t>MVCC</a:t>
            </a:r>
            <a:r>
              <a:rPr lang="zh-CN" altLang="en-US" sz="2200" dirty="0">
                <a:latin typeface="Times New Roman" panose="02020503050405090304" pitchFamily="18" charset="0"/>
              </a:rPr>
              <a:t>，</a:t>
            </a:r>
            <a:r>
              <a:rPr lang="en-US" altLang="zh-CN" sz="2200" dirty="0">
                <a:latin typeface="Times New Roman" panose="02020503050405090304" pitchFamily="18" charset="0"/>
              </a:rPr>
              <a:t>multi-version concurrency control</a:t>
            </a:r>
            <a:r>
              <a:rPr lang="zh-CN" altLang="en-US" sz="2200" dirty="0">
                <a:latin typeface="Times New Roman" panose="02020503050405090304" pitchFamily="18" charset="0"/>
              </a:rPr>
              <a:t>）；对于写、写并发操作，采用基于两阶段锁协议（</a:t>
            </a:r>
            <a:r>
              <a:rPr lang="en-US" altLang="zh-CN" sz="2200" dirty="0">
                <a:latin typeface="Times New Roman" panose="02020503050405090304" pitchFamily="18" charset="0"/>
              </a:rPr>
              <a:t>2PL</a:t>
            </a:r>
            <a:r>
              <a:rPr lang="zh-CN" altLang="en-US" sz="2200" dirty="0">
                <a:latin typeface="Times New Roman" panose="02020503050405090304" pitchFamily="18" charset="0"/>
              </a:rPr>
              <a:t>，</a:t>
            </a:r>
            <a:r>
              <a:rPr lang="en-US" altLang="zh-CN" sz="2200" dirty="0">
                <a:latin typeface="Times New Roman" panose="02020503050405090304" pitchFamily="18" charset="0"/>
              </a:rPr>
              <a:t>two-phase locking</a:t>
            </a:r>
            <a:r>
              <a:rPr lang="zh-CN" altLang="en-US" sz="2200" dirty="0">
                <a:latin typeface="Times New Roman" panose="02020503050405090304" pitchFamily="18" charset="0"/>
              </a:rPr>
              <a:t>）的悲观并发控制（</a:t>
            </a:r>
            <a:r>
              <a:rPr lang="en-US" altLang="zh-CN" sz="2200" dirty="0">
                <a:latin typeface="Times New Roman" panose="02020503050405090304" pitchFamily="18" charset="0"/>
              </a:rPr>
              <a:t>PCC</a:t>
            </a:r>
            <a:r>
              <a:rPr lang="zh-CN" altLang="en-US" sz="2200" dirty="0">
                <a:latin typeface="Times New Roman" panose="02020503050405090304" pitchFamily="18" charset="0"/>
              </a:rPr>
              <a:t>，</a:t>
            </a:r>
            <a:r>
              <a:rPr lang="en-US" altLang="zh-CN" sz="2200" dirty="0">
                <a:latin typeface="Times New Roman" panose="02020503050405090304" pitchFamily="18" charset="0"/>
              </a:rPr>
              <a:t>pessimistic concurrency control</a:t>
            </a:r>
            <a:r>
              <a:rPr lang="zh-CN" altLang="en-US" sz="2200" dirty="0">
                <a:latin typeface="Times New Roman" panose="02020503050405090304" pitchFamily="18" charset="0"/>
              </a:rPr>
              <a:t>）。</a:t>
            </a:r>
            <a:endParaRPr lang="zh-CN" altLang="en-US" sz="220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DB31CC20-AC6A-4522-9705-16B59AF9AF95}" type="slidenum">
              <a:rPr lang="en-US" altLang="zh-CN" smtClean="0"/>
            </a:fld>
            <a:endParaRPr lang="en-US" altLang="zh-CN"/>
          </a:p>
        </p:txBody>
      </p:sp>
      <p:sp>
        <p:nvSpPr>
          <p:cNvPr id="5" name="文本框 4"/>
          <p:cNvSpPr txBox="1"/>
          <p:nvPr/>
        </p:nvSpPr>
        <p:spPr>
          <a:xfrm>
            <a:off x="1125579" y="4631357"/>
            <a:ext cx="6659965" cy="1600438"/>
          </a:xfrm>
          <a:prstGeom prst="rect">
            <a:avLst/>
          </a:prstGeom>
          <a:noFill/>
        </p:spPr>
        <p:txBody>
          <a:bodyPr wrap="none" rtlCol="0">
            <a:spAutoFit/>
          </a:bodyPr>
          <a:lstStyle/>
          <a:p>
            <a:pPr algn="ctr"/>
            <a:r>
              <a:rPr lang="zh-CN" altLang="en-US" sz="2400" b="1" dirty="0">
                <a:latin typeface="微软雅黑" charset="-122"/>
                <a:ea typeface="微软雅黑" charset="-122"/>
              </a:rPr>
              <a:t>天猫“双</a:t>
            </a:r>
            <a:r>
              <a:rPr lang="en-US" altLang="zh-CN" sz="2400" b="1" dirty="0">
                <a:latin typeface="微软雅黑" charset="-122"/>
                <a:ea typeface="微软雅黑" charset="-122"/>
              </a:rPr>
              <a:t>11</a:t>
            </a:r>
            <a:r>
              <a:rPr lang="zh-CN" altLang="en-US" sz="2400" b="1" dirty="0">
                <a:latin typeface="微软雅黑" charset="-122"/>
                <a:ea typeface="微软雅黑" charset="-122"/>
              </a:rPr>
              <a:t>”  淘宝网</a:t>
            </a:r>
            <a:endParaRPr lang="en-US" altLang="zh-CN" sz="2400" b="1" dirty="0">
              <a:solidFill>
                <a:schemeClr val="tx1">
                  <a:lumMod val="85000"/>
                  <a:lumOff val="15000"/>
                </a:schemeClr>
              </a:solidFill>
              <a:latin typeface="微软雅黑" charset="-122"/>
              <a:ea typeface="微软雅黑" charset="-122"/>
            </a:endParaRPr>
          </a:p>
          <a:p>
            <a:pPr algn="ctr"/>
            <a:endParaRPr lang="zh-CN" altLang="en-US" sz="1000" b="1" dirty="0">
              <a:solidFill>
                <a:schemeClr val="tx1">
                  <a:lumMod val="85000"/>
                  <a:lumOff val="15000"/>
                </a:schemeClr>
              </a:solidFill>
              <a:latin typeface="微软雅黑" charset="-122"/>
              <a:ea typeface="微软雅黑" charset="-122"/>
            </a:endParaRPr>
          </a:p>
          <a:p>
            <a:pPr algn="ctr"/>
            <a:r>
              <a:rPr lang="zh-CN" altLang="zh-CN" sz="3200" b="1" dirty="0">
                <a:solidFill>
                  <a:srgbClr val="00B050"/>
                </a:solidFill>
                <a:latin typeface="微软雅黑" charset="-122"/>
                <a:ea typeface="微软雅黑" charset="-122"/>
              </a:rPr>
              <a:t>每秒订单创建峰值达到</a:t>
            </a:r>
            <a:r>
              <a:rPr lang="en-US" altLang="zh-CN" sz="3200" b="1" dirty="0">
                <a:solidFill>
                  <a:srgbClr val="00B050"/>
                </a:solidFill>
                <a:latin typeface="微软雅黑" charset="-122"/>
                <a:ea typeface="微软雅黑" charset="-122"/>
              </a:rPr>
              <a:t> </a:t>
            </a:r>
            <a:r>
              <a:rPr lang="en-US" altLang="zh-CN" sz="4000" b="1" dirty="0">
                <a:solidFill>
                  <a:srgbClr val="00B050"/>
                </a:solidFill>
                <a:latin typeface="微软雅黑" charset="-122"/>
                <a:ea typeface="微软雅黑" charset="-122"/>
              </a:rPr>
              <a:t>49.1</a:t>
            </a:r>
            <a:r>
              <a:rPr lang="zh-CN" altLang="zh-CN" sz="4000" b="1" dirty="0">
                <a:solidFill>
                  <a:srgbClr val="00B050"/>
                </a:solidFill>
                <a:latin typeface="微软雅黑" charset="-122"/>
                <a:ea typeface="微软雅黑" charset="-122"/>
              </a:rPr>
              <a:t>万</a:t>
            </a:r>
            <a:r>
              <a:rPr lang="zh-CN" altLang="zh-CN" sz="3200" b="1" dirty="0">
                <a:solidFill>
                  <a:srgbClr val="00B050"/>
                </a:solidFill>
                <a:latin typeface="微软雅黑" charset="-122"/>
                <a:ea typeface="微软雅黑" charset="-122"/>
              </a:rPr>
              <a:t>笔</a:t>
            </a:r>
            <a:endParaRPr lang="en-US" altLang="zh-CN" sz="3600" b="1" dirty="0">
              <a:solidFill>
                <a:srgbClr val="00B050"/>
              </a:solidFill>
              <a:latin typeface="微软雅黑" charset="-122"/>
              <a:ea typeface="微软雅黑" charset="-122"/>
            </a:endParaRPr>
          </a:p>
          <a:p>
            <a:endParaRPr lang="zh-CN" altLang="en-US" dirty="0"/>
          </a:p>
        </p:txBody>
      </p:sp>
      <p:pic>
        <p:nvPicPr>
          <p:cNvPr id="6" name="图片 5"/>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1"/>
            <a:ext cx="9178350" cy="4293096"/>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750"/>
                                        <p:tgtEl>
                                          <p:spTgt spid="5"/>
                                        </p:tgtEl>
                                      </p:cBhvr>
                                    </p:animEffect>
                                    <p:anim calcmode="lin" valueType="num">
                                      <p:cBhvr>
                                        <p:cTn id="8" dur="750" fill="hold"/>
                                        <p:tgtEl>
                                          <p:spTgt spid="5"/>
                                        </p:tgtEl>
                                        <p:attrNameLst>
                                          <p:attrName>ppt_x</p:attrName>
                                        </p:attrNameLst>
                                      </p:cBhvr>
                                      <p:tavLst>
                                        <p:tav tm="0">
                                          <p:val>
                                            <p:strVal val="#ppt_x"/>
                                          </p:val>
                                        </p:tav>
                                        <p:tav tm="100000">
                                          <p:val>
                                            <p:strVal val="#ppt_x"/>
                                          </p:val>
                                        </p:tav>
                                      </p:tavLst>
                                    </p:anim>
                                    <p:anim calcmode="lin" valueType="num">
                                      <p:cBhvr>
                                        <p:cTn id="9" dur="75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DB31CC20-AC6A-4522-9705-16B59AF9AF95}" type="slidenum">
              <a:rPr lang="en-US" altLang="zh-CN" smtClean="0"/>
            </a:fld>
            <a:endParaRPr lang="en-US" altLang="zh-CN"/>
          </a:p>
        </p:txBody>
      </p:sp>
      <p:sp>
        <p:nvSpPr>
          <p:cNvPr id="5" name="文本框 4"/>
          <p:cNvSpPr txBox="1"/>
          <p:nvPr/>
        </p:nvSpPr>
        <p:spPr>
          <a:xfrm>
            <a:off x="1553966" y="4631357"/>
            <a:ext cx="5803192" cy="1600438"/>
          </a:xfrm>
          <a:prstGeom prst="rect">
            <a:avLst/>
          </a:prstGeom>
          <a:noFill/>
        </p:spPr>
        <p:txBody>
          <a:bodyPr wrap="none" rtlCol="0">
            <a:spAutoFit/>
          </a:bodyPr>
          <a:lstStyle/>
          <a:p>
            <a:pPr algn="ctr"/>
            <a:r>
              <a:rPr lang="zh-CN" altLang="en-US" sz="2400" b="1" dirty="0">
                <a:solidFill>
                  <a:schemeClr val="tx1">
                    <a:lumMod val="85000"/>
                    <a:lumOff val="15000"/>
                  </a:schemeClr>
                </a:solidFill>
                <a:latin typeface="微软雅黑" charset="-122"/>
                <a:ea typeface="微软雅黑" charset="-122"/>
              </a:rPr>
              <a:t>春运  中国铁路</a:t>
            </a:r>
            <a:r>
              <a:rPr lang="en-US" altLang="zh-CN" sz="2400" b="1" dirty="0">
                <a:solidFill>
                  <a:schemeClr val="tx1">
                    <a:lumMod val="85000"/>
                    <a:lumOff val="15000"/>
                  </a:schemeClr>
                </a:solidFill>
                <a:latin typeface="微软雅黑" charset="-122"/>
                <a:ea typeface="微软雅黑" charset="-122"/>
              </a:rPr>
              <a:t>12306</a:t>
            </a:r>
            <a:r>
              <a:rPr lang="zh-CN" altLang="en-US" sz="2400" b="1" dirty="0">
                <a:solidFill>
                  <a:schemeClr val="tx1">
                    <a:lumMod val="85000"/>
                    <a:lumOff val="15000"/>
                  </a:schemeClr>
                </a:solidFill>
                <a:latin typeface="微软雅黑" charset="-122"/>
                <a:ea typeface="微软雅黑" charset="-122"/>
              </a:rPr>
              <a:t>网站</a:t>
            </a:r>
            <a:endParaRPr lang="en-US" altLang="zh-CN" sz="2400" b="1" dirty="0">
              <a:solidFill>
                <a:schemeClr val="tx1">
                  <a:lumMod val="85000"/>
                  <a:lumOff val="15000"/>
                </a:schemeClr>
              </a:solidFill>
              <a:latin typeface="微软雅黑" charset="-122"/>
              <a:ea typeface="微软雅黑" charset="-122"/>
            </a:endParaRPr>
          </a:p>
          <a:p>
            <a:pPr algn="ctr"/>
            <a:endParaRPr lang="zh-CN" altLang="en-US" sz="1000" b="1" dirty="0">
              <a:solidFill>
                <a:schemeClr val="tx1">
                  <a:lumMod val="85000"/>
                  <a:lumOff val="15000"/>
                </a:schemeClr>
              </a:solidFill>
              <a:latin typeface="微软雅黑" charset="-122"/>
              <a:ea typeface="微软雅黑" charset="-122"/>
            </a:endParaRPr>
          </a:p>
          <a:p>
            <a:pPr algn="ctr"/>
            <a:r>
              <a:rPr lang="zh-CN" altLang="en-US" sz="3200" b="1" dirty="0">
                <a:solidFill>
                  <a:srgbClr val="00B050"/>
                </a:solidFill>
                <a:latin typeface="微软雅黑" charset="-122"/>
                <a:ea typeface="微软雅黑" charset="-122"/>
              </a:rPr>
              <a:t>日售票峰值达到</a:t>
            </a:r>
            <a:r>
              <a:rPr lang="en-US" altLang="zh-CN" sz="4000" b="1" dirty="0">
                <a:solidFill>
                  <a:srgbClr val="00B050"/>
                </a:solidFill>
                <a:latin typeface="微软雅黑" charset="-122"/>
                <a:ea typeface="微软雅黑" charset="-122"/>
              </a:rPr>
              <a:t>1381.8</a:t>
            </a:r>
            <a:r>
              <a:rPr lang="zh-CN" altLang="en-US" sz="4000" b="1" dirty="0">
                <a:solidFill>
                  <a:srgbClr val="00B050"/>
                </a:solidFill>
                <a:latin typeface="微软雅黑" charset="-122"/>
                <a:ea typeface="微软雅黑" charset="-122"/>
              </a:rPr>
              <a:t>万</a:t>
            </a:r>
            <a:r>
              <a:rPr lang="zh-CN" altLang="en-US" sz="3200" b="1" dirty="0">
                <a:solidFill>
                  <a:srgbClr val="00B050"/>
                </a:solidFill>
                <a:latin typeface="微软雅黑" charset="-122"/>
                <a:ea typeface="微软雅黑" charset="-122"/>
              </a:rPr>
              <a:t>张</a:t>
            </a:r>
            <a:endParaRPr lang="zh-CN" altLang="en-US" sz="3600" b="1" dirty="0">
              <a:solidFill>
                <a:srgbClr val="00B050"/>
              </a:solidFill>
              <a:latin typeface="微软雅黑" charset="-122"/>
              <a:ea typeface="微软雅黑" charset="-122"/>
            </a:endParaRPr>
          </a:p>
          <a:p>
            <a:endParaRPr lang="zh-CN" altLang="en-US" dirty="0"/>
          </a:p>
        </p:txBody>
      </p:sp>
      <p:pic>
        <p:nvPicPr>
          <p:cNvPr id="6" name="图片 5"/>
          <p:cNvPicPr>
            <a:picLocks noChangeAspect="1"/>
          </p:cNvPicPr>
          <p:nvPr/>
        </p:nvPicPr>
        <p:blipFill>
          <a:blip r:embed="rId1"/>
          <a:stretch>
            <a:fillRect/>
          </a:stretch>
        </p:blipFill>
        <p:spPr>
          <a:xfrm>
            <a:off x="-39407" y="-52960"/>
            <a:ext cx="9178350" cy="4287366"/>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750"/>
                                        <p:tgtEl>
                                          <p:spTgt spid="5"/>
                                        </p:tgtEl>
                                      </p:cBhvr>
                                    </p:animEffect>
                                    <p:anim calcmode="lin" valueType="num">
                                      <p:cBhvr>
                                        <p:cTn id="8" dur="750" fill="hold"/>
                                        <p:tgtEl>
                                          <p:spTgt spid="5"/>
                                        </p:tgtEl>
                                        <p:attrNameLst>
                                          <p:attrName>ppt_x</p:attrName>
                                        </p:attrNameLst>
                                      </p:cBhvr>
                                      <p:tavLst>
                                        <p:tav tm="0">
                                          <p:val>
                                            <p:strVal val="#ppt_x"/>
                                          </p:val>
                                        </p:tav>
                                        <p:tav tm="100000">
                                          <p:val>
                                            <p:strVal val="#ppt_x"/>
                                          </p:val>
                                        </p:tav>
                                      </p:tavLst>
                                    </p:anim>
                                    <p:anim calcmode="lin" valueType="num">
                                      <p:cBhvr>
                                        <p:cTn id="9" dur="75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思考：</a:t>
            </a:r>
            <a:endParaRPr lang="zh-CN" altLang="en-US" dirty="0"/>
          </a:p>
        </p:txBody>
      </p:sp>
      <p:sp>
        <p:nvSpPr>
          <p:cNvPr id="4" name="内容占位符 3"/>
          <p:cNvSpPr>
            <a:spLocks noGrp="1"/>
          </p:cNvSpPr>
          <p:nvPr>
            <p:ph idx="1"/>
          </p:nvPr>
        </p:nvSpPr>
        <p:spPr>
          <a:xfrm>
            <a:off x="457200" y="1935163"/>
            <a:ext cx="8229600" cy="708019"/>
          </a:xfrm>
        </p:spPr>
        <p:txBody>
          <a:bodyPr/>
          <a:lstStyle/>
          <a:p>
            <a:r>
              <a:rPr lang="zh-CN" altLang="en-US" sz="2800" dirty="0"/>
              <a:t>三级封锁协议和</a:t>
            </a:r>
            <a:r>
              <a:rPr lang="en-US" altLang="zh-CN" sz="2800" dirty="0"/>
              <a:t>2PL</a:t>
            </a:r>
            <a:r>
              <a:rPr lang="zh-CN" altLang="en-US" sz="2800" dirty="0"/>
              <a:t>协议思路有何不同？</a:t>
            </a:r>
            <a:r>
              <a:rPr lang="en-US" altLang="zh-CN" sz="2800" dirty="0"/>
              <a:t> </a:t>
            </a:r>
            <a:endParaRPr lang="en-US" altLang="zh-CN" sz="2800" dirty="0"/>
          </a:p>
        </p:txBody>
      </p:sp>
      <p:sp>
        <p:nvSpPr>
          <p:cNvPr id="2" name="灯片编号占位符 1"/>
          <p:cNvSpPr>
            <a:spLocks noGrp="1"/>
          </p:cNvSpPr>
          <p:nvPr>
            <p:ph type="sldNum" sz="quarter" idx="12"/>
          </p:nvPr>
        </p:nvSpPr>
        <p:spPr/>
        <p:txBody>
          <a:bodyPr/>
          <a:lstStyle/>
          <a:p>
            <a:pPr>
              <a:defRPr/>
            </a:pPr>
            <a:fld id="{D23B6677-D17C-40B9-9CD4-8FC808E716B1}" type="slidenum">
              <a:rPr lang="en-US" altLang="zh-CN" smtClean="0"/>
            </a:fld>
            <a:endParaRPr lang="en-US" altLang="zh-CN"/>
          </a:p>
        </p:txBody>
      </p:sp>
      <p:sp>
        <p:nvSpPr>
          <p:cNvPr id="5" name="圆角矩形标注 4"/>
          <p:cNvSpPr/>
          <p:nvPr/>
        </p:nvSpPr>
        <p:spPr>
          <a:xfrm>
            <a:off x="6000760" y="928670"/>
            <a:ext cx="2500330" cy="571504"/>
          </a:xfrm>
          <a:prstGeom prst="wedgeRoundRectCallout">
            <a:avLst>
              <a:gd name="adj1" fmla="val -50729"/>
              <a:gd name="adj2" fmla="val 127488"/>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找任务的关键点</a:t>
            </a:r>
            <a:endParaRPr lang="zh-CN" altLang="en-US" dirty="0"/>
          </a:p>
        </p:txBody>
      </p:sp>
      <p:sp>
        <p:nvSpPr>
          <p:cNvPr id="6" name="矩形 5"/>
          <p:cNvSpPr/>
          <p:nvPr/>
        </p:nvSpPr>
        <p:spPr>
          <a:xfrm>
            <a:off x="500034" y="2775892"/>
            <a:ext cx="8358246" cy="2677656"/>
          </a:xfrm>
          <a:prstGeom prst="rect">
            <a:avLst/>
          </a:prstGeom>
        </p:spPr>
        <p:txBody>
          <a:bodyPr wrap="square">
            <a:spAutoFit/>
          </a:bodyPr>
          <a:lstStyle/>
          <a:p>
            <a:pPr marL="174625" indent="-174625">
              <a:buClr>
                <a:schemeClr val="accent3"/>
              </a:buClr>
              <a:buSzPct val="60000"/>
              <a:buFont typeface="Wingdings" panose="05000000000000000000" pitchFamily="2" charset="2"/>
              <a:buChar char="l"/>
            </a:pPr>
            <a:r>
              <a:rPr lang="en-US" altLang="zh-CN" sz="2800" dirty="0">
                <a:ea typeface="+mn-ea"/>
              </a:rPr>
              <a:t>ANSI/ISO SQL</a:t>
            </a:r>
            <a:r>
              <a:rPr lang="zh-CN" altLang="en-US" sz="2800" dirty="0">
                <a:ea typeface="+mn-ea"/>
              </a:rPr>
              <a:t>将事务的隔离级别（也就是对事务并发控制的等级）分为读未提交（</a:t>
            </a:r>
            <a:r>
              <a:rPr lang="en-US" altLang="zh-CN" sz="2800" dirty="0">
                <a:ea typeface="+mn-ea"/>
              </a:rPr>
              <a:t>READ UNCOMMITED</a:t>
            </a:r>
            <a:r>
              <a:rPr lang="zh-CN" altLang="en-US" sz="2800" dirty="0">
                <a:ea typeface="+mn-ea"/>
              </a:rPr>
              <a:t>）、读已提交（</a:t>
            </a:r>
            <a:r>
              <a:rPr lang="en-US" altLang="zh-CN" sz="2800" dirty="0">
                <a:ea typeface="+mn-ea"/>
              </a:rPr>
              <a:t>READ COMMITED</a:t>
            </a:r>
            <a:r>
              <a:rPr lang="zh-CN" altLang="en-US" sz="2800" dirty="0">
                <a:ea typeface="+mn-ea"/>
              </a:rPr>
              <a:t>）、可重复读（</a:t>
            </a:r>
            <a:r>
              <a:rPr lang="en-US" altLang="zh-CN" sz="2800" dirty="0">
                <a:ea typeface="+mn-ea"/>
              </a:rPr>
              <a:t>REPEATABLE READ</a:t>
            </a:r>
            <a:r>
              <a:rPr lang="zh-CN" altLang="en-US" sz="2800" dirty="0">
                <a:ea typeface="+mn-ea"/>
              </a:rPr>
              <a:t>）、串行化（</a:t>
            </a:r>
            <a:r>
              <a:rPr lang="en-US" altLang="zh-CN" sz="2800" dirty="0">
                <a:ea typeface="+mn-ea"/>
              </a:rPr>
              <a:t>SERIALIZABLE</a:t>
            </a:r>
            <a:r>
              <a:rPr lang="zh-CN" altLang="en-US" sz="2800" dirty="0">
                <a:ea typeface="+mn-ea"/>
              </a:rPr>
              <a:t>）四个等级，教材到此为止的方法和原理如何与之关联？</a:t>
            </a:r>
            <a:endParaRPr lang="en-US" altLang="zh-CN" sz="2800" dirty="0">
              <a:ea typeface="+mn-ea"/>
            </a:endParaRP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_rels/theme3.xml.rels><?xml version="1.0" encoding="UTF-8" standalone="yes"?>
<Relationships xmlns="http://schemas.openxmlformats.org/package/2006/relationships"><Relationship Id="rId1" Type="http://schemas.openxmlformats.org/officeDocument/2006/relationships/image" Target="../media/image1.jpeg"/></Relationships>
</file>

<file path=ppt/theme/_rels/theme4.xml.rels><?xml version="1.0" encoding="UTF-8" standalone="yes"?>
<Relationships xmlns="http://schemas.openxmlformats.org/package/2006/relationships"><Relationship Id="rId1" Type="http://schemas.openxmlformats.org/officeDocument/2006/relationships/image" Target="../media/image1.jpeg"/></Relationships>
</file>

<file path=ppt/theme/_rels/theme5.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流畅">
  <a:themeElements>
    <a:clrScheme name="流畅">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流畅">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流畅">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scene3d>
            <a:camera prst="orthographicFront" fov="0">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流畅">
  <a:themeElements>
    <a:clrScheme name="流畅">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流畅">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流畅">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scene3d>
            <a:camera prst="orthographicFront" fov="0">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spDef>
      <a:spPr/>
      <a:bodyPr/>
      <a:lstStyle/>
      <a:style>
        <a:lnRef idx="2">
          <a:schemeClr val="accent1"/>
        </a:lnRef>
        <a:fillRef idx="1">
          <a:schemeClr val="lt1"/>
        </a:fillRef>
        <a:effectRef idx="0">
          <a:schemeClr val="accent1"/>
        </a:effectRef>
        <a:fontRef idx="minor">
          <a:schemeClr val="dk1"/>
        </a:fontRef>
      </a:style>
    </a:spDef>
  </a:objectDefaul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PPL引用CMU课件主题">
  <a:themeElements>
    <a:clrScheme name="流畅">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流畅">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流畅">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scene3d>
            <a:camera prst="orthographicFront" fov="0">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spDef>
      <a:spPr/>
      <a:bodyPr/>
      <a:lstStyle/>
      <a:style>
        <a:lnRef idx="2">
          <a:schemeClr val="accent1"/>
        </a:lnRef>
        <a:fillRef idx="1">
          <a:schemeClr val="lt1"/>
        </a:fillRef>
        <a:effectRef idx="0">
          <a:schemeClr val="accent1"/>
        </a:effectRef>
        <a:fontRef idx="minor">
          <a:schemeClr val="dk1"/>
        </a:fontRef>
      </a:style>
    </a:spDef>
  </a:objectDefaul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1_PPL引用CMU课件主题">
  <a:themeElements>
    <a:clrScheme name="流畅">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流畅">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流畅">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scene3d>
            <a:camera prst="orthographicFront" fov="0">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spDef>
      <a:spPr/>
      <a:bodyPr/>
      <a:lstStyle/>
      <a:style>
        <a:lnRef idx="2">
          <a:schemeClr val="accent1"/>
        </a:lnRef>
        <a:fillRef idx="1">
          <a:schemeClr val="lt1"/>
        </a:fillRef>
        <a:effectRef idx="0">
          <a:schemeClr val="accent1"/>
        </a:effectRef>
        <a:fontRef idx="minor">
          <a:schemeClr val="dk1"/>
        </a:fontRef>
      </a:style>
    </a:spDef>
  </a:objectDefaults>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2_PPL引用CMU课件主题">
  <a:themeElements>
    <a:clrScheme name="流畅">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流畅">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流畅">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scene3d>
            <a:camera prst="orthographicFront" fov="0">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spDef>
      <a:spPr/>
      <a:bodyPr/>
      <a:lstStyle/>
      <a:style>
        <a:lnRef idx="2">
          <a:schemeClr val="accent1"/>
        </a:lnRef>
        <a:fillRef idx="1">
          <a:schemeClr val="lt1"/>
        </a:fillRef>
        <a:effectRef idx="0">
          <a:schemeClr val="accent1"/>
        </a:effectRef>
        <a:fontRef idx="minor">
          <a:schemeClr val="dk1"/>
        </a:fontRef>
      </a:style>
    </a:spDef>
  </a:objectDefaults>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流畅">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themeOverride>
</file>

<file path=ppt/theme/themeOverride2.xml><?xml version="1.0" encoding="utf-8"?>
<a:themeOverride xmlns:a="http://schemas.openxmlformats.org/drawingml/2006/main">
  <a:clrScheme name="流畅">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themeOverride>
</file>

<file path=ppt/theme/themeOverride3.xml><?xml version="1.0" encoding="utf-8"?>
<a:themeOverride xmlns:a="http://schemas.openxmlformats.org/drawingml/2006/main">
  <a:clrScheme name="流畅">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themeOverride>
</file>

<file path=ppt/theme/themeOverride4.xml><?xml version="1.0" encoding="utf-8"?>
<a:themeOverride xmlns:a="http://schemas.openxmlformats.org/drawingml/2006/main">
  <a:clrScheme name="流畅">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themeOverride>
</file>

<file path=ppt/theme/themeOverride5.xml><?xml version="1.0" encoding="utf-8"?>
<a:themeOverride xmlns:a="http://schemas.openxmlformats.org/drawingml/2006/main">
  <a:clrScheme name="流畅">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themeOverride>
</file>

<file path=ppt/theme/themeOverride6.xml><?xml version="1.0" encoding="utf-8"?>
<a:themeOverride xmlns:a="http://schemas.openxmlformats.org/drawingml/2006/main">
  <a:clrScheme name="流畅">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themeOverride>
</file>

<file path=ppt/theme/themeOverride7.xml><?xml version="1.0" encoding="utf-8"?>
<a:themeOverride xmlns:a="http://schemas.openxmlformats.org/drawingml/2006/main">
  <a:clrScheme name="流畅">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themeOverride>
</file>

<file path=ppt/theme/themeOverride8.xml><?xml version="1.0" encoding="utf-8"?>
<a:themeOverride xmlns:a="http://schemas.openxmlformats.org/drawingml/2006/main">
  <a:clrScheme name="流畅">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themeOverride>
</file>

<file path=ppt/theme/themeOverride9.xml><?xml version="1.0" encoding="utf-8"?>
<a:themeOverride xmlns:a="http://schemas.openxmlformats.org/drawingml/2006/main">
  <a:clrScheme name="流畅">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themeOverride>
</file>

<file path=ppt/theme/themeOverride10.xml><?xml version="1.0" encoding="utf-8"?>
<a:themeOverride xmlns:a="http://schemas.openxmlformats.org/drawingml/2006/main">
  <a:clrScheme name="流畅">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themeOverride>
</file>

<file path=docProps/app.xml><?xml version="1.0" encoding="utf-8"?>
<Properties xmlns="http://schemas.openxmlformats.org/officeDocument/2006/extended-properties" xmlns:vt="http://schemas.openxmlformats.org/officeDocument/2006/docPropsVTypes">
  <Template>Flow</Template>
  <TotalTime>0</TotalTime>
  <Words>10661</Words>
  <Application>WPS 演示</Application>
  <PresentationFormat>全屏显示(4:3)</PresentationFormat>
  <Paragraphs>1357</Paragraphs>
  <Slides>83</Slides>
  <Notes>8</Notes>
  <HiddenSlides>0</HiddenSlides>
  <MMClips>0</MMClips>
  <ScaleCrop>false</ScaleCrop>
  <HeadingPairs>
    <vt:vector size="8" baseType="variant">
      <vt:variant>
        <vt:lpstr>已用的字体</vt:lpstr>
      </vt:variant>
      <vt:variant>
        <vt:i4>39</vt:i4>
      </vt:variant>
      <vt:variant>
        <vt:lpstr>主题</vt:lpstr>
      </vt:variant>
      <vt:variant>
        <vt:i4>5</vt:i4>
      </vt:variant>
      <vt:variant>
        <vt:lpstr>嵌入 OLE 服务器</vt:lpstr>
      </vt:variant>
      <vt:variant>
        <vt:i4>19</vt:i4>
      </vt:variant>
      <vt:variant>
        <vt:lpstr>幻灯片标题</vt:lpstr>
      </vt:variant>
      <vt:variant>
        <vt:i4>83</vt:i4>
      </vt:variant>
    </vt:vector>
  </HeadingPairs>
  <TitlesOfParts>
    <vt:vector size="146" baseType="lpstr">
      <vt:lpstr>Arial</vt:lpstr>
      <vt:lpstr>宋体</vt:lpstr>
      <vt:lpstr>Wingdings</vt:lpstr>
      <vt:lpstr>Verdana</vt:lpstr>
      <vt:lpstr>汉仪书宋二KW</vt:lpstr>
      <vt:lpstr>Calibri</vt:lpstr>
      <vt:lpstr>Helvetica Neue</vt:lpstr>
      <vt:lpstr>隶书</vt:lpstr>
      <vt:lpstr>报隶-简</vt:lpstr>
      <vt:lpstr>Wingdings 2</vt:lpstr>
      <vt:lpstr>Wingdings 2</vt:lpstr>
      <vt:lpstr>Arial</vt:lpstr>
      <vt:lpstr>Times New Roman</vt:lpstr>
      <vt:lpstr>Times New Roman</vt:lpstr>
      <vt:lpstr>黑体</vt:lpstr>
      <vt:lpstr>汉仪中黑KW</vt:lpstr>
      <vt:lpstr>华文新魏</vt:lpstr>
      <vt:lpstr>Constantia</vt:lpstr>
      <vt:lpstr>Thonburi</vt:lpstr>
      <vt:lpstr>苹方-简</vt:lpstr>
      <vt:lpstr>微软雅黑</vt:lpstr>
      <vt:lpstr>汉仪旗黑</vt:lpstr>
      <vt:lpstr>宋体</vt:lpstr>
      <vt:lpstr>Arial Unicode MS</vt:lpstr>
      <vt:lpstr>Palatino Linotype</vt:lpstr>
      <vt:lpstr>-apple-system</vt:lpstr>
      <vt:lpstr>Constantia</vt:lpstr>
      <vt:lpstr>Cambria Math</vt:lpstr>
      <vt:lpstr>Palatino Linotype</vt:lpstr>
      <vt:lpstr>Book Antiqua</vt:lpstr>
      <vt:lpstr>Book Antiqua</vt:lpstr>
      <vt:lpstr>华文宋体</vt:lpstr>
      <vt:lpstr>Kingsoft Math</vt:lpstr>
      <vt:lpstr>-apple-system</vt:lpstr>
      <vt:lpstr>Wingdings</vt:lpstr>
      <vt:lpstr>华文新魏</vt:lpstr>
      <vt:lpstr>微软雅黑</vt:lpstr>
      <vt:lpstr>隶书</vt:lpstr>
      <vt:lpstr>黑体</vt:lpstr>
      <vt:lpstr>流畅</vt:lpstr>
      <vt:lpstr>1_流畅</vt:lpstr>
      <vt:lpstr>PPL引用CMU课件主题</vt:lpstr>
      <vt:lpstr>1_PPL引用CMU课件主题</vt:lpstr>
      <vt:lpstr>2_PPL引用CMU课件主题</vt:lpstr>
      <vt:lpstr>Word.Document.8</vt:lpstr>
      <vt:lpstr>Word.Document.8</vt:lpstr>
      <vt:lpstr>Word.Document.8</vt:lpstr>
      <vt:lpstr>Word.Document.8</vt:lpstr>
      <vt:lpstr>Word.Picture.8</vt:lpstr>
      <vt:lpstr>Word.Document.8</vt:lpstr>
      <vt:lpstr>Word.Document.8</vt:lpstr>
      <vt:lpstr>Word.Document.8</vt:lpstr>
      <vt:lpstr>Word.Document.8</vt:lpstr>
      <vt:lpstr>Word.Document.8</vt:lpstr>
      <vt:lpstr>Word.Document.8</vt:lpstr>
      <vt:lpstr>Word.Document.8</vt:lpstr>
      <vt:lpstr>Word.Document.8</vt:lpstr>
      <vt:lpstr>Word.Document.8</vt:lpstr>
      <vt:lpstr>Word.Document.8</vt:lpstr>
      <vt:lpstr>Word.Document.8</vt:lpstr>
      <vt:lpstr>Word.Document.8</vt:lpstr>
      <vt:lpstr>Word.Document.8</vt:lpstr>
      <vt:lpstr>Word.Document.8</vt:lpstr>
      <vt:lpstr>PowerPoint 演示文稿</vt:lpstr>
      <vt:lpstr>PowerPoint 演示文稿</vt:lpstr>
      <vt:lpstr>PowerPoint 演示文稿</vt:lpstr>
      <vt:lpstr>11.2 并发控制</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死锁的预防_时间戳优先级法</vt:lpstr>
      <vt:lpstr>死锁的预防_时间戳优先级法</vt:lpstr>
      <vt:lpstr>  2）死锁的诊断与解除</vt:lpstr>
      <vt:lpstr>2.2)等待图法</vt:lpstr>
      <vt:lpstr>(2.2)等待图法</vt:lpstr>
      <vt:lpstr>(2.2)等待图法（续）</vt:lpstr>
      <vt:lpstr>死锁的诊断与解除（续）</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问题思考</vt:lpstr>
      <vt:lpstr>依赖图</vt:lpstr>
      <vt:lpstr>依赖图</vt:lpstr>
      <vt:lpstr>依赖图——练习1</vt:lpstr>
      <vt:lpstr>依赖图——练习2</vt:lpstr>
      <vt:lpstr>视图可串行化</vt:lpstr>
      <vt:lpstr>视图可串行化</vt:lpstr>
      <vt:lpstr>总结</vt:lpstr>
      <vt:lpstr>PowerPoint 演示文稿</vt:lpstr>
      <vt:lpstr>两阶段锁协议</vt:lpstr>
      <vt:lpstr>PowerPoint 演示文稿</vt:lpstr>
      <vt:lpstr>PowerPoint 演示文稿</vt:lpstr>
      <vt:lpstr>PowerPoint 演示文稿</vt:lpstr>
      <vt:lpstr>两阶段锁协议的问题</vt:lpstr>
      <vt:lpstr>2 PL	级联撤销</vt:lpstr>
      <vt:lpstr>PowerPoint 演示文稿</vt:lpstr>
      <vt:lpstr>PowerPoint 演示文稿</vt:lpstr>
      <vt:lpstr>PowerPoint 演示文稿</vt:lpstr>
      <vt:lpstr>强严格2PL</vt:lpstr>
      <vt:lpstr>强严格2PL</vt:lpstr>
      <vt:lpstr>调度</vt:lpstr>
      <vt:lpstr>PowerPoint 演示文稿</vt:lpstr>
      <vt:lpstr>PowerPoint 演示文稿</vt:lpstr>
      <vt:lpstr>多粒度锁</vt:lpstr>
      <vt:lpstr>PowerPoint 演示文稿</vt:lpstr>
      <vt:lpstr>PowerPoint 演示文稿</vt:lpstr>
      <vt:lpstr>PowerPoint 演示文稿</vt:lpstr>
      <vt:lpstr>*11.8 其他并发控制</vt:lpstr>
      <vt:lpstr>PowerPoint 演示文稿</vt:lpstr>
      <vt:lpstr>11.8.2 乐观控制法</vt:lpstr>
      <vt:lpstr>11.8.3 多版本并发控制</vt:lpstr>
      <vt:lpstr>11.8.3 多版本并发控制</vt:lpstr>
      <vt:lpstr>11.8.3 多版本并发控制</vt:lpstr>
      <vt:lpstr>11.8.4 MV2PL多版本控制</vt:lpstr>
      <vt:lpstr>MV2PL混合协议</vt:lpstr>
      <vt:lpstr>国产数据库——openGauss 存储引擎之并发控制（拓展了解）</vt:lpstr>
      <vt:lpstr>PowerPoint 演示文稿</vt:lpstr>
      <vt:lpstr>PowerPoint 演示文稿</vt:lpstr>
      <vt:lpstr>思考：</vt:lpstr>
    </vt:vector>
  </TitlesOfParts>
  <Company>hust</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第6章 数据库保护</dc:title>
  <dc:creator>panpeng</dc:creator>
  <cp:lastModifiedBy>包子姐</cp:lastModifiedBy>
  <cp:revision>537</cp:revision>
  <dcterms:created xsi:type="dcterms:W3CDTF">2026-06-03T03:46:42Z</dcterms:created>
  <dcterms:modified xsi:type="dcterms:W3CDTF">2026-06-03T03:46:42Z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45A0D13565EB1EBEA2A31F6A783E0DBD_42</vt:lpwstr>
  </property>
  <property fmtid="{D5CDD505-2E9C-101B-9397-08002B2CF9AE}" pid="3" name="KSOProductBuildVer">
    <vt:lpwstr>2052-12.1.23540.23540</vt:lpwstr>
  </property>
</Properties>
</file>